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89" r:id="rId2"/>
    <p:sldId id="290" r:id="rId3"/>
    <p:sldId id="291" r:id="rId4"/>
    <p:sldId id="265" r:id="rId5"/>
    <p:sldId id="266" r:id="rId6"/>
    <p:sldId id="267" r:id="rId7"/>
    <p:sldId id="280" r:id="rId8"/>
    <p:sldId id="284" r:id="rId9"/>
    <p:sldId id="285" r:id="rId10"/>
    <p:sldId id="259" r:id="rId11"/>
    <p:sldId id="262" r:id="rId12"/>
    <p:sldId id="300" r:id="rId13"/>
    <p:sldId id="302" r:id="rId14"/>
    <p:sldId id="294" r:id="rId15"/>
    <p:sldId id="303" r:id="rId16"/>
    <p:sldId id="304" r:id="rId17"/>
    <p:sldId id="305" r:id="rId18"/>
    <p:sldId id="298" r:id="rId19"/>
    <p:sldId id="299" r:id="rId20"/>
    <p:sldId id="279" r:id="rId21"/>
    <p:sldId id="295" r:id="rId22"/>
    <p:sldId id="296" r:id="rId23"/>
    <p:sldId id="306" r:id="rId24"/>
    <p:sldId id="307" r:id="rId2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50" d="100"/>
          <a:sy n="50" d="100"/>
        </p:scale>
        <p:origin x="774"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0E73B6-FE5A-4374-8308-3FE252E0676B}" type="datetimeFigureOut">
              <a:rPr lang="es-CO" smtClean="0"/>
              <a:t>1/02/2025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71B287-CC88-4DD8-8C8A-9E260736AC5B}" type="slidenum">
              <a:rPr lang="es-CO" smtClean="0"/>
              <a:t>‹Nº›</a:t>
            </a:fld>
            <a:endParaRPr lang="es-CO"/>
          </a:p>
        </p:txBody>
      </p:sp>
    </p:spTree>
    <p:extLst>
      <p:ext uri="{BB962C8B-B14F-4D97-AF65-F5344CB8AC3E}">
        <p14:creationId xmlns:p14="http://schemas.microsoft.com/office/powerpoint/2010/main" val="214830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9C4441-103F-CFED-1AE7-2D0A8B79364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A62DDE4-F2A2-0D16-9FAE-63AEB9C469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A51E5324-3B7A-D710-5582-D270D423EB5F}"/>
              </a:ext>
            </a:extLst>
          </p:cNvPr>
          <p:cNvSpPr>
            <a:spLocks noGrp="1"/>
          </p:cNvSpPr>
          <p:nvPr>
            <p:ph type="dt" sz="half" idx="10"/>
          </p:nvPr>
        </p:nvSpPr>
        <p:spPr/>
        <p:txBody>
          <a:bodyPr/>
          <a:lstStyle/>
          <a:p>
            <a:fld id="{6104D546-A27D-4A88-A8D8-CFE18D774EC6}" type="datetimeFigureOut">
              <a:rPr lang="es-CO" smtClean="0"/>
              <a:t>1/02/2025</a:t>
            </a:fld>
            <a:endParaRPr lang="es-CO"/>
          </a:p>
        </p:txBody>
      </p:sp>
      <p:sp>
        <p:nvSpPr>
          <p:cNvPr id="5" name="Marcador de pie de página 4">
            <a:extLst>
              <a:ext uri="{FF2B5EF4-FFF2-40B4-BE49-F238E27FC236}">
                <a16:creationId xmlns:a16="http://schemas.microsoft.com/office/drawing/2014/main" id="{0AC48166-5CCD-833E-069E-E474D430F84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CFD908C-73D5-9109-9B5A-202997DFBD63}"/>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901402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59E87D-449A-3E13-1C26-BF2E08B681C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2F20C96-53C5-444F-C65A-7230A8A8273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9884B70-DD95-3964-A213-C2238A6DE6C0}"/>
              </a:ext>
            </a:extLst>
          </p:cNvPr>
          <p:cNvSpPr>
            <a:spLocks noGrp="1"/>
          </p:cNvSpPr>
          <p:nvPr>
            <p:ph type="dt" sz="half" idx="10"/>
          </p:nvPr>
        </p:nvSpPr>
        <p:spPr/>
        <p:txBody>
          <a:bodyPr/>
          <a:lstStyle/>
          <a:p>
            <a:fld id="{6104D546-A27D-4A88-A8D8-CFE18D774EC6}" type="datetimeFigureOut">
              <a:rPr lang="es-CO" smtClean="0"/>
              <a:t>1/02/2025</a:t>
            </a:fld>
            <a:endParaRPr lang="es-CO"/>
          </a:p>
        </p:txBody>
      </p:sp>
      <p:sp>
        <p:nvSpPr>
          <p:cNvPr id="5" name="Marcador de pie de página 4">
            <a:extLst>
              <a:ext uri="{FF2B5EF4-FFF2-40B4-BE49-F238E27FC236}">
                <a16:creationId xmlns:a16="http://schemas.microsoft.com/office/drawing/2014/main" id="{DCBA0903-FA67-2F9C-047D-23FD791BD04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92E11E-91F6-B03A-2D87-DE0148B2035F}"/>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3288448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45D37-0CA9-570A-1AAD-12A806CAA77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28DE635-AC83-EE28-413C-AC73BCF6B4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0BB169D-B06B-AAE6-4EF7-5353FAD0E151}"/>
              </a:ext>
            </a:extLst>
          </p:cNvPr>
          <p:cNvSpPr>
            <a:spLocks noGrp="1"/>
          </p:cNvSpPr>
          <p:nvPr>
            <p:ph type="dt" sz="half" idx="10"/>
          </p:nvPr>
        </p:nvSpPr>
        <p:spPr/>
        <p:txBody>
          <a:bodyPr/>
          <a:lstStyle/>
          <a:p>
            <a:fld id="{6104D546-A27D-4A88-A8D8-CFE18D774EC6}" type="datetimeFigureOut">
              <a:rPr lang="es-CO" smtClean="0"/>
              <a:t>1/02/2025</a:t>
            </a:fld>
            <a:endParaRPr lang="es-CO"/>
          </a:p>
        </p:txBody>
      </p:sp>
      <p:sp>
        <p:nvSpPr>
          <p:cNvPr id="5" name="Marcador de pie de página 4">
            <a:extLst>
              <a:ext uri="{FF2B5EF4-FFF2-40B4-BE49-F238E27FC236}">
                <a16:creationId xmlns:a16="http://schemas.microsoft.com/office/drawing/2014/main" id="{55355D70-6BD3-2EBC-9068-C2C59273F9B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CE8F30B-927E-0DCB-B0A5-5079824414AE}"/>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532829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9087D5-2920-592E-44A5-D878434F843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93CD0FC-949D-D694-E245-7E547D942266}"/>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B0730F4A-1CCE-BCD5-6188-E52F4112575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7B64EB94-2CA6-92B6-1A9D-6C0FD83CE6D6}"/>
              </a:ext>
            </a:extLst>
          </p:cNvPr>
          <p:cNvSpPr>
            <a:spLocks noGrp="1"/>
          </p:cNvSpPr>
          <p:nvPr>
            <p:ph type="dt" sz="half" idx="10"/>
          </p:nvPr>
        </p:nvSpPr>
        <p:spPr/>
        <p:txBody>
          <a:bodyPr/>
          <a:lstStyle/>
          <a:p>
            <a:fld id="{6104D546-A27D-4A88-A8D8-CFE18D774EC6}" type="datetimeFigureOut">
              <a:rPr lang="es-CO" smtClean="0"/>
              <a:t>1/02/2025</a:t>
            </a:fld>
            <a:endParaRPr lang="es-CO"/>
          </a:p>
        </p:txBody>
      </p:sp>
      <p:sp>
        <p:nvSpPr>
          <p:cNvPr id="6" name="Marcador de pie de página 5">
            <a:extLst>
              <a:ext uri="{FF2B5EF4-FFF2-40B4-BE49-F238E27FC236}">
                <a16:creationId xmlns:a16="http://schemas.microsoft.com/office/drawing/2014/main" id="{8B90B8E5-CBFA-A0DD-0133-2CA5050BE75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51B1F7F-F2B7-DBF7-ED9A-6C3E2464A51E}"/>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151899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0575CD-406C-106F-B306-0AD0A952798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770F4DA-8A49-51D3-A896-6A73703FBC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B0FA44C-2563-7587-F91F-4DE7D15CDD2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91CA9601-6A0C-6D6A-5EFE-92394737C8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5F9CAE0-5AAD-E36F-8553-4FE26522FAE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27DFAC3C-EC5A-2D75-F6CE-768E0E64CD64}"/>
              </a:ext>
            </a:extLst>
          </p:cNvPr>
          <p:cNvSpPr>
            <a:spLocks noGrp="1"/>
          </p:cNvSpPr>
          <p:nvPr>
            <p:ph type="dt" sz="half" idx="10"/>
          </p:nvPr>
        </p:nvSpPr>
        <p:spPr/>
        <p:txBody>
          <a:bodyPr/>
          <a:lstStyle/>
          <a:p>
            <a:fld id="{6104D546-A27D-4A88-A8D8-CFE18D774EC6}" type="datetimeFigureOut">
              <a:rPr lang="es-CO" smtClean="0"/>
              <a:t>1/02/2025</a:t>
            </a:fld>
            <a:endParaRPr lang="es-CO"/>
          </a:p>
        </p:txBody>
      </p:sp>
      <p:sp>
        <p:nvSpPr>
          <p:cNvPr id="8" name="Marcador de pie de página 7">
            <a:extLst>
              <a:ext uri="{FF2B5EF4-FFF2-40B4-BE49-F238E27FC236}">
                <a16:creationId xmlns:a16="http://schemas.microsoft.com/office/drawing/2014/main" id="{21F6D609-44D3-9B86-B303-3D7009A332A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27762DD4-E4BD-CA5C-28AB-85703CA85275}"/>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448743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2F04E-EAED-8284-FA77-2759DCA45F3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D9CD32E7-B041-213C-922E-724D8A9AA971}"/>
              </a:ext>
            </a:extLst>
          </p:cNvPr>
          <p:cNvSpPr>
            <a:spLocks noGrp="1"/>
          </p:cNvSpPr>
          <p:nvPr>
            <p:ph type="dt" sz="half" idx="10"/>
          </p:nvPr>
        </p:nvSpPr>
        <p:spPr/>
        <p:txBody>
          <a:bodyPr/>
          <a:lstStyle/>
          <a:p>
            <a:fld id="{6104D546-A27D-4A88-A8D8-CFE18D774EC6}" type="datetimeFigureOut">
              <a:rPr lang="es-CO" smtClean="0"/>
              <a:t>1/02/2025</a:t>
            </a:fld>
            <a:endParaRPr lang="es-CO"/>
          </a:p>
        </p:txBody>
      </p:sp>
      <p:sp>
        <p:nvSpPr>
          <p:cNvPr id="4" name="Marcador de pie de página 3">
            <a:extLst>
              <a:ext uri="{FF2B5EF4-FFF2-40B4-BE49-F238E27FC236}">
                <a16:creationId xmlns:a16="http://schemas.microsoft.com/office/drawing/2014/main" id="{C4834E8F-6E88-34CA-84B7-5777AAF7EE65}"/>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0F04E17F-3B04-82F0-DB8F-E0EE2BD6D676}"/>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620217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1813437-9992-B2B8-F6F8-9F0157C77F09}"/>
              </a:ext>
            </a:extLst>
          </p:cNvPr>
          <p:cNvSpPr>
            <a:spLocks noGrp="1"/>
          </p:cNvSpPr>
          <p:nvPr>
            <p:ph type="dt" sz="half" idx="10"/>
          </p:nvPr>
        </p:nvSpPr>
        <p:spPr/>
        <p:txBody>
          <a:bodyPr/>
          <a:lstStyle/>
          <a:p>
            <a:fld id="{6104D546-A27D-4A88-A8D8-CFE18D774EC6}" type="datetimeFigureOut">
              <a:rPr lang="es-CO" smtClean="0"/>
              <a:t>1/02/2025</a:t>
            </a:fld>
            <a:endParaRPr lang="es-CO"/>
          </a:p>
        </p:txBody>
      </p:sp>
      <p:sp>
        <p:nvSpPr>
          <p:cNvPr id="3" name="Marcador de pie de página 2">
            <a:extLst>
              <a:ext uri="{FF2B5EF4-FFF2-40B4-BE49-F238E27FC236}">
                <a16:creationId xmlns:a16="http://schemas.microsoft.com/office/drawing/2014/main" id="{C3ACF9AF-CE51-BC66-1A3F-9F117078B67B}"/>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C4EC13DE-59C6-585F-8E61-A99C824DFBDC}"/>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009620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504F57-89D9-A46B-0E65-BCD128DC146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1B31AFA-A34C-BF15-B19B-9DCB172EA7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972D30BA-F600-A1EE-D66B-D04C09591C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A2DACE0-A0C9-E125-6726-658AACE82CC4}"/>
              </a:ext>
            </a:extLst>
          </p:cNvPr>
          <p:cNvSpPr>
            <a:spLocks noGrp="1"/>
          </p:cNvSpPr>
          <p:nvPr>
            <p:ph type="dt" sz="half" idx="10"/>
          </p:nvPr>
        </p:nvSpPr>
        <p:spPr/>
        <p:txBody>
          <a:bodyPr/>
          <a:lstStyle/>
          <a:p>
            <a:fld id="{6104D546-A27D-4A88-A8D8-CFE18D774EC6}" type="datetimeFigureOut">
              <a:rPr lang="es-CO" smtClean="0"/>
              <a:t>1/02/2025</a:t>
            </a:fld>
            <a:endParaRPr lang="es-CO"/>
          </a:p>
        </p:txBody>
      </p:sp>
      <p:sp>
        <p:nvSpPr>
          <p:cNvPr id="6" name="Marcador de pie de página 5">
            <a:extLst>
              <a:ext uri="{FF2B5EF4-FFF2-40B4-BE49-F238E27FC236}">
                <a16:creationId xmlns:a16="http://schemas.microsoft.com/office/drawing/2014/main" id="{61404C1A-6FB0-4D2D-9247-95E549BC644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5E76D54-06A8-7F65-AF0A-3291D0AFEE0A}"/>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749251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C14919-01EF-9563-B40A-13217F268C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2F4126FA-3852-442B-63A5-87D124E1A2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3D9C9517-F068-F5C9-E01F-BBDE777ED1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370EB7-B026-E73F-34D5-AA1A0991D496}"/>
              </a:ext>
            </a:extLst>
          </p:cNvPr>
          <p:cNvSpPr>
            <a:spLocks noGrp="1"/>
          </p:cNvSpPr>
          <p:nvPr>
            <p:ph type="dt" sz="half" idx="10"/>
          </p:nvPr>
        </p:nvSpPr>
        <p:spPr/>
        <p:txBody>
          <a:bodyPr/>
          <a:lstStyle/>
          <a:p>
            <a:fld id="{6104D546-A27D-4A88-A8D8-CFE18D774EC6}" type="datetimeFigureOut">
              <a:rPr lang="es-CO" smtClean="0"/>
              <a:t>1/02/2025</a:t>
            </a:fld>
            <a:endParaRPr lang="es-CO"/>
          </a:p>
        </p:txBody>
      </p:sp>
      <p:sp>
        <p:nvSpPr>
          <p:cNvPr id="6" name="Marcador de pie de página 5">
            <a:extLst>
              <a:ext uri="{FF2B5EF4-FFF2-40B4-BE49-F238E27FC236}">
                <a16:creationId xmlns:a16="http://schemas.microsoft.com/office/drawing/2014/main" id="{8789078A-654D-2EF3-376E-E96818CEF12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ACCF5D1-CB39-E31C-1CB2-2B393CB984BA}"/>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4215379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9E8932-B577-467B-4A17-52F8985101C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3E548A7-D723-42DF-9935-BD698C345FB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3EFA502-2B95-E2F3-EBCB-40A1D3CB3D45}"/>
              </a:ext>
            </a:extLst>
          </p:cNvPr>
          <p:cNvSpPr>
            <a:spLocks noGrp="1"/>
          </p:cNvSpPr>
          <p:nvPr>
            <p:ph type="dt" sz="half" idx="10"/>
          </p:nvPr>
        </p:nvSpPr>
        <p:spPr/>
        <p:txBody>
          <a:bodyPr/>
          <a:lstStyle/>
          <a:p>
            <a:fld id="{6104D546-A27D-4A88-A8D8-CFE18D774EC6}" type="datetimeFigureOut">
              <a:rPr lang="es-CO" smtClean="0"/>
              <a:t>1/02/2025</a:t>
            </a:fld>
            <a:endParaRPr lang="es-CO"/>
          </a:p>
        </p:txBody>
      </p:sp>
      <p:sp>
        <p:nvSpPr>
          <p:cNvPr id="5" name="Marcador de pie de página 4">
            <a:extLst>
              <a:ext uri="{FF2B5EF4-FFF2-40B4-BE49-F238E27FC236}">
                <a16:creationId xmlns:a16="http://schemas.microsoft.com/office/drawing/2014/main" id="{3EFB97D6-E42A-68FE-ADEC-A9D260F62E3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DF7D624-6233-8ED8-3F07-CC34DE39E4F0}"/>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4215067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292CA67-8B24-AE22-F97D-9C1DD6826AC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2A99431-2234-0CF3-A685-3F3CDDE761E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A1EDAF5-AE91-F5E4-8C02-9A2FA076BE31}"/>
              </a:ext>
            </a:extLst>
          </p:cNvPr>
          <p:cNvSpPr>
            <a:spLocks noGrp="1"/>
          </p:cNvSpPr>
          <p:nvPr>
            <p:ph type="dt" sz="half" idx="10"/>
          </p:nvPr>
        </p:nvSpPr>
        <p:spPr/>
        <p:txBody>
          <a:bodyPr/>
          <a:lstStyle/>
          <a:p>
            <a:fld id="{6104D546-A27D-4A88-A8D8-CFE18D774EC6}" type="datetimeFigureOut">
              <a:rPr lang="es-CO" smtClean="0"/>
              <a:t>1/02/2025</a:t>
            </a:fld>
            <a:endParaRPr lang="es-CO"/>
          </a:p>
        </p:txBody>
      </p:sp>
      <p:sp>
        <p:nvSpPr>
          <p:cNvPr id="5" name="Marcador de pie de página 4">
            <a:extLst>
              <a:ext uri="{FF2B5EF4-FFF2-40B4-BE49-F238E27FC236}">
                <a16:creationId xmlns:a16="http://schemas.microsoft.com/office/drawing/2014/main" id="{831DDC36-5C7C-09E3-57FB-7038476B7FC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5A5D9E3-DE48-5139-B1FD-992BB04A9900}"/>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3857096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7907065-75AF-4057-A228-22FE9E3C2A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3346DF1-E869-9656-FBAD-0B97A7821A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AE1E0A6-0E30-C9CF-A218-1AFDCAF00C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04D546-A27D-4A88-A8D8-CFE18D774EC6}" type="datetimeFigureOut">
              <a:rPr lang="es-CO" smtClean="0"/>
              <a:t>1/02/2025</a:t>
            </a:fld>
            <a:endParaRPr lang="es-CO"/>
          </a:p>
        </p:txBody>
      </p:sp>
      <p:sp>
        <p:nvSpPr>
          <p:cNvPr id="5" name="Marcador de pie de página 4">
            <a:extLst>
              <a:ext uri="{FF2B5EF4-FFF2-40B4-BE49-F238E27FC236}">
                <a16:creationId xmlns:a16="http://schemas.microsoft.com/office/drawing/2014/main" id="{714D2A59-90D7-5124-AD6E-24F039E9AF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2E837DB1-0888-F0D5-7E18-5241FDDDA5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D32912-160C-4B9F-BA1A-6FD9BB157DAA}" type="slidenum">
              <a:rPr lang="es-CO" smtClean="0"/>
              <a:t>‹Nº›</a:t>
            </a:fld>
            <a:endParaRPr lang="es-CO"/>
          </a:p>
        </p:txBody>
      </p:sp>
    </p:spTree>
    <p:extLst>
      <p:ext uri="{BB962C8B-B14F-4D97-AF65-F5344CB8AC3E}">
        <p14:creationId xmlns:p14="http://schemas.microsoft.com/office/powerpoint/2010/main" val="4116820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2013EB-9FD4-2410-6563-C86DD33F0E49}"/>
              </a:ext>
            </a:extLst>
          </p:cNvPr>
          <p:cNvSpPr>
            <a:spLocks noGrp="1"/>
          </p:cNvSpPr>
          <p:nvPr>
            <p:ph type="ctrTitle"/>
          </p:nvPr>
        </p:nvSpPr>
        <p:spPr>
          <a:xfrm>
            <a:off x="-144378" y="0"/>
            <a:ext cx="12192000" cy="6858000"/>
          </a:xfrm>
        </p:spPr>
        <p:txBody>
          <a:bodyPr>
            <a:noAutofit/>
          </a:bodyPr>
          <a:lstStyle/>
          <a:p>
            <a:r>
              <a:rPr lang="es-ES" b="1" i="0" dirty="0">
                <a:solidFill>
                  <a:schemeClr val="bg1"/>
                </a:solidFill>
                <a:effectLst/>
                <a:latin typeface="Arial" panose="020B0604020202020204" pitchFamily="34" charset="0"/>
                <a:cs typeface="Arial" panose="020B0604020202020204" pitchFamily="34" charset="0"/>
              </a:rPr>
              <a:t>PON ACEITE EN MI LÁMPARA SEÑOR</a:t>
            </a:r>
            <a:br>
              <a:rPr lang="es-ES" b="1" i="0" dirty="0">
                <a:solidFill>
                  <a:schemeClr val="bg1"/>
                </a:solidFill>
                <a:effectLst/>
                <a:latin typeface="Arial" panose="020B0604020202020204" pitchFamily="34" charset="0"/>
                <a:cs typeface="Arial" panose="020B0604020202020204" pitchFamily="34" charset="0"/>
              </a:rPr>
            </a:br>
            <a:r>
              <a:rPr lang="es-ES" b="1" i="0" dirty="0">
                <a:solidFill>
                  <a:schemeClr val="bg1"/>
                </a:solidFill>
                <a:effectLst/>
                <a:latin typeface="Arial" panose="020B0604020202020204" pitchFamily="34" charset="0"/>
                <a:cs typeface="Arial" panose="020B0604020202020204" pitchFamily="34" charset="0"/>
              </a:rPr>
              <a:t>PON ACEITE EN MI LÁMPARA SEÑOR</a:t>
            </a:r>
            <a:br>
              <a:rPr lang="es-ES" b="1" i="0" dirty="0">
                <a:solidFill>
                  <a:schemeClr val="bg1"/>
                </a:solidFill>
                <a:effectLst/>
                <a:latin typeface="Arial" panose="020B0604020202020204" pitchFamily="34" charset="0"/>
                <a:cs typeface="Arial" panose="020B0604020202020204" pitchFamily="34" charset="0"/>
              </a:rPr>
            </a:br>
            <a:r>
              <a:rPr lang="es-ES" b="1" i="0" dirty="0">
                <a:solidFill>
                  <a:schemeClr val="bg1"/>
                </a:solidFill>
                <a:effectLst/>
                <a:latin typeface="Arial" panose="020B0604020202020204" pitchFamily="34" charset="0"/>
                <a:cs typeface="Arial" panose="020B0604020202020204" pitchFamily="34" charset="0"/>
              </a:rPr>
              <a:t>QUE YO QUIERO SERVIRTE CON AMOR</a:t>
            </a:r>
            <a:br>
              <a:rPr lang="es-ES" b="1" i="0" dirty="0">
                <a:solidFill>
                  <a:schemeClr val="bg1"/>
                </a:solidFill>
                <a:effectLst/>
                <a:latin typeface="Arial" panose="020B0604020202020204" pitchFamily="34" charset="0"/>
                <a:cs typeface="Arial" panose="020B0604020202020204" pitchFamily="34" charset="0"/>
              </a:rPr>
            </a:br>
            <a:r>
              <a:rPr lang="es-ES" b="1" i="0" dirty="0">
                <a:solidFill>
                  <a:schemeClr val="bg1"/>
                </a:solidFill>
                <a:effectLst/>
                <a:latin typeface="Arial" panose="020B0604020202020204" pitchFamily="34" charset="0"/>
                <a:cs typeface="Arial" panose="020B0604020202020204" pitchFamily="34" charset="0"/>
              </a:rPr>
              <a:t>PON ACEITE EN MI LÁMPARA SEÑOR</a:t>
            </a:r>
            <a:endParaRPr lang="es-CO"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737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25CD35D-DF00-13AB-7336-7A987C068E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2B3E3B-5763-48DD-3B12-DB0F31AFA89A}"/>
              </a:ext>
            </a:extLst>
          </p:cNvPr>
          <p:cNvSpPr>
            <a:spLocks noGrp="1"/>
          </p:cNvSpPr>
          <p:nvPr>
            <p:ph type="ctrTitle"/>
          </p:nvPr>
        </p:nvSpPr>
        <p:spPr>
          <a:xfrm>
            <a:off x="0" y="-579243"/>
            <a:ext cx="12192000" cy="6858000"/>
          </a:xfrm>
        </p:spPr>
        <p:txBody>
          <a:bodyPr>
            <a:noAutofit/>
          </a:bodyPr>
          <a:lstStyle/>
          <a:p>
            <a:r>
              <a:rPr lang="es-ES" sz="9600" b="1" i="0" dirty="0">
                <a:solidFill>
                  <a:schemeClr val="bg1"/>
                </a:solidFill>
                <a:effectLst/>
                <a:latin typeface="Arial" panose="020B0604020202020204" pitchFamily="34" charset="0"/>
                <a:cs typeface="Arial" panose="020B0604020202020204" pitchFamily="34" charset="0"/>
              </a:rPr>
              <a:t>SEÑOR JESÚS ERES MI VIDA</a:t>
            </a:r>
            <a:br>
              <a:rPr lang="es-ES" sz="9600" b="1" i="0" dirty="0">
                <a:solidFill>
                  <a:schemeClr val="bg1"/>
                </a:solidFill>
                <a:effectLst/>
                <a:latin typeface="Arial" panose="020B0604020202020204" pitchFamily="34" charset="0"/>
                <a:cs typeface="Arial" panose="020B0604020202020204" pitchFamily="34" charset="0"/>
              </a:rPr>
            </a:br>
            <a:r>
              <a:rPr lang="es-ES" sz="9600" b="1" i="0" dirty="0">
                <a:solidFill>
                  <a:schemeClr val="bg1"/>
                </a:solidFill>
                <a:effectLst/>
                <a:latin typeface="Arial" panose="020B0604020202020204" pitchFamily="34" charset="0"/>
                <a:cs typeface="Arial" panose="020B0604020202020204" pitchFamily="34" charset="0"/>
              </a:rPr>
              <a:t>SEÑOR JESÚS ERES MI AMOR</a:t>
            </a:r>
          </a:p>
        </p:txBody>
      </p:sp>
    </p:spTree>
    <p:extLst>
      <p:ext uri="{BB962C8B-B14F-4D97-AF65-F5344CB8AC3E}">
        <p14:creationId xmlns:p14="http://schemas.microsoft.com/office/powerpoint/2010/main" val="1362956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7B1AA484-AF74-C06D-FBA5-D8BEA37D03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1A94C1-585B-A718-13A9-2C1888F3C680}"/>
              </a:ext>
            </a:extLst>
          </p:cNvPr>
          <p:cNvSpPr>
            <a:spLocks noGrp="1"/>
          </p:cNvSpPr>
          <p:nvPr>
            <p:ph type="ctrTitle"/>
          </p:nvPr>
        </p:nvSpPr>
        <p:spPr>
          <a:xfrm>
            <a:off x="200526" y="-737937"/>
            <a:ext cx="11790947" cy="6858000"/>
          </a:xfrm>
        </p:spPr>
        <p:txBody>
          <a:bodyPr>
            <a:noAutofit/>
          </a:bodyPr>
          <a:lstStyle/>
          <a:p>
            <a:r>
              <a:rPr lang="es-ES" sz="9000" b="1" i="0" dirty="0">
                <a:solidFill>
                  <a:schemeClr val="bg1"/>
                </a:solidFill>
                <a:effectLst/>
                <a:latin typeface="Arial" panose="020B0604020202020204" pitchFamily="34" charset="0"/>
                <a:cs typeface="Arial" panose="020B0604020202020204" pitchFamily="34" charset="0"/>
              </a:rPr>
              <a:t>/SALVASTE MI ALMA PERDIDA</a:t>
            </a:r>
            <a:br>
              <a:rPr lang="es-ES" sz="9000" b="1" i="0" dirty="0">
                <a:solidFill>
                  <a:schemeClr val="bg1"/>
                </a:solidFill>
                <a:effectLst/>
                <a:latin typeface="Arial" panose="020B0604020202020204" pitchFamily="34" charset="0"/>
                <a:cs typeface="Arial" panose="020B0604020202020204" pitchFamily="34" charset="0"/>
              </a:rPr>
            </a:br>
            <a:r>
              <a:rPr lang="es-ES" sz="9000" b="1" i="0" dirty="0">
                <a:solidFill>
                  <a:schemeClr val="bg1"/>
                </a:solidFill>
                <a:effectLst/>
                <a:latin typeface="Arial" panose="020B0604020202020204" pitchFamily="34" charset="0"/>
                <a:cs typeface="Arial" panose="020B0604020202020204" pitchFamily="34" charset="0"/>
              </a:rPr>
              <a:t>POR ESO TE ALABO CON EL CORAZÓN /</a:t>
            </a:r>
          </a:p>
        </p:txBody>
      </p:sp>
    </p:spTree>
    <p:extLst>
      <p:ext uri="{BB962C8B-B14F-4D97-AF65-F5344CB8AC3E}">
        <p14:creationId xmlns:p14="http://schemas.microsoft.com/office/powerpoint/2010/main" val="1774325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22031E6-7B0D-B8B0-3F44-2C818EE42D8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D207D7-E09F-C3E2-1C18-994DFC692236}"/>
              </a:ext>
            </a:extLst>
          </p:cNvPr>
          <p:cNvSpPr>
            <a:spLocks noGrp="1"/>
          </p:cNvSpPr>
          <p:nvPr>
            <p:ph type="ctrTitle"/>
          </p:nvPr>
        </p:nvSpPr>
        <p:spPr>
          <a:xfrm>
            <a:off x="0" y="72189"/>
            <a:ext cx="12192000" cy="6858000"/>
          </a:xfrm>
        </p:spPr>
        <p:txBody>
          <a:bodyPr>
            <a:noAutofit/>
          </a:bodyPr>
          <a:lstStyle/>
          <a:p>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EL ES JEHOVÁ, DIOS DE LA CREACIÓN</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EL ES JEHOVÁ, DIOS PODEROSO</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EL ES DIOS FUERTE, LA ROCA ETERNA</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EL ES JEHOVÁ, TÚ DIOS, TÚ SANADOR</a:t>
            </a:r>
            <a:endParaRPr lang="es-CO" sz="63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290181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9DFD1E0-9A8C-24C8-0EA4-5F07EF3415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B3131B-641F-8714-8A55-17D8058D6E53}"/>
              </a:ext>
            </a:extLst>
          </p:cNvPr>
          <p:cNvSpPr>
            <a:spLocks noGrp="1"/>
          </p:cNvSpPr>
          <p:nvPr>
            <p:ph type="ctrTitle"/>
          </p:nvPr>
        </p:nvSpPr>
        <p:spPr>
          <a:xfrm>
            <a:off x="104273" y="0"/>
            <a:ext cx="11983453" cy="6858000"/>
          </a:xfrm>
        </p:spPr>
        <p:txBody>
          <a:bodyPr>
            <a:noAutofit/>
          </a:bodyPr>
          <a:lstStyle/>
          <a:p>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EL ES EL GRAN YO SOY, EL DIOS DE ABRAHAM</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JEHOVÁ SHALOM, EL DIOS DE PAZ Y AMOR</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EL DIOS DE ISRAEL, TU REY ETERNO</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EL ES JEHOVÁ, TU DIOS, TÚ SANADOR</a:t>
            </a:r>
            <a:endParaRPr lang="es-CO"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503019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933889A-9C10-77BF-D3FB-29120B107C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4DAF7C-E2F3-9CE9-459A-40353C7B919B}"/>
              </a:ext>
            </a:extLst>
          </p:cNvPr>
          <p:cNvSpPr>
            <a:spLocks noGrp="1"/>
          </p:cNvSpPr>
          <p:nvPr>
            <p:ph type="ctrTitle"/>
          </p:nvPr>
        </p:nvSpPr>
        <p:spPr>
          <a:xfrm>
            <a:off x="0" y="136358"/>
            <a:ext cx="11983453" cy="6858000"/>
          </a:xfrm>
        </p:spPr>
        <p:txBody>
          <a:bodyPr>
            <a:noAutofit/>
          </a:bodyPr>
          <a:lstStyle/>
          <a:p>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//CANTA ALELUYA,</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CANTA ALELUYA //</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EL ES JEHOVÁ, DIOS PODEROSO, EL ES JEHOVÁ, TÚ DIOS, TÚ SANADOR</a:t>
            </a:r>
            <a:endParaRPr lang="es-CO" sz="8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605986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443DDB3-C606-CA5D-61B9-161B850E02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ABA7E3-5805-EBE1-1704-60152B3E60E3}"/>
              </a:ext>
            </a:extLst>
          </p:cNvPr>
          <p:cNvSpPr>
            <a:spLocks noGrp="1"/>
          </p:cNvSpPr>
          <p:nvPr>
            <p:ph type="ctrTitle"/>
          </p:nvPr>
        </p:nvSpPr>
        <p:spPr>
          <a:xfrm>
            <a:off x="0" y="0"/>
            <a:ext cx="11983453" cy="6858000"/>
          </a:xfrm>
        </p:spPr>
        <p:txBody>
          <a:bodyPr>
            <a:noAutofit/>
          </a:bodyPr>
          <a:lstStyle/>
          <a:p>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EL ES TÚ PROVEEDOR, JEHOVÁ JIREH</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EL DIOS DE SALVACIÓN, ES EL MESÍAS</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QUE ENTRE NOSOTROS TESTIFICÓ DE ÉL</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EL ES JEHOVÁ, TÚ DIOS, TÚ SALVADOR</a:t>
            </a:r>
            <a:endParaRPr lang="es-CO"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860555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72D244C9-0274-2F18-3159-EE91E349A56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0B1D3E3-1D86-6193-23EA-6E9713476A02}"/>
              </a:ext>
            </a:extLst>
          </p:cNvPr>
          <p:cNvSpPr>
            <a:spLocks noGrp="1"/>
          </p:cNvSpPr>
          <p:nvPr>
            <p:ph type="ctrTitle"/>
          </p:nvPr>
        </p:nvSpPr>
        <p:spPr>
          <a:xfrm>
            <a:off x="0" y="-160421"/>
            <a:ext cx="12192000" cy="6858000"/>
          </a:xfrm>
        </p:spPr>
        <p:txBody>
          <a:bodyPr>
            <a:noAutofit/>
          </a:bodyPr>
          <a:lstStyle/>
          <a:p>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AL SEÑOR YO LE QUIERO SERVIR</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Y ENTREGARLE MI VIDA A ÉL</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HASTA EL DÍA EN QUE TENGA QUE PARTIR</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Y POR SIEMPRE SU NOMBRE ADORAR</a:t>
            </a: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718272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64E5A3C7-6957-5257-9934-EAFA2FCD6C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8475036-65C9-6B87-5680-4125071B4A67}"/>
              </a:ext>
            </a:extLst>
          </p:cNvPr>
          <p:cNvSpPr>
            <a:spLocks noGrp="1"/>
          </p:cNvSpPr>
          <p:nvPr>
            <p:ph type="ctrTitle"/>
          </p:nvPr>
        </p:nvSpPr>
        <p:spPr>
          <a:xfrm>
            <a:off x="0" y="1730543"/>
            <a:ext cx="12192000" cy="6858000"/>
          </a:xfrm>
        </p:spPr>
        <p:txBody>
          <a:bodyPr>
            <a:noAutofit/>
          </a:bodyPr>
          <a:lstStyle/>
          <a:p>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HE PELEADO LA BATALLA SEÑOR</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SEGUIRÉ MI CARRERA HASTA EL FINAL</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Y TAMBIÉN HE GUARDADO LA FE</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SOLO ESPERO QUE ME VENGAS A LLEVAR.</a:t>
            </a: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4265942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E0B03D2-4E04-6C8A-BB8F-8DA1E9FAEA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EA8B22-BD55-0C6B-671E-F57B80CE2899}"/>
              </a:ext>
            </a:extLst>
          </p:cNvPr>
          <p:cNvSpPr>
            <a:spLocks noGrp="1"/>
          </p:cNvSpPr>
          <p:nvPr>
            <p:ph type="ctrTitle"/>
          </p:nvPr>
        </p:nvSpPr>
        <p:spPr>
          <a:xfrm>
            <a:off x="0" y="-436099"/>
            <a:ext cx="12192000" cy="6858000"/>
          </a:xfrm>
          <a:solidFill>
            <a:schemeClr val="tx1"/>
          </a:solidFill>
        </p:spPr>
        <p:txBody>
          <a:bodyPr>
            <a:noAutofit/>
          </a:bodyPr>
          <a:lstStyle/>
          <a:p>
            <a: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CUANDO LAS TROMPETAS SUENEN EN AQUEL DÍA FINAL</a:t>
            </a:r>
            <a:b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QUE EL ALBA ETERNA ROMPA EN CLARIDAD</a:t>
            </a:r>
            <a:b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CUANDO LAS NACIONES SALVAS A SU PATRIA LLEGUEN YA</a:t>
            </a:r>
            <a:b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QUE SEA PASADA LISTA, ALLÍ HE DE ESTAR</a:t>
            </a:r>
            <a:endParaRPr lang="es-CO" sz="57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724735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5D23BC5-30BF-FB24-FA38-B4BB54C55AB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49AE6D-AF2A-8DF4-770A-885F76DCA7C3}"/>
              </a:ext>
            </a:extLst>
          </p:cNvPr>
          <p:cNvSpPr>
            <a:spLocks noGrp="1"/>
          </p:cNvSpPr>
          <p:nvPr>
            <p:ph type="ctrTitle"/>
          </p:nvPr>
        </p:nvSpPr>
        <p:spPr>
          <a:xfrm>
            <a:off x="-1" y="173455"/>
            <a:ext cx="12079705" cy="6858000"/>
          </a:xfrm>
        </p:spPr>
        <p:txBody>
          <a:bodyPr>
            <a:noAutofit/>
          </a:bodyPr>
          <a:lstStyle/>
          <a:p>
            <a:r>
              <a:rPr lang="es-ES" sz="6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CUANDO ALLÁ SE PASE LISTA</a:t>
            </a:r>
            <a:br>
              <a:rPr lang="es-ES" sz="6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CUANDO ALLÁ SE PASE LISTA</a:t>
            </a:r>
            <a:br>
              <a:rPr lang="es-ES" sz="6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CUANDO ALLÁ SE PASE LISTA</a:t>
            </a:r>
            <a:br>
              <a:rPr lang="es-ES" sz="6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A MI NOMBRE, YO FELIZ RESPONDERÉ</a:t>
            </a:r>
            <a:endParaRPr lang="es-CO" sz="64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977358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5826CF-ECA4-D368-A71A-0D07461C55F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C1DF6A-FA06-8612-3C0C-EFEE2E6D1568}"/>
              </a:ext>
            </a:extLst>
          </p:cNvPr>
          <p:cNvSpPr>
            <a:spLocks noGrp="1"/>
          </p:cNvSpPr>
          <p:nvPr>
            <p:ph type="ctrTitle"/>
          </p:nvPr>
        </p:nvSpPr>
        <p:spPr>
          <a:xfrm>
            <a:off x="-1" y="173455"/>
            <a:ext cx="12079705" cy="6858000"/>
          </a:xfrm>
        </p:spPr>
        <p:txBody>
          <a:bodyPr>
            <a:noAutofit/>
          </a:bodyPr>
          <a:lstStyle/>
          <a:p>
            <a: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EN AQUEL DÍA SIN NIEBLA</a:t>
            </a:r>
            <a:b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EN QUE MUERTE YA NO HABRÁ</a:t>
            </a:r>
            <a:b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SU GLORIA, EL SALVADOR IMPARTIRÁ</a:t>
            </a:r>
            <a:b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CUANDO LOS LLAMADOS ENTREN A SU CELESTIAL HOGAR</a:t>
            </a:r>
            <a:b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QUE SEA PASADA LISTA, ALLÍ HE DE ESTAR</a:t>
            </a:r>
            <a:endParaRPr lang="es-CO" sz="57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043882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2DB7DEA-22C8-5B57-CB51-44FB154828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113F823-DC55-5B06-3808-42B27CF289D2}"/>
              </a:ext>
            </a:extLst>
          </p:cNvPr>
          <p:cNvSpPr>
            <a:spLocks noGrp="1"/>
          </p:cNvSpPr>
          <p:nvPr>
            <p:ph type="ctrTitle"/>
          </p:nvPr>
        </p:nvSpPr>
        <p:spPr>
          <a:xfrm>
            <a:off x="-1" y="173455"/>
            <a:ext cx="12079705" cy="6858000"/>
          </a:xfrm>
        </p:spPr>
        <p:txBody>
          <a:bodyPr>
            <a:noAutofit/>
          </a:bodyPr>
          <a:lstStyle/>
          <a:p>
            <a: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TRABAJEMOS POR EL MAESTRO</a:t>
            </a:r>
            <a:b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DESDE EL ALBA AL VISLUMBRAR</a:t>
            </a:r>
            <a:b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SIEMPRE HABLEMOS DE SU AMOR Y FIEL BONDAD</a:t>
            </a:r>
            <a:b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CUANDO TODO AQUÍ FENZCA Y NUESTRA OBRA CESE YA</a:t>
            </a:r>
            <a:b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QUE SEA PASADA LISTA, ALLÍ HE DE ESTAR</a:t>
            </a:r>
            <a:endParaRPr lang="es-CO" sz="57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744842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2013EB-9FD4-2410-6563-C86DD33F0E49}"/>
              </a:ext>
            </a:extLst>
          </p:cNvPr>
          <p:cNvSpPr>
            <a:spLocks noGrp="1"/>
          </p:cNvSpPr>
          <p:nvPr>
            <p:ph type="ctrTitle"/>
          </p:nvPr>
        </p:nvSpPr>
        <p:spPr>
          <a:xfrm>
            <a:off x="0" y="109206"/>
            <a:ext cx="12192000" cy="6858000"/>
          </a:xfrm>
        </p:spPr>
        <p:txBody>
          <a:bodyPr>
            <a:noAutofit/>
          </a:bodyPr>
          <a:lstStyle/>
          <a:p>
            <a:r>
              <a:rPr lang="es-ES" sz="6300" b="1" i="0" dirty="0">
                <a:solidFill>
                  <a:schemeClr val="bg1"/>
                </a:solidFill>
                <a:effectLst/>
                <a:latin typeface="Arial" panose="020B0604020202020204" pitchFamily="34" charset="0"/>
                <a:cs typeface="Arial" panose="020B0604020202020204" pitchFamily="34" charset="0"/>
              </a:rPr>
              <a:t>CUAN GLORIOSA SERÁ LA MAÑANA</a:t>
            </a:r>
            <a:br>
              <a:rPr lang="es-ES" sz="6300" b="1" i="0" dirty="0">
                <a:solidFill>
                  <a:schemeClr val="bg1"/>
                </a:solidFill>
                <a:effectLst/>
                <a:latin typeface="Arial" panose="020B0604020202020204" pitchFamily="34" charset="0"/>
                <a:cs typeface="Arial" panose="020B0604020202020204" pitchFamily="34" charset="0"/>
              </a:rPr>
            </a:br>
            <a:r>
              <a:rPr lang="es-ES" sz="6300" b="1" i="0" dirty="0">
                <a:solidFill>
                  <a:schemeClr val="bg1"/>
                </a:solidFill>
                <a:effectLst/>
                <a:latin typeface="Arial" panose="020B0604020202020204" pitchFamily="34" charset="0"/>
                <a:cs typeface="Arial" panose="020B0604020202020204" pitchFamily="34" charset="0"/>
              </a:rPr>
              <a:t>CUANDO VENGA JESÚS EL SALVADOR</a:t>
            </a:r>
            <a:br>
              <a:rPr lang="es-ES" sz="6300" b="1" i="0" dirty="0">
                <a:solidFill>
                  <a:schemeClr val="bg1"/>
                </a:solidFill>
                <a:effectLst/>
                <a:latin typeface="Arial" panose="020B0604020202020204" pitchFamily="34" charset="0"/>
                <a:cs typeface="Arial" panose="020B0604020202020204" pitchFamily="34" charset="0"/>
              </a:rPr>
            </a:br>
            <a:r>
              <a:rPr lang="es-ES" sz="6300" b="1" i="0" dirty="0">
                <a:solidFill>
                  <a:schemeClr val="bg1"/>
                </a:solidFill>
                <a:effectLst/>
                <a:latin typeface="Arial" panose="020B0604020202020204" pitchFamily="34" charset="0"/>
                <a:cs typeface="Arial" panose="020B0604020202020204" pitchFamily="34" charset="0"/>
              </a:rPr>
              <a:t>LAS NACIONES UNIDAS COMO HERMANAS</a:t>
            </a:r>
            <a:br>
              <a:rPr lang="es-ES" sz="6300" b="1" i="0" dirty="0">
                <a:solidFill>
                  <a:schemeClr val="bg1"/>
                </a:solidFill>
                <a:effectLst/>
                <a:latin typeface="Arial" panose="020B0604020202020204" pitchFamily="34" charset="0"/>
                <a:cs typeface="Arial" panose="020B0604020202020204" pitchFamily="34" charset="0"/>
              </a:rPr>
            </a:br>
            <a:r>
              <a:rPr lang="es-ES" sz="6300" b="1" i="0" dirty="0">
                <a:solidFill>
                  <a:schemeClr val="bg1"/>
                </a:solidFill>
                <a:effectLst/>
                <a:latin typeface="Arial" panose="020B0604020202020204" pitchFamily="34" charset="0"/>
                <a:cs typeface="Arial" panose="020B0604020202020204" pitchFamily="34" charset="0"/>
              </a:rPr>
              <a:t>BIENVENIDAS DAREMOS AL SEÑOR</a:t>
            </a:r>
            <a:endParaRPr lang="es-CO" sz="63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0997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CC44EF1B-1764-B669-E60B-2CD94FAEB4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395EADA-CFB0-F59E-DB07-E31E3AC223B4}"/>
              </a:ext>
            </a:extLst>
          </p:cNvPr>
          <p:cNvSpPr>
            <a:spLocks noGrp="1"/>
          </p:cNvSpPr>
          <p:nvPr>
            <p:ph type="ctrTitle"/>
          </p:nvPr>
        </p:nvSpPr>
        <p:spPr>
          <a:xfrm>
            <a:off x="0" y="157333"/>
            <a:ext cx="12192000" cy="6858000"/>
          </a:xfrm>
        </p:spPr>
        <p:txBody>
          <a:bodyPr>
            <a:noAutofit/>
          </a:bodyPr>
          <a:lstStyle/>
          <a:p>
            <a:r>
              <a:rPr lang="es-ES" sz="5100" b="1" i="0" dirty="0">
                <a:solidFill>
                  <a:schemeClr val="bg1"/>
                </a:solidFill>
                <a:effectLst/>
                <a:latin typeface="Arial" panose="020B0604020202020204" pitchFamily="34" charset="0"/>
                <a:cs typeface="Arial" panose="020B0604020202020204" pitchFamily="34" charset="0"/>
              </a:rPr>
              <a:t>NO HABRÁ NECESIDAD DE LA LUZ NI EL RESPLANDOR</a:t>
            </a:r>
            <a:br>
              <a:rPr lang="es-ES" sz="5100" b="1" i="0" dirty="0">
                <a:solidFill>
                  <a:schemeClr val="bg1"/>
                </a:solidFill>
                <a:effectLst/>
                <a:latin typeface="Arial" panose="020B0604020202020204" pitchFamily="34" charset="0"/>
                <a:cs typeface="Arial" panose="020B0604020202020204" pitchFamily="34" charset="0"/>
              </a:rPr>
            </a:br>
            <a:r>
              <a:rPr lang="es-ES" sz="5100" b="1" i="0" dirty="0">
                <a:solidFill>
                  <a:schemeClr val="bg1"/>
                </a:solidFill>
                <a:effectLst/>
                <a:latin typeface="Arial" panose="020B0604020202020204" pitchFamily="34" charset="0"/>
                <a:cs typeface="Arial" panose="020B0604020202020204" pitchFamily="34" charset="0"/>
              </a:rPr>
              <a:t>NI EL SOL DARÁ SU LUZ, NI TAMPOCO SU CALOR</a:t>
            </a:r>
            <a:br>
              <a:rPr lang="es-ES" sz="5100" b="1" i="0" dirty="0">
                <a:solidFill>
                  <a:schemeClr val="bg1"/>
                </a:solidFill>
                <a:effectLst/>
                <a:latin typeface="Arial" panose="020B0604020202020204" pitchFamily="34" charset="0"/>
                <a:cs typeface="Arial" panose="020B0604020202020204" pitchFamily="34" charset="0"/>
              </a:rPr>
            </a:br>
            <a:r>
              <a:rPr lang="es-ES" sz="5100" b="1" i="0" dirty="0">
                <a:solidFill>
                  <a:schemeClr val="bg1"/>
                </a:solidFill>
                <a:effectLst/>
                <a:latin typeface="Arial" panose="020B0604020202020204" pitchFamily="34" charset="0"/>
                <a:cs typeface="Arial" panose="020B0604020202020204" pitchFamily="34" charset="0"/>
              </a:rPr>
              <a:t>ALLÍ LLANTO NO HABRÁ, NI TRISTEZAS NI DOLOR</a:t>
            </a:r>
            <a:br>
              <a:rPr lang="es-ES" sz="5100" b="1" i="0" dirty="0">
                <a:solidFill>
                  <a:schemeClr val="bg1"/>
                </a:solidFill>
                <a:effectLst/>
                <a:latin typeface="Arial" panose="020B0604020202020204" pitchFamily="34" charset="0"/>
                <a:cs typeface="Arial" panose="020B0604020202020204" pitchFamily="34" charset="0"/>
              </a:rPr>
            </a:br>
            <a:r>
              <a:rPr lang="es-ES" sz="5100" b="1" i="0" dirty="0">
                <a:solidFill>
                  <a:schemeClr val="bg1"/>
                </a:solidFill>
                <a:effectLst/>
                <a:latin typeface="Arial" panose="020B0604020202020204" pitchFamily="34" charset="0"/>
                <a:cs typeface="Arial" panose="020B0604020202020204" pitchFamily="34" charset="0"/>
              </a:rPr>
              <a:t>PORQUE ENTONCES JESÚS EL REY DE GLORIA</a:t>
            </a:r>
            <a:br>
              <a:rPr lang="es-ES" sz="5100" b="1" i="0" dirty="0">
                <a:solidFill>
                  <a:schemeClr val="bg1"/>
                </a:solidFill>
                <a:effectLst/>
                <a:latin typeface="Arial" panose="020B0604020202020204" pitchFamily="34" charset="0"/>
                <a:cs typeface="Arial" panose="020B0604020202020204" pitchFamily="34" charset="0"/>
              </a:rPr>
            </a:br>
            <a:r>
              <a:rPr lang="es-ES" sz="5100" b="1" i="0" dirty="0">
                <a:solidFill>
                  <a:schemeClr val="bg1"/>
                </a:solidFill>
                <a:effectLst/>
                <a:latin typeface="Arial" panose="020B0604020202020204" pitchFamily="34" charset="0"/>
                <a:cs typeface="Arial" panose="020B0604020202020204" pitchFamily="34" charset="0"/>
              </a:rPr>
              <a:t>PARA SIEMPRE SERÁ EL CONSOLADOR</a:t>
            </a:r>
            <a:endParaRPr lang="es-CO" sz="51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7265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B517F9B2-1C31-8AC4-4E5D-A65D9C34BC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C850F9-BD62-CD53-CB7F-8D3BCBABF90D}"/>
              </a:ext>
            </a:extLst>
          </p:cNvPr>
          <p:cNvSpPr>
            <a:spLocks noGrp="1"/>
          </p:cNvSpPr>
          <p:nvPr>
            <p:ph type="ctrTitle"/>
          </p:nvPr>
        </p:nvSpPr>
        <p:spPr>
          <a:xfrm>
            <a:off x="0" y="28997"/>
            <a:ext cx="12192000" cy="6858000"/>
          </a:xfrm>
        </p:spPr>
        <p:txBody>
          <a:bodyPr>
            <a:noAutofit/>
          </a:bodyPr>
          <a:lstStyle/>
          <a:p>
            <a:r>
              <a:rPr lang="es-ES" b="1" i="0" dirty="0">
                <a:solidFill>
                  <a:schemeClr val="bg1"/>
                </a:solidFill>
                <a:effectLst/>
                <a:latin typeface="Arial" panose="020B0604020202020204" pitchFamily="34" charset="0"/>
                <a:cs typeface="Arial" panose="020B0604020202020204" pitchFamily="34" charset="0"/>
              </a:rPr>
              <a:t>ESPERAMOS LA MAÑANA GLORIOSA</a:t>
            </a:r>
            <a:br>
              <a:rPr lang="es-ES" b="1" i="0" dirty="0">
                <a:solidFill>
                  <a:schemeClr val="bg1"/>
                </a:solidFill>
                <a:effectLst/>
                <a:latin typeface="Arial" panose="020B0604020202020204" pitchFamily="34" charset="0"/>
                <a:cs typeface="Arial" panose="020B0604020202020204" pitchFamily="34" charset="0"/>
              </a:rPr>
            </a:br>
            <a:r>
              <a:rPr lang="es-ES" b="1" i="0" dirty="0">
                <a:solidFill>
                  <a:schemeClr val="bg1"/>
                </a:solidFill>
                <a:effectLst/>
                <a:latin typeface="Arial" panose="020B0604020202020204" pitchFamily="34" charset="0"/>
                <a:cs typeface="Arial" panose="020B0604020202020204" pitchFamily="34" charset="0"/>
              </a:rPr>
              <a:t>PARA DAR LA BIENVENIDA AL DIOS DE AMOR</a:t>
            </a:r>
            <a:br>
              <a:rPr lang="es-ES" b="1" i="0" dirty="0">
                <a:solidFill>
                  <a:schemeClr val="bg1"/>
                </a:solidFill>
                <a:effectLst/>
                <a:latin typeface="Arial" panose="020B0604020202020204" pitchFamily="34" charset="0"/>
                <a:cs typeface="Arial" panose="020B0604020202020204" pitchFamily="34" charset="0"/>
              </a:rPr>
            </a:br>
            <a:r>
              <a:rPr lang="es-ES" b="1" i="0" dirty="0">
                <a:solidFill>
                  <a:schemeClr val="bg1"/>
                </a:solidFill>
                <a:effectLst/>
                <a:latin typeface="Arial" panose="020B0604020202020204" pitchFamily="34" charset="0"/>
                <a:cs typeface="Arial" panose="020B0604020202020204" pitchFamily="34" charset="0"/>
              </a:rPr>
              <a:t>DONDE TODO SERÁ COLOR DE ROSA</a:t>
            </a:r>
            <a:br>
              <a:rPr lang="es-ES" b="1" i="0" dirty="0">
                <a:solidFill>
                  <a:schemeClr val="bg1"/>
                </a:solidFill>
                <a:effectLst/>
                <a:latin typeface="Arial" panose="020B0604020202020204" pitchFamily="34" charset="0"/>
                <a:cs typeface="Arial" panose="020B0604020202020204" pitchFamily="34" charset="0"/>
              </a:rPr>
            </a:br>
            <a:r>
              <a:rPr lang="es-ES" b="1" i="0" dirty="0">
                <a:solidFill>
                  <a:schemeClr val="bg1"/>
                </a:solidFill>
                <a:effectLst/>
                <a:latin typeface="Arial" panose="020B0604020202020204" pitchFamily="34" charset="0"/>
                <a:cs typeface="Arial" panose="020B0604020202020204" pitchFamily="34" charset="0"/>
              </a:rPr>
              <a:t>EN LA SANTA FRAGANCIA DEL SEÑOR</a:t>
            </a:r>
            <a:endParaRPr lang="es-CO"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535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6AE4BAB4-D8BA-36D4-0D7B-20586754500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F8B688-DFB5-63C6-FC8E-37B8A25A3265}"/>
              </a:ext>
            </a:extLst>
          </p:cNvPr>
          <p:cNvSpPr>
            <a:spLocks noGrp="1"/>
          </p:cNvSpPr>
          <p:nvPr>
            <p:ph type="ctrTitle"/>
          </p:nvPr>
        </p:nvSpPr>
        <p:spPr>
          <a:xfrm>
            <a:off x="0" y="64168"/>
            <a:ext cx="12192000" cy="6858000"/>
          </a:xfrm>
        </p:spPr>
        <p:txBody>
          <a:bodyPr>
            <a:noAutofit/>
          </a:bodyPr>
          <a:lstStyle/>
          <a:p>
            <a:r>
              <a:rPr lang="es-ES" sz="6300" b="1" i="0" dirty="0">
                <a:solidFill>
                  <a:srgbClr val="E8E8E8"/>
                </a:solidFill>
                <a:effectLst/>
                <a:latin typeface="Arial" panose="020B0604020202020204" pitchFamily="34" charset="0"/>
                <a:cs typeface="Arial" panose="020B0604020202020204" pitchFamily="34" charset="0"/>
              </a:rPr>
              <a:t>EL CRISTIANO FIEL Y VERDADERO</a:t>
            </a:r>
            <a:br>
              <a:rPr lang="es-ES" sz="6300" b="1" dirty="0">
                <a:latin typeface="Arial" panose="020B0604020202020204" pitchFamily="34" charset="0"/>
                <a:cs typeface="Arial" panose="020B0604020202020204" pitchFamily="34" charset="0"/>
              </a:rPr>
            </a:br>
            <a:r>
              <a:rPr lang="es-ES" sz="6300" b="1" i="0" dirty="0">
                <a:solidFill>
                  <a:srgbClr val="E8E8E8"/>
                </a:solidFill>
                <a:effectLst/>
                <a:latin typeface="Arial" panose="020B0604020202020204" pitchFamily="34" charset="0"/>
                <a:cs typeface="Arial" panose="020B0604020202020204" pitchFamily="34" charset="0"/>
              </a:rPr>
              <a:t>Y TAMBIÉN EL OBRERO DE VALOR</a:t>
            </a:r>
            <a:br>
              <a:rPr lang="es-ES" sz="6300" b="1" dirty="0">
                <a:latin typeface="Arial" panose="020B0604020202020204" pitchFamily="34" charset="0"/>
                <a:cs typeface="Arial" panose="020B0604020202020204" pitchFamily="34" charset="0"/>
              </a:rPr>
            </a:br>
            <a:r>
              <a:rPr lang="es-ES" sz="6300" b="1" i="0" dirty="0">
                <a:solidFill>
                  <a:srgbClr val="E8E8E8"/>
                </a:solidFill>
                <a:effectLst/>
                <a:latin typeface="Arial" panose="020B0604020202020204" pitchFamily="34" charset="0"/>
                <a:cs typeface="Arial" panose="020B0604020202020204" pitchFamily="34" charset="0"/>
              </a:rPr>
              <a:t>Y LA IGLESIA LA ESPOSA DEL CORDERO</a:t>
            </a:r>
            <a:br>
              <a:rPr lang="es-ES" sz="6300" b="1" dirty="0">
                <a:latin typeface="Arial" panose="020B0604020202020204" pitchFamily="34" charset="0"/>
                <a:cs typeface="Arial" panose="020B0604020202020204" pitchFamily="34" charset="0"/>
              </a:rPr>
            </a:br>
            <a:r>
              <a:rPr lang="es-ES" sz="6300" b="1" i="0" dirty="0">
                <a:solidFill>
                  <a:srgbClr val="E8E8E8"/>
                </a:solidFill>
                <a:effectLst/>
                <a:latin typeface="Arial" panose="020B0604020202020204" pitchFamily="34" charset="0"/>
                <a:cs typeface="Arial" panose="020B0604020202020204" pitchFamily="34" charset="0"/>
              </a:rPr>
              <a:t>ESTARÁN EN LOS BRAZOS DEL SEÑOR</a:t>
            </a:r>
            <a:endParaRPr lang="es-CO" sz="63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9245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91FBA24-A33B-A9F4-7539-10888B52D9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B20427-EDB0-0B6D-B86D-7A37D95F5357}"/>
              </a:ext>
            </a:extLst>
          </p:cNvPr>
          <p:cNvSpPr>
            <a:spLocks noGrp="1"/>
          </p:cNvSpPr>
          <p:nvPr>
            <p:ph type="ctrTitle"/>
          </p:nvPr>
        </p:nvSpPr>
        <p:spPr>
          <a:xfrm>
            <a:off x="-112295" y="-200527"/>
            <a:ext cx="12304295" cy="6858000"/>
          </a:xfrm>
        </p:spPr>
        <p:txBody>
          <a:bodyPr>
            <a:noAutofit/>
          </a:bodyPr>
          <a:lstStyle/>
          <a:p>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//AHORA MISMO, SEÑOR, AHORA MISMO. YO TE PIDO QUE ROMPAS LAS CADENAS//</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 Y QUE LAS PUERTAS DEL CIELO SEAN ABIERTAS</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Y DE VIRTUD MI ALMA SEA LLENA//</a:t>
            </a:r>
            <a:endParaRPr lang="es-CO" sz="64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671859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A057128-F9D9-79D7-3B68-EB87057B1E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00C811-6B89-FEA6-BD51-CA1E3C291634}"/>
              </a:ext>
            </a:extLst>
          </p:cNvPr>
          <p:cNvSpPr>
            <a:spLocks noGrp="1"/>
          </p:cNvSpPr>
          <p:nvPr>
            <p:ph type="ctrTitle"/>
          </p:nvPr>
        </p:nvSpPr>
        <p:spPr>
          <a:xfrm>
            <a:off x="0" y="0"/>
            <a:ext cx="12192000" cy="6858000"/>
          </a:xfrm>
        </p:spPr>
        <p:txBody>
          <a:bodyPr>
            <a:noAutofit/>
          </a:bodyPr>
          <a:lstStyle/>
          <a:p>
            <a: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t>//JESÚS ESTA PASANDO POR AQUÍ//</a:t>
            </a:r>
            <a:b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t>Y CUANDO EL PASA TODO SE TRANSFORMA,</a:t>
            </a:r>
            <a:b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t>SE VA LA TRISTEZA LLEGA LA ALEGRÍA,</a:t>
            </a:r>
            <a:b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t>Y CUANDO EL PASA TODO SE TRANSFORMA,</a:t>
            </a:r>
            <a:b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t>LLEGA LA ALEGRÍA PARA TI Y PARA MI.</a:t>
            </a:r>
            <a:endParaRPr lang="es-CO" sz="53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177532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3AB313A-5F65-01D5-5348-878AF1EDCC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B685A5-166B-7CC8-B068-550742D62968}"/>
              </a:ext>
            </a:extLst>
          </p:cNvPr>
          <p:cNvSpPr>
            <a:spLocks noGrp="1"/>
          </p:cNvSpPr>
          <p:nvPr>
            <p:ph type="ctrTitle"/>
          </p:nvPr>
        </p:nvSpPr>
        <p:spPr>
          <a:xfrm>
            <a:off x="0" y="1058779"/>
            <a:ext cx="12192000" cy="6858000"/>
          </a:xfrm>
        </p:spPr>
        <p:txBody>
          <a:bodyPr>
            <a:noAutofit/>
          </a:bodyPr>
          <a:lstStyle/>
          <a:p>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//PASEATE NAZARENO, NAZARENO PASEATE//</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//A ESE CRISTO ALABO YO PORQUE ÉL FUE EL QUE ME SALVÓ//</a:t>
            </a: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113100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25CD35D-DF00-13AB-7336-7A987C068E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2B3E3B-5763-48DD-3B12-DB0F31AFA89A}"/>
              </a:ext>
            </a:extLst>
          </p:cNvPr>
          <p:cNvSpPr>
            <a:spLocks noGrp="1"/>
          </p:cNvSpPr>
          <p:nvPr>
            <p:ph type="ctrTitle"/>
          </p:nvPr>
        </p:nvSpPr>
        <p:spPr>
          <a:xfrm>
            <a:off x="0" y="-384269"/>
            <a:ext cx="12192000" cy="6858000"/>
          </a:xfrm>
        </p:spPr>
        <p:txBody>
          <a:bodyPr>
            <a:noAutofit/>
          </a:bodyPr>
          <a:lstStyle/>
          <a:p>
            <a:r>
              <a:rPr lang="es-ES" sz="8500" b="1" i="0" dirty="0">
                <a:solidFill>
                  <a:schemeClr val="bg1"/>
                </a:solidFill>
                <a:effectLst/>
                <a:latin typeface="Arial" panose="020B0604020202020204" pitchFamily="34" charset="0"/>
                <a:cs typeface="Arial" panose="020B0604020202020204" pitchFamily="34" charset="0"/>
              </a:rPr>
              <a:t>//ESPÍRITU DE DIOS DESCIENDE SOBRE MÍ</a:t>
            </a:r>
            <a:br>
              <a:rPr lang="es-ES" sz="8500" b="1" i="0" dirty="0">
                <a:solidFill>
                  <a:schemeClr val="bg1"/>
                </a:solidFill>
                <a:effectLst/>
                <a:latin typeface="Arial" panose="020B0604020202020204" pitchFamily="34" charset="0"/>
                <a:cs typeface="Arial" panose="020B0604020202020204" pitchFamily="34" charset="0"/>
              </a:rPr>
            </a:br>
            <a:r>
              <a:rPr lang="es-ES" sz="8500" b="1" i="0" dirty="0">
                <a:solidFill>
                  <a:schemeClr val="bg1"/>
                </a:solidFill>
                <a:effectLst/>
                <a:latin typeface="Arial" panose="020B0604020202020204" pitchFamily="34" charset="0"/>
                <a:cs typeface="Arial" panose="020B0604020202020204" pitchFamily="34" charset="0"/>
              </a:rPr>
              <a:t>Y DAME MAS PODER PARA PODER VENCER//.</a:t>
            </a:r>
            <a:endParaRPr lang="es-CO" sz="85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4910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DB117244-06F6-5EC5-F916-2BAD05F4A70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3803DD-D988-019D-E6C8-9E317D0A3ED2}"/>
              </a:ext>
            </a:extLst>
          </p:cNvPr>
          <p:cNvSpPr>
            <a:spLocks noGrp="1"/>
          </p:cNvSpPr>
          <p:nvPr>
            <p:ph type="ctrTitle"/>
          </p:nvPr>
        </p:nvSpPr>
        <p:spPr>
          <a:xfrm>
            <a:off x="56148" y="158415"/>
            <a:ext cx="12135852" cy="6858000"/>
          </a:xfrm>
        </p:spPr>
        <p:txBody>
          <a:bodyPr>
            <a:noAutofit/>
          </a:bodyPr>
          <a:lstStyle/>
          <a:p>
            <a:r>
              <a:rPr lang="es-ES" sz="6400" b="1" i="0" dirty="0">
                <a:solidFill>
                  <a:schemeClr val="bg1"/>
                </a:solidFill>
                <a:effectLst/>
                <a:latin typeface="Arial" panose="020B0604020202020204" pitchFamily="34" charset="0"/>
                <a:cs typeface="Arial" panose="020B0604020202020204" pitchFamily="34" charset="0"/>
              </a:rPr>
              <a:t>//YO SÉ QUE CRISTO VIENE Y ESPERO SU VENIDA//</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Y EL QUE ESTÉ PREPARADO CON ÉL SE IRÁ</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////PARA ARRIBA//// Y NO PARA ABAJO</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///SUBIENDO/// Y NO BAJANDO.</a:t>
            </a:r>
            <a:endParaRPr lang="es-CO" sz="64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1444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6FA1647-7B18-EE8C-2F8E-C6A3E773190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A4C521-52D6-347F-CDEC-88265445CAB8}"/>
              </a:ext>
            </a:extLst>
          </p:cNvPr>
          <p:cNvSpPr>
            <a:spLocks noGrp="1"/>
          </p:cNvSpPr>
          <p:nvPr>
            <p:ph type="ctrTitle"/>
          </p:nvPr>
        </p:nvSpPr>
        <p:spPr>
          <a:xfrm>
            <a:off x="0" y="182479"/>
            <a:ext cx="12192000" cy="6858000"/>
          </a:xfrm>
        </p:spPr>
        <p:txBody>
          <a:bodyPr>
            <a:noAutofit/>
          </a:bodyPr>
          <a:lstStyle/>
          <a:p>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AQUÍ ESTOY</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TE OFREZCO TODO LO </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QUE SOY</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AQUÍ ESTOY</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UN SACRIFICIO QUIERO </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SER</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TOMA MI SER</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MI VIDA ENTREGO A TI</a:t>
            </a:r>
            <a:endParaRPr lang="es-CO" sz="64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987262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D9EB17F-7C77-DA53-4327-358261583C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45967E-A8BF-359B-DEFE-C44EAC10F05B}"/>
              </a:ext>
            </a:extLst>
          </p:cNvPr>
          <p:cNvSpPr>
            <a:spLocks noGrp="1"/>
          </p:cNvSpPr>
          <p:nvPr>
            <p:ph type="ctrTitle"/>
          </p:nvPr>
        </p:nvSpPr>
        <p:spPr>
          <a:xfrm>
            <a:off x="0" y="0"/>
            <a:ext cx="12192000" cy="6858000"/>
          </a:xfrm>
        </p:spPr>
        <p:txBody>
          <a:bodyPr>
            <a:noAutofit/>
          </a:bodyPr>
          <a:lstStyle/>
          <a:p>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//PORQUE TÚ ERES MI DIOS</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ERES DIGNO DE ADORACIÓN</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UNA OFRENDA DE AMOR SERÉ PARA TI//</a:t>
            </a:r>
            <a:endParaRPr lang="es-CO" sz="8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94238440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714</Words>
  <Application>Microsoft Office PowerPoint</Application>
  <PresentationFormat>Panorámica</PresentationFormat>
  <Paragraphs>24</Paragraphs>
  <Slides>24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Arial</vt:lpstr>
      <vt:lpstr>Calibri</vt:lpstr>
      <vt:lpstr>Calibri Light</vt:lpstr>
      <vt:lpstr>Tema de Office</vt:lpstr>
      <vt:lpstr>PON ACEITE EN MI LÁMPARA SEÑOR PON ACEITE EN MI LÁMPARA SEÑOR QUE YO QUIERO SERVIRTE CON AMOR PON ACEITE EN MI LÁMPARA SEÑOR</vt:lpstr>
      <vt:lpstr>SEÑOR JESÚS ERES MI VIDA SEÑOR JESÚS ERES MI AMOR</vt:lpstr>
      <vt:lpstr>/SALVASTE MI ALMA PERDIDA POR ESO TE ALABO CON EL CORAZÓN /</vt:lpstr>
      <vt:lpstr>EL ES JEHOVÁ, DIOS DE LA CREACIÓN EL ES JEHOVÁ, DIOS PODEROSO EL ES DIOS FUERTE, LA ROCA ETERNA EL ES JEHOVÁ, TÚ DIOS, TÚ SANADOR</vt:lpstr>
      <vt:lpstr>EL ES EL GRAN YO SOY, EL DIOS DE ABRAHAM JEHOVÁ SHALOM, EL DIOS DE PAZ Y AMOR EL DIOS DE ISRAEL, TU REY ETERNO EL ES JEHOVÁ, TU DIOS, TÚ SANADOR</vt:lpstr>
      <vt:lpstr>//CANTA ALELUYA, CANTA ALELUYA // EL ES JEHOVÁ, DIOS PODEROSO, EL ES JEHOVÁ, TÚ DIOS, TÚ SANADOR</vt:lpstr>
      <vt:lpstr>EL ES TÚ PROVEEDOR, JEHOVÁ JIREH EL DIOS DE SALVACIÓN, ES EL MESÍAS QUE ENTRE NOSOTROS TESTIFICÓ DE ÉL EL ES JEHOVÁ, TÚ DIOS, TÚ SALVADOR</vt:lpstr>
      <vt:lpstr>AL SEÑOR YO LE QUIERO SERVIR Y ENTREGARLE MI VIDA A ÉL HASTA EL DÍA EN QUE TENGA QUE PARTIR Y POR SIEMPRE SU NOMBRE ADORAR</vt:lpstr>
      <vt:lpstr>HE PELEADO LA BATALLA SEÑOR SEGUIRÉ MI CARRERA HASTA EL FINAL Y TAMBIÉN HE GUARDADO LA FE SOLO ESPERO QUE ME VENGAS A LLEVAR.  </vt:lpstr>
      <vt:lpstr>CUANDO LAS TROMPETAS SUENEN EN AQUEL DÍA FINAL Y QUE EL ALBA ETERNA ROMPA EN CLARIDAD CUANDO LAS NACIONES SALVAS A SU PATRIA LLEGUEN YA Y QUE SEA PASADA LISTA, ALLÍ HE DE ESTAR</vt:lpstr>
      <vt:lpstr>CUANDO ALLÁ SE PASE LISTA CUANDO ALLÁ SE PASE LISTA CUANDO ALLÁ SE PASE LISTA A MI NOMBRE, YO FELIZ RESPONDERÉ</vt:lpstr>
      <vt:lpstr>EN AQUEL DÍA SIN NIEBLA EN QUE MUERTE YA NO HABRÁ Y SU GLORIA, EL SALVADOR IMPARTIRÁ CUANDO LOS LLAMADOS ENTREN A SU CELESTIAL HOGAR Y QUE SEA PASADA LISTA, ALLÍ HE DE ESTAR</vt:lpstr>
      <vt:lpstr>TRABAJEMOS POR EL MAESTRO DESDE EL ALBA AL VISLUMBRAR SIEMPRE HABLEMOS DE SU AMOR Y FIEL BONDAD CUANDO TODO AQUÍ FENZCA Y NUESTRA OBRA CESE YA Y QUE SEA PASADA LISTA, ALLÍ HE DE ESTAR</vt:lpstr>
      <vt:lpstr>CUAN GLORIOSA SERÁ LA MAÑANA CUANDO VENGA JESÚS EL SALVADOR LAS NACIONES UNIDAS COMO HERMANAS BIENVENIDAS DAREMOS AL SEÑOR</vt:lpstr>
      <vt:lpstr>NO HABRÁ NECESIDAD DE LA LUZ NI EL RESPLANDOR NI EL SOL DARÁ SU LUZ, NI TAMPOCO SU CALOR ALLÍ LLANTO NO HABRÁ, NI TRISTEZAS NI DOLOR PORQUE ENTONCES JESÚS EL REY DE GLORIA PARA SIEMPRE SERÁ EL CONSOLADOR</vt:lpstr>
      <vt:lpstr>ESPERAMOS LA MAÑANA GLORIOSA PARA DAR LA BIENVENIDA AL DIOS DE AMOR DONDE TODO SERÁ COLOR DE ROSA EN LA SANTA FRAGANCIA DEL SEÑOR</vt:lpstr>
      <vt:lpstr>EL CRISTIANO FIEL Y VERDADERO Y TAMBIÉN EL OBRERO DE VALOR Y LA IGLESIA LA ESPOSA DEL CORDERO ESTARÁN EN LOS BRAZOS DEL SEÑOR</vt:lpstr>
      <vt:lpstr>//AHORA MISMO, SEÑOR, AHORA MISMO. YO TE PIDO QUE ROMPAS LAS CADENAS// // Y QUE LAS PUERTAS DEL CIELO SEAN ABIERTAS Y DE VIRTUD MI ALMA SEA LLENA//</vt:lpstr>
      <vt:lpstr>//JESÚS ESTA PASANDO POR AQUÍ// Y CUANDO EL PASA TODO SE TRANSFORMA, SE VA LA TRISTEZA LLEGA LA ALEGRÍA, Y CUANDO EL PASA TODO SE TRANSFORMA, LLEGA LA ALEGRÍA PARA TI Y PARA MI.</vt:lpstr>
      <vt:lpstr>//PASEATE NAZARENO, NAZARENO PASEATE// //A ESE CRISTO ALABO YO PORQUE ÉL FUE EL QUE ME SALVÓ//  </vt:lpstr>
      <vt:lpstr>//ESPÍRITU DE DIOS DESCIENDE SOBRE MÍ Y DAME MAS PODER PARA PODER VENCER//.</vt:lpstr>
      <vt:lpstr>//YO SÉ QUE CRISTO VIENE Y ESPERO SU VENIDA// Y EL QUE ESTÉ PREPARADO CON ÉL SE IRÁ ////PARA ARRIBA//// Y NO PARA ABAJO ///SUBIENDO/// Y NO BAJANDO.</vt:lpstr>
      <vt:lpstr>AQUÍ ESTOY TE OFREZCO TODO LO  QUE SOY AQUÍ ESTOY UN SACRIFICIO QUIERO  SER TOMA MI SER MI VIDA ENTREGO A TI</vt:lpstr>
      <vt:lpstr>//PORQUE TÚ ERES MI DIOS ERES DIGNO DE ADORACIÓN UNA OFRENDA DE AMOR SERÉ PARA TI//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Andrés Windows</dc:creator>
  <cp:lastModifiedBy>Andrés Windows</cp:lastModifiedBy>
  <cp:revision>2</cp:revision>
  <dcterms:created xsi:type="dcterms:W3CDTF">2025-01-15T22:53:03Z</dcterms:created>
  <dcterms:modified xsi:type="dcterms:W3CDTF">2025-02-02T02:12:03Z</dcterms:modified>
</cp:coreProperties>
</file>