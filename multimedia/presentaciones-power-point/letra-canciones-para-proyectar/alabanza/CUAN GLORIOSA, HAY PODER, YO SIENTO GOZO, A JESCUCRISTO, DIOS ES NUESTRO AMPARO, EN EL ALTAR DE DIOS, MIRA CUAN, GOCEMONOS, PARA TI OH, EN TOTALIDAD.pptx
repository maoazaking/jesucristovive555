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 id="2147483698" r:id="rId3"/>
  </p:sldMasterIdLst>
  <p:notesMasterIdLst>
    <p:notesMasterId r:id="rId34"/>
  </p:notesMasterIdLst>
  <p:sldIdLst>
    <p:sldId id="294" r:id="rId4"/>
    <p:sldId id="303" r:id="rId5"/>
    <p:sldId id="304" r:id="rId6"/>
    <p:sldId id="305" r:id="rId7"/>
    <p:sldId id="259" r:id="rId8"/>
    <p:sldId id="262" r:id="rId9"/>
    <p:sldId id="260" r:id="rId10"/>
    <p:sldId id="306" r:id="rId11"/>
    <p:sldId id="307" r:id="rId12"/>
    <p:sldId id="308" r:id="rId13"/>
    <p:sldId id="310" r:id="rId14"/>
    <p:sldId id="311" r:id="rId15"/>
    <p:sldId id="312" r:id="rId16"/>
    <p:sldId id="313" r:id="rId17"/>
    <p:sldId id="320" r:id="rId18"/>
    <p:sldId id="321" r:id="rId19"/>
    <p:sldId id="324" r:id="rId20"/>
    <p:sldId id="325" r:id="rId21"/>
    <p:sldId id="293" r:id="rId22"/>
    <p:sldId id="326" r:id="rId23"/>
    <p:sldId id="295" r:id="rId24"/>
    <p:sldId id="328" r:id="rId25"/>
    <p:sldId id="329" r:id="rId26"/>
    <p:sldId id="330" r:id="rId27"/>
    <p:sldId id="331" r:id="rId28"/>
    <p:sldId id="332" r:id="rId29"/>
    <p:sldId id="333" r:id="rId30"/>
    <p:sldId id="309" r:id="rId31"/>
    <p:sldId id="336" r:id="rId32"/>
    <p:sldId id="33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21" Type="http://schemas.openxmlformats.org/officeDocument/2006/relationships/slide" Target="slides/slide18.xml"/><Relationship Id="rId34" Type="http://schemas.openxmlformats.org/officeDocument/2006/relationships/notesMaster" Target="notesMasters/notesMaster1.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0E73B6-FE5A-4374-8308-3FE252E0676B}" type="datetimeFigureOut">
              <a:rPr lang="es-CO" smtClean="0"/>
              <a:t>8/08/2026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71B287-CC88-4DD8-8C8A-9E260736AC5B}" type="slidenum">
              <a:rPr lang="es-CO" smtClean="0"/>
              <a:t>‹Nº›</a:t>
            </a:fld>
            <a:endParaRPr lang="es-CO"/>
          </a:p>
        </p:txBody>
      </p:sp>
    </p:spTree>
    <p:extLst>
      <p:ext uri="{BB962C8B-B14F-4D97-AF65-F5344CB8AC3E}">
        <p14:creationId xmlns:p14="http://schemas.microsoft.com/office/powerpoint/2010/main" val="2148306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CO" dirty="0"/>
          </a:p>
        </p:txBody>
      </p:sp>
      <p:sp>
        <p:nvSpPr>
          <p:cNvPr id="4" name="Marcador de número de diapositiva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4C3626-AB6A-407A-8AF3-A89C0F69E745}"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2469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BDB84-7546-A798-AD0F-F0E2B73D158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7E50B28-A4E7-2BEB-A265-A5192D50B861}"/>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7F83A521-A5ED-7349-8613-94481532D26C}"/>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1DD5227A-2336-3B8F-38B5-566B13011B4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4C3626-AB6A-407A-8AF3-A89C0F69E745}"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737342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E9C564-08FE-E741-4E57-CA2F7D0052B9}"/>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79F0852-84E1-EB63-7FEF-CA645650D2AF}"/>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E8D9983-2B1B-5E57-E18C-C0A4EB3E16AD}"/>
              </a:ext>
            </a:extLst>
          </p:cNvPr>
          <p:cNvSpPr>
            <a:spLocks noGrp="1"/>
          </p:cNvSpPr>
          <p:nvPr>
            <p:ph type="body" idx="1"/>
          </p:nvPr>
        </p:nvSpPr>
        <p:spPr/>
        <p:txBody>
          <a:bodyPr/>
          <a:lstStyle/>
          <a:p>
            <a:endParaRPr lang="es-CO" dirty="0"/>
          </a:p>
        </p:txBody>
      </p:sp>
      <p:sp>
        <p:nvSpPr>
          <p:cNvPr id="4" name="Marcador de número de diapositiva 3">
            <a:extLst>
              <a:ext uri="{FF2B5EF4-FFF2-40B4-BE49-F238E27FC236}">
                <a16:creationId xmlns:a16="http://schemas.microsoft.com/office/drawing/2014/main" id="{0A672B5A-15F4-4DF9-8A7F-DD5CDAF1471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4C3626-AB6A-407A-8AF3-A89C0F69E745}" type="slidenum">
              <a:rPr kumimoji="0" lang="es-CO"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s-CO"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78084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6104D546-A27D-4A88-A8D8-CFE18D774EC6}" type="datetimeFigureOut">
              <a:rPr lang="es-CO" smtClean="0"/>
              <a:t>8/08/2026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34124005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104D546-A27D-4A88-A8D8-CFE18D774EC6}" type="datetimeFigureOut">
              <a:rPr lang="es-CO" smtClean="0"/>
              <a:t>8/08/2026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162246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6104D546-A27D-4A88-A8D8-CFE18D774EC6}" type="datetimeFigureOut">
              <a:rPr lang="es-CO" smtClean="0"/>
              <a:t>8/08/2026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8732528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6104D546-A27D-4A88-A8D8-CFE18D774EC6}" type="datetimeFigureOut">
              <a:rPr lang="es-CO" smtClean="0"/>
              <a:t>8/08/2026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9348889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6104D546-A27D-4A88-A8D8-CFE18D774EC6}" type="datetimeFigureOut">
              <a:rPr lang="es-CO" smtClean="0"/>
              <a:t>8/08/2026</a:t>
            </a:fld>
            <a:endParaRPr lang="es-CO"/>
          </a:p>
        </p:txBody>
      </p:sp>
      <p:sp>
        <p:nvSpPr>
          <p:cNvPr id="8" name="Footer Placeholder 7"/>
          <p:cNvSpPr>
            <a:spLocks noGrp="1"/>
          </p:cNvSpPr>
          <p:nvPr>
            <p:ph type="ftr" sz="quarter" idx="11"/>
          </p:nvPr>
        </p:nvSpPr>
        <p:spPr/>
        <p:txBody>
          <a:bodyPr/>
          <a:lstStyle/>
          <a:p>
            <a:endParaRPr lang="es-CO"/>
          </a:p>
        </p:txBody>
      </p:sp>
      <p:sp>
        <p:nvSpPr>
          <p:cNvPr id="9" name="Slide Number Placeholder 8"/>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9939490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6104D546-A27D-4A88-A8D8-CFE18D774EC6}" type="datetimeFigureOut">
              <a:rPr lang="es-CO" smtClean="0"/>
              <a:t>8/08/2026</a:t>
            </a:fld>
            <a:endParaRPr lang="es-CO"/>
          </a:p>
        </p:txBody>
      </p:sp>
      <p:sp>
        <p:nvSpPr>
          <p:cNvPr id="4" name="Footer Placeholder 3"/>
          <p:cNvSpPr>
            <a:spLocks noGrp="1"/>
          </p:cNvSpPr>
          <p:nvPr>
            <p:ph type="ftr" sz="quarter" idx="11"/>
          </p:nvPr>
        </p:nvSpPr>
        <p:spPr/>
        <p:txBody>
          <a:bodyPr/>
          <a:lstStyle/>
          <a:p>
            <a:endParaRPr lang="es-CO"/>
          </a:p>
        </p:txBody>
      </p:sp>
      <p:sp>
        <p:nvSpPr>
          <p:cNvPr id="5" name="Slide Number Placeholder 4"/>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838369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04D546-A27D-4A88-A8D8-CFE18D774EC6}" type="datetimeFigureOut">
              <a:rPr lang="es-CO" smtClean="0"/>
              <a:t>8/08/2026</a:t>
            </a:fld>
            <a:endParaRPr lang="es-CO"/>
          </a:p>
        </p:txBody>
      </p:sp>
      <p:sp>
        <p:nvSpPr>
          <p:cNvPr id="3" name="Footer Placeholder 2"/>
          <p:cNvSpPr>
            <a:spLocks noGrp="1"/>
          </p:cNvSpPr>
          <p:nvPr>
            <p:ph type="ftr" sz="quarter" idx="11"/>
          </p:nvPr>
        </p:nvSpPr>
        <p:spPr/>
        <p:txBody>
          <a:bodyPr/>
          <a:lstStyle/>
          <a:p>
            <a:endParaRPr lang="es-CO"/>
          </a:p>
        </p:txBody>
      </p:sp>
      <p:sp>
        <p:nvSpPr>
          <p:cNvPr id="4" name="Slide Number Placeholder 3"/>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325725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104D546-A27D-4A88-A8D8-CFE18D774EC6}" type="datetimeFigureOut">
              <a:rPr lang="es-CO" smtClean="0"/>
              <a:t>8/08/2026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4294369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6104D546-A27D-4A88-A8D8-CFE18D774EC6}" type="datetimeFigureOut">
              <a:rPr lang="es-CO" smtClean="0"/>
              <a:t>8/08/2026</a:t>
            </a:fld>
            <a:endParaRPr lang="es-CO"/>
          </a:p>
        </p:txBody>
      </p:sp>
      <p:sp>
        <p:nvSpPr>
          <p:cNvPr id="6" name="Footer Placeholder 5"/>
          <p:cNvSpPr>
            <a:spLocks noGrp="1"/>
          </p:cNvSpPr>
          <p:nvPr>
            <p:ph type="ftr" sz="quarter" idx="11"/>
          </p:nvPr>
        </p:nvSpPr>
        <p:spPr/>
        <p:txBody>
          <a:bodyPr/>
          <a:lstStyle/>
          <a:p>
            <a:endParaRPr lang="es-CO"/>
          </a:p>
        </p:txBody>
      </p:sp>
      <p:sp>
        <p:nvSpPr>
          <p:cNvPr id="7" name="Slide Number Placeholder 6"/>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455037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104D546-A27D-4A88-A8D8-CFE18D774EC6}" type="datetimeFigureOut">
              <a:rPr lang="es-CO" smtClean="0"/>
              <a:t>8/08/2026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2970216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6104D546-A27D-4A88-A8D8-CFE18D774EC6}" type="datetimeFigureOut">
              <a:rPr lang="es-CO" smtClean="0"/>
              <a:t>8/08/2026</a:t>
            </a:fld>
            <a:endParaRPr lang="es-CO"/>
          </a:p>
        </p:txBody>
      </p:sp>
      <p:sp>
        <p:nvSpPr>
          <p:cNvPr id="5" name="Footer Placeholder 4"/>
          <p:cNvSpPr>
            <a:spLocks noGrp="1"/>
          </p:cNvSpPr>
          <p:nvPr>
            <p:ph type="ftr" sz="quarter" idx="11"/>
          </p:nvPr>
        </p:nvSpPr>
        <p:spPr/>
        <p:txBody>
          <a:bodyPr/>
          <a:lstStyle/>
          <a:p>
            <a:endParaRPr lang="es-CO"/>
          </a:p>
        </p:txBody>
      </p:sp>
      <p:sp>
        <p:nvSpPr>
          <p:cNvPr id="6" name="Slide Number Placeholder 5"/>
          <p:cNvSpPr>
            <a:spLocks noGrp="1"/>
          </p:cNvSpPr>
          <p:nvPr>
            <p:ph type="sldNum" sz="quarter" idx="12"/>
          </p:nvPr>
        </p:nvSpPr>
        <p:spPr/>
        <p:txBody>
          <a:bodyPr/>
          <a:lstStyle/>
          <a:p>
            <a:fld id="{FBD32912-160C-4B9F-BA1A-6FD9BB157DAA}" type="slidenum">
              <a:rPr lang="es-CO" smtClean="0"/>
              <a:t>‹Nº›</a:t>
            </a:fld>
            <a:endParaRPr lang="es-CO"/>
          </a:p>
        </p:txBody>
      </p:sp>
    </p:spTree>
    <p:extLst>
      <p:ext uri="{BB962C8B-B14F-4D97-AF65-F5344CB8AC3E}">
        <p14:creationId xmlns:p14="http://schemas.microsoft.com/office/powerpoint/2010/main" val="380674907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C130C0-D651-6B83-E53B-3EA1EDAF61E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7ADEBF0A-3593-6B33-406E-71647DAF63F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176375EA-22B4-4CAE-AB3F-67A0997F9F07}"/>
              </a:ext>
            </a:extLst>
          </p:cNvPr>
          <p:cNvSpPr>
            <a:spLocks noGrp="1"/>
          </p:cNvSpPr>
          <p:nvPr>
            <p:ph type="dt" sz="half" idx="10"/>
          </p:nvPr>
        </p:nvSpPr>
        <p:spPr/>
        <p:txBody>
          <a:bodyPr/>
          <a:lstStyle/>
          <a:p>
            <a:fld id="{1E5C9EE7-8DDA-4DF6-924E-8E4896CBE84A}" type="datetimeFigureOut">
              <a:rPr lang="es-CO" smtClean="0"/>
              <a:t>8/08/2026</a:t>
            </a:fld>
            <a:endParaRPr lang="es-CO"/>
          </a:p>
        </p:txBody>
      </p:sp>
      <p:sp>
        <p:nvSpPr>
          <p:cNvPr id="5" name="Marcador de pie de página 4">
            <a:extLst>
              <a:ext uri="{FF2B5EF4-FFF2-40B4-BE49-F238E27FC236}">
                <a16:creationId xmlns:a16="http://schemas.microsoft.com/office/drawing/2014/main" id="{32236B72-5818-6E81-A4D4-89F55276D7A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F9E88D5C-FE2D-1E1D-0A89-AC302CA0D5C7}"/>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7669199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E38C44-7538-3B3F-C8CE-3CF1EC13F1C6}"/>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B5BF0C69-9AEE-5328-B74B-F510E65B5189}"/>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7F23A08A-C123-6CBB-923A-605E325EAE40}"/>
              </a:ext>
            </a:extLst>
          </p:cNvPr>
          <p:cNvSpPr>
            <a:spLocks noGrp="1"/>
          </p:cNvSpPr>
          <p:nvPr>
            <p:ph type="dt" sz="half" idx="10"/>
          </p:nvPr>
        </p:nvSpPr>
        <p:spPr/>
        <p:txBody>
          <a:bodyPr/>
          <a:lstStyle/>
          <a:p>
            <a:fld id="{1E5C9EE7-8DDA-4DF6-924E-8E4896CBE84A}" type="datetimeFigureOut">
              <a:rPr lang="es-CO" smtClean="0"/>
              <a:t>8/08/2026</a:t>
            </a:fld>
            <a:endParaRPr lang="es-CO"/>
          </a:p>
        </p:txBody>
      </p:sp>
      <p:sp>
        <p:nvSpPr>
          <p:cNvPr id="5" name="Marcador de pie de página 4">
            <a:extLst>
              <a:ext uri="{FF2B5EF4-FFF2-40B4-BE49-F238E27FC236}">
                <a16:creationId xmlns:a16="http://schemas.microsoft.com/office/drawing/2014/main" id="{554E9F9A-8C7D-A76B-7DA4-0C4447E0D65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F0BCC67-3FEA-3210-EAD5-C4D54680F694}"/>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20825077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76FEAF8-FBF5-0B7B-3CB1-04ED2856D09B}"/>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8D53291-CD5B-E8FC-B4EB-A51CA0764E9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12876001-7210-F0CD-8DC2-34688124524B}"/>
              </a:ext>
            </a:extLst>
          </p:cNvPr>
          <p:cNvSpPr>
            <a:spLocks noGrp="1"/>
          </p:cNvSpPr>
          <p:nvPr>
            <p:ph type="dt" sz="half" idx="10"/>
          </p:nvPr>
        </p:nvSpPr>
        <p:spPr/>
        <p:txBody>
          <a:bodyPr/>
          <a:lstStyle/>
          <a:p>
            <a:fld id="{1E5C9EE7-8DDA-4DF6-924E-8E4896CBE84A}" type="datetimeFigureOut">
              <a:rPr lang="es-CO" smtClean="0"/>
              <a:t>8/08/2026</a:t>
            </a:fld>
            <a:endParaRPr lang="es-CO"/>
          </a:p>
        </p:txBody>
      </p:sp>
      <p:sp>
        <p:nvSpPr>
          <p:cNvPr id="5" name="Marcador de pie de página 4">
            <a:extLst>
              <a:ext uri="{FF2B5EF4-FFF2-40B4-BE49-F238E27FC236}">
                <a16:creationId xmlns:a16="http://schemas.microsoft.com/office/drawing/2014/main" id="{BB39AE81-9B61-F390-7AB9-C51552454E8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23F9F872-6CDB-5F50-3F76-19DFFE0CE4F3}"/>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14345332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3119EA4-9EDC-F471-2250-55E2BD8317AB}"/>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ADB67AAD-DB38-7645-E0AD-92CA2EE2096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D32FFB3D-DDDB-C10B-A5A7-989218522B2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788ED495-FD3F-1338-9D71-3AB9D839A8D5}"/>
              </a:ext>
            </a:extLst>
          </p:cNvPr>
          <p:cNvSpPr>
            <a:spLocks noGrp="1"/>
          </p:cNvSpPr>
          <p:nvPr>
            <p:ph type="dt" sz="half" idx="10"/>
          </p:nvPr>
        </p:nvSpPr>
        <p:spPr/>
        <p:txBody>
          <a:bodyPr/>
          <a:lstStyle/>
          <a:p>
            <a:fld id="{1E5C9EE7-8DDA-4DF6-924E-8E4896CBE84A}" type="datetimeFigureOut">
              <a:rPr lang="es-CO" smtClean="0"/>
              <a:t>8/08/2026</a:t>
            </a:fld>
            <a:endParaRPr lang="es-CO"/>
          </a:p>
        </p:txBody>
      </p:sp>
      <p:sp>
        <p:nvSpPr>
          <p:cNvPr id="6" name="Marcador de pie de página 5">
            <a:extLst>
              <a:ext uri="{FF2B5EF4-FFF2-40B4-BE49-F238E27FC236}">
                <a16:creationId xmlns:a16="http://schemas.microsoft.com/office/drawing/2014/main" id="{561F70FE-7A38-4640-348E-B59F55FD059B}"/>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4331FEDF-0F3B-0E0F-9AF1-3C004D56594D}"/>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2238122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77FC605-565A-6C8C-930D-F5E5586B097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74EDD4D3-FEE7-30A2-EC51-0C12856B88D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2DE4A01-363B-EB04-B4A7-59157343071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C69A3DDE-B39E-3E46-C758-3E410AEDF7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AF10ADD7-383E-B199-F1BC-8FB9359F264E}"/>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25C35E3E-46E6-89DC-6337-002B47FE606C}"/>
              </a:ext>
            </a:extLst>
          </p:cNvPr>
          <p:cNvSpPr>
            <a:spLocks noGrp="1"/>
          </p:cNvSpPr>
          <p:nvPr>
            <p:ph type="dt" sz="half" idx="10"/>
          </p:nvPr>
        </p:nvSpPr>
        <p:spPr/>
        <p:txBody>
          <a:bodyPr/>
          <a:lstStyle/>
          <a:p>
            <a:fld id="{1E5C9EE7-8DDA-4DF6-924E-8E4896CBE84A}" type="datetimeFigureOut">
              <a:rPr lang="es-CO" smtClean="0"/>
              <a:t>8/08/2026</a:t>
            </a:fld>
            <a:endParaRPr lang="es-CO"/>
          </a:p>
        </p:txBody>
      </p:sp>
      <p:sp>
        <p:nvSpPr>
          <p:cNvPr id="8" name="Marcador de pie de página 7">
            <a:extLst>
              <a:ext uri="{FF2B5EF4-FFF2-40B4-BE49-F238E27FC236}">
                <a16:creationId xmlns:a16="http://schemas.microsoft.com/office/drawing/2014/main" id="{36718591-089F-AE35-BF6F-7708B6E16638}"/>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C01F7E3E-2FAD-3377-03FD-2E16DBEC0201}"/>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318268607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1FC5662-4383-89C5-97C3-AE1BE5B7BC8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120E43F2-D835-4DC9-87E0-17CA97F6CA9B}"/>
              </a:ext>
            </a:extLst>
          </p:cNvPr>
          <p:cNvSpPr>
            <a:spLocks noGrp="1"/>
          </p:cNvSpPr>
          <p:nvPr>
            <p:ph type="dt" sz="half" idx="10"/>
          </p:nvPr>
        </p:nvSpPr>
        <p:spPr/>
        <p:txBody>
          <a:bodyPr/>
          <a:lstStyle/>
          <a:p>
            <a:fld id="{1E5C9EE7-8DDA-4DF6-924E-8E4896CBE84A}" type="datetimeFigureOut">
              <a:rPr lang="es-CO" smtClean="0"/>
              <a:t>8/08/2026</a:t>
            </a:fld>
            <a:endParaRPr lang="es-CO"/>
          </a:p>
        </p:txBody>
      </p:sp>
      <p:sp>
        <p:nvSpPr>
          <p:cNvPr id="4" name="Marcador de pie de página 3">
            <a:extLst>
              <a:ext uri="{FF2B5EF4-FFF2-40B4-BE49-F238E27FC236}">
                <a16:creationId xmlns:a16="http://schemas.microsoft.com/office/drawing/2014/main" id="{1C13B977-31EB-FE00-92AE-3697E5808F5B}"/>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8C6BFB55-D182-74B3-FBDC-FE2A64860C3E}"/>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255980402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9990ECD0-74A8-F9D4-A75A-B43E5C0DF846}"/>
              </a:ext>
            </a:extLst>
          </p:cNvPr>
          <p:cNvSpPr>
            <a:spLocks noGrp="1"/>
          </p:cNvSpPr>
          <p:nvPr>
            <p:ph type="dt" sz="half" idx="10"/>
          </p:nvPr>
        </p:nvSpPr>
        <p:spPr/>
        <p:txBody>
          <a:bodyPr/>
          <a:lstStyle/>
          <a:p>
            <a:fld id="{1E5C9EE7-8DDA-4DF6-924E-8E4896CBE84A}" type="datetimeFigureOut">
              <a:rPr lang="es-CO" smtClean="0"/>
              <a:t>8/08/2026</a:t>
            </a:fld>
            <a:endParaRPr lang="es-CO"/>
          </a:p>
        </p:txBody>
      </p:sp>
      <p:sp>
        <p:nvSpPr>
          <p:cNvPr id="3" name="Marcador de pie de página 2">
            <a:extLst>
              <a:ext uri="{FF2B5EF4-FFF2-40B4-BE49-F238E27FC236}">
                <a16:creationId xmlns:a16="http://schemas.microsoft.com/office/drawing/2014/main" id="{21146E16-41EB-213B-5018-3E35BAA35478}"/>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3A3AE431-70CC-9EDC-8818-3DFDC9A5A37D}"/>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33248904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AC18C6-313C-919A-B697-9670A72F2B6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32743773-4F64-1A6B-65B5-69913A8A891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B40879A7-F4A9-8B5E-1B92-B231253465B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C2312EE-EB01-6CED-841E-3F0EC302AE8F}"/>
              </a:ext>
            </a:extLst>
          </p:cNvPr>
          <p:cNvSpPr>
            <a:spLocks noGrp="1"/>
          </p:cNvSpPr>
          <p:nvPr>
            <p:ph type="dt" sz="half" idx="10"/>
          </p:nvPr>
        </p:nvSpPr>
        <p:spPr/>
        <p:txBody>
          <a:bodyPr/>
          <a:lstStyle/>
          <a:p>
            <a:fld id="{1E5C9EE7-8DDA-4DF6-924E-8E4896CBE84A}" type="datetimeFigureOut">
              <a:rPr lang="es-CO" smtClean="0"/>
              <a:t>8/08/2026</a:t>
            </a:fld>
            <a:endParaRPr lang="es-CO"/>
          </a:p>
        </p:txBody>
      </p:sp>
      <p:sp>
        <p:nvSpPr>
          <p:cNvPr id="6" name="Marcador de pie de página 5">
            <a:extLst>
              <a:ext uri="{FF2B5EF4-FFF2-40B4-BE49-F238E27FC236}">
                <a16:creationId xmlns:a16="http://schemas.microsoft.com/office/drawing/2014/main" id="{D5736635-CC6F-352D-F451-81984AFDEDC5}"/>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F2FBDAD-125F-3349-9176-C3BA3A489C3F}"/>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8292167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D804C57-4818-E3ED-A6C5-F6F0DCD0131B}"/>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243AB964-318B-337F-60B7-2754720DAE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493CB9B5-34A7-129B-0A31-F9DC3B03D5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4ADAD8ED-BDBF-42F5-3B2F-ECB7B425C2BC}"/>
              </a:ext>
            </a:extLst>
          </p:cNvPr>
          <p:cNvSpPr>
            <a:spLocks noGrp="1"/>
          </p:cNvSpPr>
          <p:nvPr>
            <p:ph type="dt" sz="half" idx="10"/>
          </p:nvPr>
        </p:nvSpPr>
        <p:spPr/>
        <p:txBody>
          <a:bodyPr/>
          <a:lstStyle/>
          <a:p>
            <a:fld id="{1E5C9EE7-8DDA-4DF6-924E-8E4896CBE84A}" type="datetimeFigureOut">
              <a:rPr lang="es-CO" smtClean="0"/>
              <a:t>8/08/2026</a:t>
            </a:fld>
            <a:endParaRPr lang="es-CO"/>
          </a:p>
        </p:txBody>
      </p:sp>
      <p:sp>
        <p:nvSpPr>
          <p:cNvPr id="6" name="Marcador de pie de página 5">
            <a:extLst>
              <a:ext uri="{FF2B5EF4-FFF2-40B4-BE49-F238E27FC236}">
                <a16:creationId xmlns:a16="http://schemas.microsoft.com/office/drawing/2014/main" id="{83785FFD-59B6-BC64-E9D6-16052BBB7FBD}"/>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CF37ACC-A056-E9BB-5DDB-22ABA20B2F3D}"/>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35945652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DCD7602-9F2F-1A04-27ED-D6B402238447}"/>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B1DF196E-F362-AF35-731F-E57B56CD5B97}"/>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5CE00D-068C-0663-07D0-D0E4009B7CFE}"/>
              </a:ext>
            </a:extLst>
          </p:cNvPr>
          <p:cNvSpPr>
            <a:spLocks noGrp="1"/>
          </p:cNvSpPr>
          <p:nvPr>
            <p:ph type="dt" sz="half" idx="10"/>
          </p:nvPr>
        </p:nvSpPr>
        <p:spPr/>
        <p:txBody>
          <a:bodyPr/>
          <a:lstStyle/>
          <a:p>
            <a:fld id="{1E5C9EE7-8DDA-4DF6-924E-8E4896CBE84A}" type="datetimeFigureOut">
              <a:rPr lang="es-CO" smtClean="0"/>
              <a:t>8/08/2026</a:t>
            </a:fld>
            <a:endParaRPr lang="es-CO"/>
          </a:p>
        </p:txBody>
      </p:sp>
      <p:sp>
        <p:nvSpPr>
          <p:cNvPr id="5" name="Marcador de pie de página 4">
            <a:extLst>
              <a:ext uri="{FF2B5EF4-FFF2-40B4-BE49-F238E27FC236}">
                <a16:creationId xmlns:a16="http://schemas.microsoft.com/office/drawing/2014/main" id="{8C77BA55-9761-D08F-75E3-BA24412C010C}"/>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6EFF34F0-6499-4641-D773-47264DA086DE}"/>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15254005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9C877A66-C666-056F-960F-171BE0A2176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29474AEC-C427-4B7F-F962-BF90628D3BA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F289CFCC-52A0-31C0-1287-C727C68901C0}"/>
              </a:ext>
            </a:extLst>
          </p:cNvPr>
          <p:cNvSpPr>
            <a:spLocks noGrp="1"/>
          </p:cNvSpPr>
          <p:nvPr>
            <p:ph type="dt" sz="half" idx="10"/>
          </p:nvPr>
        </p:nvSpPr>
        <p:spPr/>
        <p:txBody>
          <a:bodyPr/>
          <a:lstStyle/>
          <a:p>
            <a:fld id="{1E5C9EE7-8DDA-4DF6-924E-8E4896CBE84A}" type="datetimeFigureOut">
              <a:rPr lang="es-CO" smtClean="0"/>
              <a:t>8/08/2026</a:t>
            </a:fld>
            <a:endParaRPr lang="es-CO"/>
          </a:p>
        </p:txBody>
      </p:sp>
      <p:sp>
        <p:nvSpPr>
          <p:cNvPr id="5" name="Marcador de pie de página 4">
            <a:extLst>
              <a:ext uri="{FF2B5EF4-FFF2-40B4-BE49-F238E27FC236}">
                <a16:creationId xmlns:a16="http://schemas.microsoft.com/office/drawing/2014/main" id="{17F7EDF1-917F-3E81-2797-81020FCFB0CB}"/>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9A880FEF-AB90-C357-A5A4-FB68CA8CAA1F}"/>
              </a:ext>
            </a:extLst>
          </p:cNvPr>
          <p:cNvSpPr>
            <a:spLocks noGrp="1"/>
          </p:cNvSpPr>
          <p:nvPr>
            <p:ph type="sldNum" sz="quarter" idx="12"/>
          </p:nvPr>
        </p:nvSpPr>
        <p:spPr/>
        <p:txBody>
          <a:bodyPr/>
          <a:lstStyle/>
          <a:p>
            <a:fld id="{9DA7D374-75C3-4BB2-8E3C-6A07029DE216}" type="slidenum">
              <a:rPr lang="es-CO" smtClean="0"/>
              <a:t>‹Nº›</a:t>
            </a:fld>
            <a:endParaRPr lang="es-CO"/>
          </a:p>
        </p:txBody>
      </p:sp>
    </p:spTree>
    <p:extLst>
      <p:ext uri="{BB962C8B-B14F-4D97-AF65-F5344CB8AC3E}">
        <p14:creationId xmlns:p14="http://schemas.microsoft.com/office/powerpoint/2010/main" val="603447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1_Diapositiva de título">
    <p:spTree>
      <p:nvGrpSpPr>
        <p:cNvPr id="1" name=""/>
        <p:cNvGrpSpPr/>
        <p:nvPr/>
      </p:nvGrpSpPr>
      <p:grpSpPr>
        <a:xfrm>
          <a:off x="0" y="0"/>
          <a:ext cx="0" cy="0"/>
          <a:chOff x="0" y="0"/>
          <a:chExt cx="0" cy="0"/>
        </a:xfrm>
      </p:grpSpPr>
      <p:sp>
        <p:nvSpPr>
          <p:cNvPr id="65" name="PlaceHolder 1"/>
          <p:cNvSpPr>
            <a:spLocks noGrp="1"/>
          </p:cNvSpPr>
          <p:nvPr>
            <p:ph type="title"/>
          </p:nvPr>
        </p:nvSpPr>
        <p:spPr>
          <a:xfrm>
            <a:off x="1523880" y="1122480"/>
            <a:ext cx="9141480" cy="2385000"/>
          </a:xfrm>
          <a:prstGeom prst="rect">
            <a:avLst/>
          </a:prstGeom>
          <a:noFill/>
          <a:ln w="0">
            <a:noFill/>
          </a:ln>
        </p:spPr>
        <p:txBody>
          <a:bodyPr lIns="0" tIns="0" rIns="0" bIns="0" anchor="ctr">
            <a:spAutoFit/>
          </a:bodyPr>
          <a:lstStyle/>
          <a:p>
            <a:pPr indent="0" algn="ctr" defTabSz="914400">
              <a:lnSpc>
                <a:spcPct val="90000"/>
              </a:lnSpc>
              <a:buNone/>
              <a:tabLst>
                <a:tab pos="0" algn="l"/>
              </a:tabLst>
            </a:pPr>
            <a:endParaRPr lang="es-ES" sz="6000" b="0" u="none" strike="noStrike">
              <a:solidFill>
                <a:schemeClr val="dk1"/>
              </a:solidFill>
              <a:effectLst/>
              <a:uFillTx/>
              <a:latin typeface="Calibri Light"/>
            </a:endParaRPr>
          </a:p>
        </p:txBody>
      </p:sp>
      <p:sp>
        <p:nvSpPr>
          <p:cNvPr id="66" name="PlaceHolder 2"/>
          <p:cNvSpPr>
            <a:spLocks noGrp="1"/>
          </p:cNvSpPr>
          <p:nvPr>
            <p:ph type="subTitle"/>
          </p:nvPr>
        </p:nvSpPr>
        <p:spPr>
          <a:xfrm>
            <a:off x="609480" y="1604520"/>
            <a:ext cx="10970280" cy="3975120"/>
          </a:xfrm>
          <a:prstGeom prst="rect">
            <a:avLst/>
          </a:prstGeom>
          <a:noFill/>
          <a:ln w="0">
            <a:noFill/>
          </a:ln>
        </p:spPr>
        <p:txBody>
          <a:bodyPr lIns="0" tIns="0" rIns="0" bIns="0" anchor="ctr">
            <a:spAutoFit/>
          </a:bodyPr>
          <a:lstStyle/>
          <a:p>
            <a:pPr indent="0" algn="ctr">
              <a:buNone/>
            </a:pPr>
            <a:endParaRPr lang="es-CO" sz="3200" b="0" u="none" strike="noStrike">
              <a:solidFill>
                <a:srgbClr val="000000"/>
              </a:solidFill>
              <a:effectLst/>
              <a:uFillTx/>
              <a:latin typeface="Arial"/>
            </a:endParaRPr>
          </a:p>
        </p:txBody>
      </p:sp>
      <p:sp>
        <p:nvSpPr>
          <p:cNvPr id="4" name="PlaceHolder 3"/>
          <p:cNvSpPr>
            <a:spLocks noGrp="1"/>
          </p:cNvSpPr>
          <p:nvPr>
            <p:ph type="ftr" idx="34"/>
          </p:nvPr>
        </p:nvSpPr>
        <p:spPr/>
        <p:txBody>
          <a:bodyPr/>
          <a:lstStyle/>
          <a:p>
            <a:r>
              <a:t>Footer</a:t>
            </a:r>
          </a:p>
        </p:txBody>
      </p:sp>
      <p:sp>
        <p:nvSpPr>
          <p:cNvPr id="5" name="PlaceHolder 4"/>
          <p:cNvSpPr>
            <a:spLocks noGrp="1"/>
          </p:cNvSpPr>
          <p:nvPr>
            <p:ph type="sldNum" idx="35"/>
          </p:nvPr>
        </p:nvSpPr>
        <p:spPr/>
        <p:txBody>
          <a:bodyPr/>
          <a:lstStyle/>
          <a:p>
            <a:fld id="{8FB621A5-239F-4BF7-83B4-16C28F1CE80B}" type="slidenum">
              <a:t>‹Nº›</a:t>
            </a:fld>
            <a:endParaRPr/>
          </a:p>
        </p:txBody>
      </p:sp>
      <p:sp>
        <p:nvSpPr>
          <p:cNvPr id="6" name="PlaceHolder 5"/>
          <p:cNvSpPr>
            <a:spLocks noGrp="1"/>
          </p:cNvSpPr>
          <p:nvPr>
            <p:ph type="dt" idx="36"/>
          </p:nvPr>
        </p:nvSpPr>
        <p:spPr/>
        <p:txBody>
          <a:bodyPr/>
          <a:lstStyle/>
          <a:p>
            <a:endParaRPr/>
          </a:p>
        </p:txBody>
      </p:sp>
    </p:spTree>
    <p:extLst>
      <p:ext uri="{BB962C8B-B14F-4D97-AF65-F5344CB8AC3E}">
        <p14:creationId xmlns:p14="http://schemas.microsoft.com/office/powerpoint/2010/main" val="15175478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04D546-A27D-4A88-A8D8-CFE18D774EC6}" type="datetimeFigureOut">
              <a:rPr lang="es-CO" smtClean="0"/>
              <a:t>8/08/2026</a:t>
            </a:fld>
            <a:endParaRPr lang="es-CO"/>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BD32912-160C-4B9F-BA1A-6FD9BB157DAA}" type="slidenum">
              <a:rPr lang="es-CO" smtClean="0"/>
              <a:t>‹Nº›</a:t>
            </a:fld>
            <a:endParaRPr lang="es-CO"/>
          </a:p>
        </p:txBody>
      </p:sp>
    </p:spTree>
    <p:extLst>
      <p:ext uri="{BB962C8B-B14F-4D97-AF65-F5344CB8AC3E}">
        <p14:creationId xmlns:p14="http://schemas.microsoft.com/office/powerpoint/2010/main" val="14021712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5F701C12-4015-F4A9-4662-8F064380BB9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E4B8C966-0D4A-1CE4-B00F-6CA3BD54B67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C5EE87F2-74FC-DEC5-0F78-BB780EF7B54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E5C9EE7-8DDA-4DF6-924E-8E4896CBE84A}" type="datetimeFigureOut">
              <a:rPr lang="es-CO" smtClean="0"/>
              <a:t>8/08/2026</a:t>
            </a:fld>
            <a:endParaRPr lang="es-CO"/>
          </a:p>
        </p:txBody>
      </p:sp>
      <p:sp>
        <p:nvSpPr>
          <p:cNvPr id="5" name="Marcador de pie de página 4">
            <a:extLst>
              <a:ext uri="{FF2B5EF4-FFF2-40B4-BE49-F238E27FC236}">
                <a16:creationId xmlns:a16="http://schemas.microsoft.com/office/drawing/2014/main" id="{A938A9CA-C692-6AA9-163F-9B8F7BAAEA8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6AC231D6-70B1-65BF-A514-A6FF777CBD3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A7D374-75C3-4BB2-8E3C-6A07029DE216}" type="slidenum">
              <a:rPr lang="es-CO" smtClean="0"/>
              <a:t>‹Nº›</a:t>
            </a:fld>
            <a:endParaRPr lang="es-CO"/>
          </a:p>
        </p:txBody>
      </p:sp>
    </p:spTree>
    <p:extLst>
      <p:ext uri="{BB962C8B-B14F-4D97-AF65-F5344CB8AC3E}">
        <p14:creationId xmlns:p14="http://schemas.microsoft.com/office/powerpoint/2010/main" val="144062147"/>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0" name="PlaceHolder 1"/>
          <p:cNvSpPr>
            <a:spLocks noGrp="1"/>
          </p:cNvSpPr>
          <p:nvPr>
            <p:ph type="title"/>
          </p:nvPr>
        </p:nvSpPr>
        <p:spPr>
          <a:xfrm>
            <a:off x="1523880" y="1491840"/>
            <a:ext cx="9141480" cy="1646280"/>
          </a:xfrm>
          <a:prstGeom prst="rect">
            <a:avLst/>
          </a:prstGeom>
          <a:noFill/>
          <a:ln w="0">
            <a:noFill/>
          </a:ln>
        </p:spPr>
        <p:txBody>
          <a:bodyPr lIns="0" tIns="0" rIns="0" bIns="0" anchor="ctr">
            <a:spAutoFit/>
          </a:bodyPr>
          <a:lstStyle>
            <a:lvl1pPr indent="0" algn="l" defTabSz="914400">
              <a:lnSpc>
                <a:spcPct val="90000"/>
              </a:lnSpc>
              <a:buNone/>
              <a:tabLst>
                <a:tab pos="0" algn="l"/>
              </a:tabLst>
              <a:defRPr lang="es-ES" sz="6000" b="0" u="none" strike="noStrike">
                <a:solidFill>
                  <a:schemeClr val="dk1"/>
                </a:solidFill>
                <a:effectLst/>
                <a:uFillTx/>
                <a:latin typeface="Calibri Light"/>
              </a:defRPr>
            </a:lvl1pPr>
          </a:lstStyle>
          <a:p>
            <a:pPr indent="0" algn="l" defTabSz="914400">
              <a:lnSpc>
                <a:spcPct val="90000"/>
              </a:lnSpc>
              <a:buNone/>
              <a:tabLst>
                <a:tab pos="0" algn="l"/>
              </a:tabLst>
            </a:pPr>
            <a:r>
              <a:rPr lang="es-ES" sz="6000" b="0" u="none" strike="noStrike">
                <a:solidFill>
                  <a:schemeClr val="dk1"/>
                </a:solidFill>
                <a:effectLst/>
                <a:uFillTx/>
                <a:latin typeface="Calibri Light"/>
              </a:rPr>
              <a:t>Pulse para editar el formato del texto de título</a:t>
            </a:r>
          </a:p>
        </p:txBody>
      </p:sp>
      <p:sp>
        <p:nvSpPr>
          <p:cNvPr id="61" name="PlaceHolder 2"/>
          <p:cNvSpPr>
            <a:spLocks noGrp="1"/>
          </p:cNvSpPr>
          <p:nvPr>
            <p:ph type="ftr" idx="34"/>
          </p:nvPr>
        </p:nvSpPr>
        <p:spPr>
          <a:xfrm>
            <a:off x="4038480" y="6356520"/>
            <a:ext cx="4113720" cy="363960"/>
          </a:xfrm>
          <a:prstGeom prst="rect">
            <a:avLst/>
          </a:prstGeom>
          <a:noFill/>
          <a:ln w="0">
            <a:noFill/>
          </a:ln>
        </p:spPr>
        <p:txBody>
          <a:bodyPr lIns="91440" tIns="45720" rIns="91440" bIns="45720" anchor="ctr">
            <a:noAutofit/>
          </a:bodyPr>
          <a:lstStyle>
            <a:lvl1pPr indent="0" algn="ctr">
              <a:lnSpc>
                <a:spcPct val="100000"/>
              </a:lnSpc>
              <a:buNone/>
              <a:tabLst>
                <a:tab pos="0" algn="l"/>
              </a:tabLst>
              <a:defRPr lang="es-CO" sz="1400" b="0" u="none" strike="noStrike">
                <a:solidFill>
                  <a:srgbClr val="000000"/>
                </a:solidFill>
                <a:effectLst/>
                <a:uFillTx/>
                <a:latin typeface="Times New Roman"/>
              </a:defRPr>
            </a:lvl1pPr>
          </a:lstStyle>
          <a:p>
            <a:pPr indent="0" algn="ctr">
              <a:lnSpc>
                <a:spcPct val="100000"/>
              </a:lnSpc>
              <a:buNone/>
              <a:tabLst>
                <a:tab pos="0" algn="l"/>
              </a:tabLst>
            </a:pPr>
            <a:r>
              <a:rPr lang="es-CO" sz="1400" b="0" u="none" strike="noStrike">
                <a:solidFill>
                  <a:srgbClr val="000000"/>
                </a:solidFill>
                <a:effectLst/>
                <a:uFillTx/>
                <a:latin typeface="Times New Roman"/>
              </a:rPr>
              <a:t>&lt;pie de página&gt;</a:t>
            </a:r>
          </a:p>
        </p:txBody>
      </p:sp>
      <p:sp>
        <p:nvSpPr>
          <p:cNvPr id="62" name="PlaceHolder 3"/>
          <p:cNvSpPr>
            <a:spLocks noGrp="1"/>
          </p:cNvSpPr>
          <p:nvPr>
            <p:ph type="sldNum" idx="35"/>
          </p:nvPr>
        </p:nvSpPr>
        <p:spPr>
          <a:xfrm>
            <a:off x="8610480" y="6356520"/>
            <a:ext cx="2742120" cy="363960"/>
          </a:xfrm>
          <a:prstGeom prst="rect">
            <a:avLst/>
          </a:prstGeom>
          <a:noFill/>
          <a:ln w="0">
            <a:noFill/>
          </a:ln>
        </p:spPr>
        <p:txBody>
          <a:bodyPr lIns="91440" tIns="45720" rIns="91440" bIns="45720" anchor="ctr">
            <a:noAutofit/>
          </a:bodyPr>
          <a:lstStyle>
            <a:lvl1pPr indent="0" algn="r" defTabSz="914400">
              <a:lnSpc>
                <a:spcPct val="100000"/>
              </a:lnSpc>
              <a:buNone/>
              <a:tabLst>
                <a:tab pos="0" algn="l"/>
              </a:tabLst>
              <a:defRPr lang="es-CO" sz="1200" b="0" u="none" strike="noStrike">
                <a:solidFill>
                  <a:schemeClr val="dk1">
                    <a:tint val="75000"/>
                  </a:schemeClr>
                </a:solidFill>
                <a:effectLst/>
                <a:uFillTx/>
                <a:latin typeface="Calibri"/>
              </a:defRPr>
            </a:lvl1pPr>
          </a:lstStyle>
          <a:p>
            <a:pPr indent="0" algn="r" defTabSz="914400">
              <a:lnSpc>
                <a:spcPct val="100000"/>
              </a:lnSpc>
              <a:buNone/>
              <a:tabLst>
                <a:tab pos="0" algn="l"/>
              </a:tabLst>
            </a:pPr>
            <a:fld id="{A8097EBB-6FB2-4CD7-95F1-14E5A8AF4C7D}" type="slidenum">
              <a:rPr lang="es-CO" sz="1200" b="0" u="none" strike="noStrike">
                <a:solidFill>
                  <a:schemeClr val="dk1">
                    <a:tint val="75000"/>
                  </a:schemeClr>
                </a:solidFill>
                <a:effectLst/>
                <a:uFillTx/>
                <a:latin typeface="Calibri"/>
              </a:rPr>
              <a:t>‹Nº›</a:t>
            </a:fld>
            <a:endParaRPr lang="es-CO" sz="1200" b="0" u="none" strike="noStrike">
              <a:solidFill>
                <a:srgbClr val="000000"/>
              </a:solidFill>
              <a:effectLst/>
              <a:uFillTx/>
              <a:latin typeface="Times New Roman"/>
            </a:endParaRPr>
          </a:p>
        </p:txBody>
      </p:sp>
      <p:sp>
        <p:nvSpPr>
          <p:cNvPr id="63" name="PlaceHolder 4"/>
          <p:cNvSpPr>
            <a:spLocks noGrp="1"/>
          </p:cNvSpPr>
          <p:nvPr>
            <p:ph type="dt" idx="36"/>
          </p:nvPr>
        </p:nvSpPr>
        <p:spPr>
          <a:xfrm>
            <a:off x="838080" y="6356520"/>
            <a:ext cx="2742120" cy="363960"/>
          </a:xfrm>
          <a:prstGeom prst="rect">
            <a:avLst/>
          </a:prstGeom>
          <a:noFill/>
          <a:ln w="0">
            <a:noFill/>
          </a:ln>
        </p:spPr>
        <p:txBody>
          <a:bodyPr lIns="91440" tIns="45720" rIns="91440" bIns="45720" anchor="ctr">
            <a:noAutofit/>
          </a:bodyPr>
          <a:lstStyle>
            <a:lvl1pPr indent="0" algn="l">
              <a:buNone/>
              <a:defRPr lang="es-CO" sz="1400" b="0" u="none" strike="noStrike">
                <a:solidFill>
                  <a:srgbClr val="000000"/>
                </a:solidFill>
                <a:effectLst/>
                <a:uFillTx/>
                <a:latin typeface="Times New Roman"/>
              </a:defRPr>
            </a:lvl1pPr>
          </a:lstStyle>
          <a:p>
            <a:pPr indent="0" algn="l">
              <a:buNone/>
            </a:pPr>
            <a:r>
              <a:rPr lang="es-CO" sz="1400" b="0" u="none" strike="noStrike">
                <a:solidFill>
                  <a:srgbClr val="000000"/>
                </a:solidFill>
                <a:effectLst/>
                <a:uFillTx/>
                <a:latin typeface="Times New Roman"/>
              </a:rPr>
              <a:t>&lt;fecha/hora&gt;</a:t>
            </a:r>
          </a:p>
        </p:txBody>
      </p:sp>
      <p:sp>
        <p:nvSpPr>
          <p:cNvPr id="6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914400">
              <a:lnSpc>
                <a:spcPct val="90000"/>
              </a:lnSpc>
              <a:spcBef>
                <a:spcPts val="1001"/>
              </a:spcBef>
              <a:buClr>
                <a:srgbClr val="000000"/>
              </a:buClr>
              <a:buFont typeface="Arial"/>
              <a:buChar char="•"/>
              <a:defRPr lang="es-CO" sz="2800" b="0" u="none" strike="noStrike">
                <a:solidFill>
                  <a:schemeClr val="dk1"/>
                </a:solidFill>
                <a:effectLst/>
                <a:uFillTx/>
                <a:latin typeface="Calibri"/>
              </a:defRPr>
            </a:lvl1pPr>
            <a:lvl2pPr lvl="1" algn="l" defTabSz="914400">
              <a:lnSpc>
                <a:spcPct val="90000"/>
              </a:lnSpc>
              <a:spcBef>
                <a:spcPts val="499"/>
              </a:spcBef>
              <a:buClr>
                <a:srgbClr val="000000"/>
              </a:buClr>
              <a:buSzPct val="75000"/>
              <a:buFont typeface="Symbol" charset="2"/>
              <a:buChar char=""/>
              <a:defRPr lang="es-CO" sz="2400" b="0" u="none" strike="noStrike">
                <a:solidFill>
                  <a:schemeClr val="dk1"/>
                </a:solidFill>
                <a:effectLst/>
                <a:uFillTx/>
                <a:latin typeface="Calibri"/>
              </a:defRPr>
            </a:lvl2pPr>
            <a:lvl3pPr lvl="2" algn="l" defTabSz="914400">
              <a:lnSpc>
                <a:spcPct val="90000"/>
              </a:lnSpc>
              <a:spcBef>
                <a:spcPts val="499"/>
              </a:spcBef>
              <a:buClr>
                <a:srgbClr val="000000"/>
              </a:buClr>
              <a:buSzPct val="45000"/>
              <a:buFont typeface="Wingdings" charset="2"/>
              <a:buChar char=""/>
              <a:defRPr lang="es-CO" sz="2000" b="0" u="none" strike="noStrike">
                <a:solidFill>
                  <a:schemeClr val="dk1"/>
                </a:solidFill>
                <a:effectLst/>
                <a:uFillTx/>
                <a:latin typeface="Calibri"/>
              </a:defRPr>
            </a:lvl3pPr>
            <a:lvl4pPr lvl="3" algn="l" defTabSz="914400">
              <a:lnSpc>
                <a:spcPct val="90000"/>
              </a:lnSpc>
              <a:spcBef>
                <a:spcPts val="499"/>
              </a:spcBef>
              <a:buClr>
                <a:srgbClr val="000000"/>
              </a:buClr>
              <a:buSzPct val="75000"/>
              <a:buFont typeface="Symbol" charset="2"/>
              <a:buChar char=""/>
              <a:defRPr lang="es-CO" sz="1800" b="0" u="none" strike="noStrike">
                <a:solidFill>
                  <a:schemeClr val="dk1"/>
                </a:solidFill>
                <a:effectLst/>
                <a:uFillTx/>
                <a:latin typeface="Calibri"/>
              </a:defRPr>
            </a:lvl4pPr>
            <a:lvl5pPr lvl="4" algn="l" defTabSz="914400">
              <a:lnSpc>
                <a:spcPct val="90000"/>
              </a:lnSpc>
              <a:spcBef>
                <a:spcPts val="499"/>
              </a:spcBef>
              <a:buClr>
                <a:srgbClr val="000000"/>
              </a:buClr>
              <a:buSzPct val="45000"/>
              <a:buFont typeface="Wingdings" charset="2"/>
              <a:buChar char=""/>
              <a:defRPr lang="es-CO" sz="1800" b="0" u="none" strike="noStrike">
                <a:solidFill>
                  <a:schemeClr val="dk1"/>
                </a:solidFill>
                <a:effectLst/>
                <a:uFillTx/>
                <a:latin typeface="Calibri"/>
              </a:defRPr>
            </a:lvl5pPr>
            <a:lvl6pPr lvl="5" algn="l" defTabSz="914400">
              <a:lnSpc>
                <a:spcPct val="90000"/>
              </a:lnSpc>
              <a:spcBef>
                <a:spcPts val="283"/>
              </a:spcBef>
              <a:buClr>
                <a:srgbClr val="000000"/>
              </a:buClr>
              <a:buSzPct val="45000"/>
              <a:buFont typeface="Wingdings" charset="2"/>
              <a:buChar char=""/>
              <a:defRPr lang="es-CO" sz="2000" b="0" u="none" strike="noStrike">
                <a:solidFill>
                  <a:schemeClr val="dk1"/>
                </a:solidFill>
                <a:effectLst/>
                <a:uFillTx/>
                <a:latin typeface="Calibri"/>
              </a:defRPr>
            </a:lvl6pPr>
            <a:lvl7pPr lvl="6" algn="l" defTabSz="914400">
              <a:lnSpc>
                <a:spcPct val="90000"/>
              </a:lnSpc>
              <a:spcBef>
                <a:spcPts val="283"/>
              </a:spcBef>
              <a:buClr>
                <a:srgbClr val="000000"/>
              </a:buClr>
              <a:buSzPct val="45000"/>
              <a:buFont typeface="Wingdings" charset="2"/>
              <a:buChar char=""/>
              <a:defRPr lang="es-CO" sz="2000" b="0" u="none" strike="noStrike">
                <a:solidFill>
                  <a:schemeClr val="dk1"/>
                </a:solidFill>
                <a:effectLst/>
                <a:uFillTx/>
                <a:latin typeface="Calibri"/>
              </a:defRPr>
            </a:lvl7pPr>
          </a:lstStyle>
          <a:p>
            <a:pPr indent="-324000" algn="l" defTabSz="914400">
              <a:lnSpc>
                <a:spcPct val="90000"/>
              </a:lnSpc>
              <a:spcBef>
                <a:spcPts val="1001"/>
              </a:spcBef>
              <a:buClr>
                <a:srgbClr val="000000"/>
              </a:buClr>
              <a:buFont typeface="Arial"/>
              <a:buChar char="•"/>
            </a:pPr>
            <a:r>
              <a:rPr lang="es-CO" sz="2800" b="0" u="none" strike="noStrike">
                <a:solidFill>
                  <a:schemeClr val="dk1"/>
                </a:solidFill>
                <a:effectLst/>
                <a:uFillTx/>
                <a:latin typeface="Calibri"/>
              </a:rPr>
              <a:t>Pulse para editar el formato de texto del esquema</a:t>
            </a:r>
          </a:p>
          <a:p>
            <a:pPr marL="864000" lvl="1" indent="-324000" algn="l" defTabSz="914400">
              <a:lnSpc>
                <a:spcPct val="90000"/>
              </a:lnSpc>
              <a:spcBef>
                <a:spcPts val="499"/>
              </a:spcBef>
              <a:buClr>
                <a:srgbClr val="000000"/>
              </a:buClr>
              <a:buSzPct val="75000"/>
              <a:buFont typeface="Symbol" charset="2"/>
              <a:buChar char=""/>
            </a:pPr>
            <a:r>
              <a:rPr lang="es-CO" sz="2400" b="0" u="none" strike="noStrike">
                <a:solidFill>
                  <a:schemeClr val="dk1"/>
                </a:solidFill>
                <a:effectLst/>
                <a:uFillTx/>
                <a:latin typeface="Calibri"/>
              </a:rPr>
              <a:t>Segundo nivel del esquema</a:t>
            </a:r>
          </a:p>
          <a:p>
            <a:pPr marL="1296000" lvl="2" indent="-288000" algn="l" defTabSz="914400">
              <a:lnSpc>
                <a:spcPct val="90000"/>
              </a:lnSpc>
              <a:spcBef>
                <a:spcPts val="499"/>
              </a:spcBef>
              <a:buClr>
                <a:srgbClr val="000000"/>
              </a:buClr>
              <a:buSzPct val="45000"/>
              <a:buFont typeface="Wingdings" charset="2"/>
              <a:buChar char=""/>
            </a:pPr>
            <a:r>
              <a:rPr lang="es-CO" sz="2000" b="0" u="none" strike="noStrike">
                <a:solidFill>
                  <a:schemeClr val="dk1"/>
                </a:solidFill>
                <a:effectLst/>
                <a:uFillTx/>
                <a:latin typeface="Calibri"/>
              </a:rPr>
              <a:t>Tercer nivel del esquema</a:t>
            </a:r>
          </a:p>
          <a:p>
            <a:pPr marL="1728000" lvl="3" indent="-216000" algn="l" defTabSz="914400">
              <a:lnSpc>
                <a:spcPct val="90000"/>
              </a:lnSpc>
              <a:spcBef>
                <a:spcPts val="499"/>
              </a:spcBef>
              <a:buClr>
                <a:srgbClr val="000000"/>
              </a:buClr>
              <a:buSzPct val="75000"/>
              <a:buFont typeface="Symbol" charset="2"/>
              <a:buChar char=""/>
            </a:pPr>
            <a:r>
              <a:rPr lang="es-CO" sz="1800" b="0" u="none" strike="noStrike">
                <a:solidFill>
                  <a:schemeClr val="dk1"/>
                </a:solidFill>
                <a:effectLst/>
                <a:uFillTx/>
                <a:latin typeface="Calibri"/>
              </a:rPr>
              <a:t>Cuarto nivel del esquema</a:t>
            </a:r>
          </a:p>
          <a:p>
            <a:pPr marL="2160000" lvl="4" indent="-216000" algn="l" defTabSz="914400">
              <a:lnSpc>
                <a:spcPct val="90000"/>
              </a:lnSpc>
              <a:spcBef>
                <a:spcPts val="499"/>
              </a:spcBef>
              <a:buClr>
                <a:srgbClr val="000000"/>
              </a:buClr>
              <a:buSzPct val="45000"/>
              <a:buFont typeface="Wingdings" charset="2"/>
              <a:buChar char=""/>
            </a:pPr>
            <a:r>
              <a:rPr lang="es-CO" sz="1800" b="0" u="none" strike="noStrike">
                <a:solidFill>
                  <a:schemeClr val="dk1"/>
                </a:solidFill>
                <a:effectLst/>
                <a:uFillTx/>
                <a:latin typeface="Calibri"/>
              </a:rPr>
              <a:t>Quinto nivel del esquema</a:t>
            </a:r>
          </a:p>
          <a:p>
            <a:pPr marL="2592000" lvl="5" indent="-216000" algn="l" defTabSz="914400">
              <a:lnSpc>
                <a:spcPct val="90000"/>
              </a:lnSpc>
              <a:spcBef>
                <a:spcPts val="283"/>
              </a:spcBef>
              <a:buClr>
                <a:srgbClr val="000000"/>
              </a:buClr>
              <a:buSzPct val="45000"/>
              <a:buFont typeface="Wingdings" charset="2"/>
              <a:buChar char=""/>
            </a:pPr>
            <a:r>
              <a:rPr lang="es-CO" sz="2000" b="0" u="none" strike="noStrike">
                <a:solidFill>
                  <a:schemeClr val="dk1"/>
                </a:solidFill>
                <a:effectLst/>
                <a:uFillTx/>
                <a:latin typeface="Calibri"/>
              </a:rPr>
              <a:t>Sexto nivel del esquema</a:t>
            </a:r>
          </a:p>
          <a:p>
            <a:pPr marL="3024000" lvl="6" indent="-216000" algn="l" defTabSz="914400">
              <a:lnSpc>
                <a:spcPct val="90000"/>
              </a:lnSpc>
              <a:spcBef>
                <a:spcPts val="283"/>
              </a:spcBef>
              <a:buClr>
                <a:srgbClr val="000000"/>
              </a:buClr>
              <a:buSzPct val="45000"/>
              <a:buFont typeface="Wingdings" charset="2"/>
              <a:buChar char=""/>
            </a:pPr>
            <a:r>
              <a:rPr lang="es-CO" sz="2000" b="0" u="none" strike="noStrike">
                <a:solidFill>
                  <a:schemeClr val="dk1"/>
                </a:solidFill>
                <a:effectLst/>
                <a:uFillTx/>
                <a:latin typeface="Calibri"/>
              </a:rPr>
              <a:t>Séptimo nivel del esquema</a:t>
            </a:r>
          </a:p>
        </p:txBody>
      </p:sp>
    </p:spTree>
    <p:extLst>
      <p:ext uri="{BB962C8B-B14F-4D97-AF65-F5344CB8AC3E}">
        <p14:creationId xmlns:p14="http://schemas.microsoft.com/office/powerpoint/2010/main" val="327412807"/>
      </p:ext>
    </p:extLst>
  </p:cSld>
  <p:clrMap bg1="lt1" tx1="dk1" bg2="lt2" tx2="dk2" accent1="accent1" accent2="accent2" accent3="accent3" accent4="accent4" accent5="accent5" accent6="accent6" hlink="hlink" folHlink="folHlink"/>
  <p:sldLayoutIdLst>
    <p:sldLayoutId id="214748369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2013EB-9FD4-2410-6563-C86DD33F0E49}"/>
              </a:ext>
            </a:extLst>
          </p:cNvPr>
          <p:cNvSpPr>
            <a:spLocks noGrp="1"/>
          </p:cNvSpPr>
          <p:nvPr>
            <p:ph type="ctrTitle"/>
          </p:nvPr>
        </p:nvSpPr>
        <p:spPr>
          <a:xfrm>
            <a:off x="0" y="109206"/>
            <a:ext cx="12192000" cy="6858000"/>
          </a:xfrm>
        </p:spPr>
        <p:txBody>
          <a:bodyPr>
            <a:noAutofit/>
          </a:bodyPr>
          <a:lstStyle/>
          <a:p>
            <a:r>
              <a:rPr lang="es-ES" sz="6300" b="1" i="0" dirty="0">
                <a:solidFill>
                  <a:schemeClr val="bg1"/>
                </a:solidFill>
                <a:effectLst/>
                <a:latin typeface="Arial" panose="020B0604020202020204" pitchFamily="34" charset="0"/>
                <a:cs typeface="Arial" panose="020B0604020202020204" pitchFamily="34" charset="0"/>
              </a:rPr>
              <a:t>CUAN GLORIOSA SERÁ LA MAÑANA</a:t>
            </a:r>
            <a:br>
              <a:rPr lang="es-ES" sz="6300" b="1" i="0" dirty="0">
                <a:solidFill>
                  <a:schemeClr val="bg1"/>
                </a:solidFill>
                <a:effectLst/>
                <a:latin typeface="Arial" panose="020B0604020202020204" pitchFamily="34" charset="0"/>
                <a:cs typeface="Arial" panose="020B0604020202020204" pitchFamily="34" charset="0"/>
              </a:rPr>
            </a:br>
            <a:r>
              <a:rPr lang="es-ES" sz="6300" b="1" i="0" dirty="0">
                <a:solidFill>
                  <a:schemeClr val="bg1"/>
                </a:solidFill>
                <a:effectLst/>
                <a:latin typeface="Arial" panose="020B0604020202020204" pitchFamily="34" charset="0"/>
                <a:cs typeface="Arial" panose="020B0604020202020204" pitchFamily="34" charset="0"/>
              </a:rPr>
              <a:t>CUANDO VENGA JESÚS EL SALVADOR</a:t>
            </a:r>
            <a:br>
              <a:rPr lang="es-ES" sz="6300" b="1" i="0" dirty="0">
                <a:solidFill>
                  <a:schemeClr val="bg1"/>
                </a:solidFill>
                <a:effectLst/>
                <a:latin typeface="Arial" panose="020B0604020202020204" pitchFamily="34" charset="0"/>
                <a:cs typeface="Arial" panose="020B0604020202020204" pitchFamily="34" charset="0"/>
              </a:rPr>
            </a:br>
            <a:r>
              <a:rPr lang="es-ES" sz="6300" b="1" i="0" dirty="0">
                <a:solidFill>
                  <a:schemeClr val="bg1"/>
                </a:solidFill>
                <a:effectLst/>
                <a:latin typeface="Arial" panose="020B0604020202020204" pitchFamily="34" charset="0"/>
                <a:cs typeface="Arial" panose="020B0604020202020204" pitchFamily="34" charset="0"/>
              </a:rPr>
              <a:t>LAS NACIONES UNIDAS COMO HERMANAS</a:t>
            </a:r>
            <a:br>
              <a:rPr lang="es-ES" sz="6300" b="1" i="0" dirty="0">
                <a:solidFill>
                  <a:schemeClr val="bg1"/>
                </a:solidFill>
                <a:effectLst/>
                <a:latin typeface="Arial" panose="020B0604020202020204" pitchFamily="34" charset="0"/>
                <a:cs typeface="Arial" panose="020B0604020202020204" pitchFamily="34" charset="0"/>
              </a:rPr>
            </a:br>
            <a:r>
              <a:rPr lang="es-ES" sz="6300" b="1" i="0" dirty="0">
                <a:solidFill>
                  <a:schemeClr val="bg1"/>
                </a:solidFill>
                <a:effectLst/>
                <a:latin typeface="Arial" panose="020B0604020202020204" pitchFamily="34" charset="0"/>
                <a:cs typeface="Arial" panose="020B0604020202020204" pitchFamily="34" charset="0"/>
              </a:rPr>
              <a:t>BIENVENIDAS DAREMOS AL SEÑOR</a:t>
            </a:r>
            <a:endParaRPr lang="es-CO" sz="63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2009975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C44EF1B-1764-B669-E60B-2CD94FAEB4A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395EADA-CFB0-F59E-DB07-E31E3AC223B4}"/>
              </a:ext>
            </a:extLst>
          </p:cNvPr>
          <p:cNvSpPr>
            <a:spLocks noGrp="1"/>
          </p:cNvSpPr>
          <p:nvPr>
            <p:ph type="ctrTitle"/>
          </p:nvPr>
        </p:nvSpPr>
        <p:spPr>
          <a:xfrm>
            <a:off x="0" y="157333"/>
            <a:ext cx="12192000" cy="6858000"/>
          </a:xfrm>
        </p:spPr>
        <p:txBody>
          <a:bodyPr>
            <a:noAutofit/>
          </a:bodyPr>
          <a:lstStyle/>
          <a:p>
            <a:r>
              <a:rPr lang="es-ES" sz="5100" b="1" i="0" dirty="0">
                <a:solidFill>
                  <a:schemeClr val="bg1"/>
                </a:solidFill>
                <a:effectLst/>
                <a:latin typeface="Arial" panose="020B0604020202020204" pitchFamily="34" charset="0"/>
                <a:cs typeface="Arial" panose="020B0604020202020204" pitchFamily="34" charset="0"/>
              </a:rPr>
              <a:t>NO HABRÁ NECESIDAD DE LA LUZ NI EL RESPLANDOR</a:t>
            </a:r>
            <a:br>
              <a:rPr lang="es-ES" sz="5100" b="1" i="0" dirty="0">
                <a:solidFill>
                  <a:schemeClr val="bg1"/>
                </a:solidFill>
                <a:effectLst/>
                <a:latin typeface="Arial" panose="020B0604020202020204" pitchFamily="34" charset="0"/>
                <a:cs typeface="Arial" panose="020B0604020202020204" pitchFamily="34" charset="0"/>
              </a:rPr>
            </a:br>
            <a:r>
              <a:rPr lang="es-ES" sz="5100" b="1" i="0" dirty="0">
                <a:solidFill>
                  <a:schemeClr val="bg1"/>
                </a:solidFill>
                <a:effectLst/>
                <a:latin typeface="Arial" panose="020B0604020202020204" pitchFamily="34" charset="0"/>
                <a:cs typeface="Arial" panose="020B0604020202020204" pitchFamily="34" charset="0"/>
              </a:rPr>
              <a:t>NI EL SOL DARÁ SU LUZ, NI TAMPOCO SU CALOR</a:t>
            </a:r>
            <a:br>
              <a:rPr lang="es-ES" sz="5100" b="1" i="0" dirty="0">
                <a:solidFill>
                  <a:schemeClr val="bg1"/>
                </a:solidFill>
                <a:effectLst/>
                <a:latin typeface="Arial" panose="020B0604020202020204" pitchFamily="34" charset="0"/>
                <a:cs typeface="Arial" panose="020B0604020202020204" pitchFamily="34" charset="0"/>
              </a:rPr>
            </a:br>
            <a:r>
              <a:rPr lang="es-ES" sz="5100" b="1" i="0" dirty="0">
                <a:solidFill>
                  <a:schemeClr val="bg1"/>
                </a:solidFill>
                <a:effectLst/>
                <a:latin typeface="Arial" panose="020B0604020202020204" pitchFamily="34" charset="0"/>
                <a:cs typeface="Arial" panose="020B0604020202020204" pitchFamily="34" charset="0"/>
              </a:rPr>
              <a:t>ALLÍ LLANTO NO HABRÁ, NI TRISTEZAS NI DOLOR</a:t>
            </a:r>
            <a:br>
              <a:rPr lang="es-ES" sz="5100" b="1" i="0" dirty="0">
                <a:solidFill>
                  <a:schemeClr val="bg1"/>
                </a:solidFill>
                <a:effectLst/>
                <a:latin typeface="Arial" panose="020B0604020202020204" pitchFamily="34" charset="0"/>
                <a:cs typeface="Arial" panose="020B0604020202020204" pitchFamily="34" charset="0"/>
              </a:rPr>
            </a:br>
            <a:r>
              <a:rPr lang="es-ES" sz="5100" b="1" i="0" dirty="0">
                <a:solidFill>
                  <a:schemeClr val="bg1"/>
                </a:solidFill>
                <a:effectLst/>
                <a:latin typeface="Arial" panose="020B0604020202020204" pitchFamily="34" charset="0"/>
                <a:cs typeface="Arial" panose="020B0604020202020204" pitchFamily="34" charset="0"/>
              </a:rPr>
              <a:t>PORQUE ENTONCES JESÚS EL REY DE GLORIA</a:t>
            </a:r>
            <a:br>
              <a:rPr lang="es-ES" sz="5100" b="1" i="0" dirty="0">
                <a:solidFill>
                  <a:schemeClr val="bg1"/>
                </a:solidFill>
                <a:effectLst/>
                <a:latin typeface="Arial" panose="020B0604020202020204" pitchFamily="34" charset="0"/>
                <a:cs typeface="Arial" panose="020B0604020202020204" pitchFamily="34" charset="0"/>
              </a:rPr>
            </a:br>
            <a:r>
              <a:rPr lang="es-ES" sz="5100" b="1" i="0" dirty="0">
                <a:solidFill>
                  <a:schemeClr val="bg1"/>
                </a:solidFill>
                <a:effectLst/>
                <a:latin typeface="Arial" panose="020B0604020202020204" pitchFamily="34" charset="0"/>
                <a:cs typeface="Arial" panose="020B0604020202020204" pitchFamily="34" charset="0"/>
              </a:rPr>
              <a:t>PARA SIEMPRE SERÁ EL CONSOLADOR</a:t>
            </a:r>
            <a:endParaRPr lang="es-CO" sz="51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157265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B517F9B2-1C31-8AC4-4E5D-A65D9C34BC7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FC850F9-BD62-CD53-CB7F-8D3BCBABF90D}"/>
              </a:ext>
            </a:extLst>
          </p:cNvPr>
          <p:cNvSpPr>
            <a:spLocks noGrp="1"/>
          </p:cNvSpPr>
          <p:nvPr>
            <p:ph type="ctrTitle"/>
          </p:nvPr>
        </p:nvSpPr>
        <p:spPr>
          <a:xfrm>
            <a:off x="0" y="28997"/>
            <a:ext cx="12192000" cy="6858000"/>
          </a:xfrm>
        </p:spPr>
        <p:txBody>
          <a:bodyPr>
            <a:noAutofit/>
          </a:bodyPr>
          <a:lstStyle/>
          <a:p>
            <a:r>
              <a:rPr lang="es-ES" b="1" i="0" dirty="0">
                <a:solidFill>
                  <a:schemeClr val="bg1"/>
                </a:solidFill>
                <a:effectLst/>
                <a:latin typeface="Arial" panose="020B0604020202020204" pitchFamily="34" charset="0"/>
                <a:cs typeface="Arial" panose="020B0604020202020204" pitchFamily="34" charset="0"/>
              </a:rPr>
              <a:t>ESPERAMOS LA MAÑANA GLORIOSA</a:t>
            </a:r>
            <a:br>
              <a:rPr lang="es-ES" b="1" i="0" dirty="0">
                <a:solidFill>
                  <a:schemeClr val="bg1"/>
                </a:solidFill>
                <a:effectLst/>
                <a:latin typeface="Arial" panose="020B0604020202020204" pitchFamily="34" charset="0"/>
                <a:cs typeface="Arial" panose="020B0604020202020204" pitchFamily="34" charset="0"/>
              </a:rPr>
            </a:br>
            <a:r>
              <a:rPr lang="es-ES" b="1" i="0" dirty="0">
                <a:solidFill>
                  <a:schemeClr val="bg1"/>
                </a:solidFill>
                <a:effectLst/>
                <a:latin typeface="Arial" panose="020B0604020202020204" pitchFamily="34" charset="0"/>
                <a:cs typeface="Arial" panose="020B0604020202020204" pitchFamily="34" charset="0"/>
              </a:rPr>
              <a:t>PARA DAR LA BIENVENIDA AL DIOS DE AMOR</a:t>
            </a:r>
            <a:br>
              <a:rPr lang="es-ES" b="1" i="0" dirty="0">
                <a:solidFill>
                  <a:schemeClr val="bg1"/>
                </a:solidFill>
                <a:effectLst/>
                <a:latin typeface="Arial" panose="020B0604020202020204" pitchFamily="34" charset="0"/>
                <a:cs typeface="Arial" panose="020B0604020202020204" pitchFamily="34" charset="0"/>
              </a:rPr>
            </a:br>
            <a:r>
              <a:rPr lang="es-ES" b="1" i="0" dirty="0">
                <a:solidFill>
                  <a:schemeClr val="bg1"/>
                </a:solidFill>
                <a:effectLst/>
                <a:latin typeface="Arial" panose="020B0604020202020204" pitchFamily="34" charset="0"/>
                <a:cs typeface="Arial" panose="020B0604020202020204" pitchFamily="34" charset="0"/>
              </a:rPr>
              <a:t>DONDE TODO SERÁ COLOR DE ROSA</a:t>
            </a:r>
            <a:br>
              <a:rPr lang="es-ES" b="1" i="0" dirty="0">
                <a:solidFill>
                  <a:schemeClr val="bg1"/>
                </a:solidFill>
                <a:effectLst/>
                <a:latin typeface="Arial" panose="020B0604020202020204" pitchFamily="34" charset="0"/>
                <a:cs typeface="Arial" panose="020B0604020202020204" pitchFamily="34" charset="0"/>
              </a:rPr>
            </a:br>
            <a:r>
              <a:rPr lang="es-ES" b="1" i="0" dirty="0">
                <a:solidFill>
                  <a:schemeClr val="bg1"/>
                </a:solidFill>
                <a:effectLst/>
                <a:latin typeface="Arial" panose="020B0604020202020204" pitchFamily="34" charset="0"/>
                <a:cs typeface="Arial" panose="020B0604020202020204" pitchFamily="34" charset="0"/>
              </a:rPr>
              <a:t>EN LA SANTA FRAGANCIA DEL SEÑOR</a:t>
            </a:r>
            <a:endParaRPr lang="es-CO"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35357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AE4BAB4-D8BA-36D4-0D7B-20586754500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5F8B688-DFB5-63C6-FC8E-37B8A25A3265}"/>
              </a:ext>
            </a:extLst>
          </p:cNvPr>
          <p:cNvSpPr>
            <a:spLocks noGrp="1"/>
          </p:cNvSpPr>
          <p:nvPr>
            <p:ph type="ctrTitle"/>
          </p:nvPr>
        </p:nvSpPr>
        <p:spPr>
          <a:xfrm>
            <a:off x="0" y="64168"/>
            <a:ext cx="12192000" cy="6858000"/>
          </a:xfrm>
        </p:spPr>
        <p:txBody>
          <a:bodyPr>
            <a:noAutofit/>
          </a:bodyPr>
          <a:lstStyle/>
          <a:p>
            <a:r>
              <a:rPr lang="es-ES" sz="6300" b="1" i="0" dirty="0">
                <a:solidFill>
                  <a:srgbClr val="E8E8E8"/>
                </a:solidFill>
                <a:effectLst/>
                <a:latin typeface="Arial" panose="020B0604020202020204" pitchFamily="34" charset="0"/>
                <a:cs typeface="Arial" panose="020B0604020202020204" pitchFamily="34" charset="0"/>
              </a:rPr>
              <a:t>EL CRISTIANO FIEL Y VERDADERO</a:t>
            </a:r>
            <a:br>
              <a:rPr lang="es-ES" sz="6300" b="1" dirty="0">
                <a:latin typeface="Arial" panose="020B0604020202020204" pitchFamily="34" charset="0"/>
                <a:cs typeface="Arial" panose="020B0604020202020204" pitchFamily="34" charset="0"/>
              </a:rPr>
            </a:br>
            <a:r>
              <a:rPr lang="es-ES" sz="6300" b="1" i="0" dirty="0">
                <a:solidFill>
                  <a:srgbClr val="E8E8E8"/>
                </a:solidFill>
                <a:effectLst/>
                <a:latin typeface="Arial" panose="020B0604020202020204" pitchFamily="34" charset="0"/>
                <a:cs typeface="Arial" panose="020B0604020202020204" pitchFamily="34" charset="0"/>
              </a:rPr>
              <a:t>Y TAMBIÉN EL OBRERO DE VALOR</a:t>
            </a:r>
            <a:br>
              <a:rPr lang="es-ES" sz="6300" b="1" dirty="0">
                <a:latin typeface="Arial" panose="020B0604020202020204" pitchFamily="34" charset="0"/>
                <a:cs typeface="Arial" panose="020B0604020202020204" pitchFamily="34" charset="0"/>
              </a:rPr>
            </a:br>
            <a:r>
              <a:rPr lang="es-ES" sz="6300" b="1" i="0" dirty="0">
                <a:solidFill>
                  <a:srgbClr val="E8E8E8"/>
                </a:solidFill>
                <a:effectLst/>
                <a:latin typeface="Arial" panose="020B0604020202020204" pitchFamily="34" charset="0"/>
                <a:cs typeface="Arial" panose="020B0604020202020204" pitchFamily="34" charset="0"/>
              </a:rPr>
              <a:t>Y LA IGLESIA LA ESPOSA DEL CORDERO</a:t>
            </a:r>
            <a:br>
              <a:rPr lang="es-ES" sz="6300" b="1" dirty="0">
                <a:latin typeface="Arial" panose="020B0604020202020204" pitchFamily="34" charset="0"/>
                <a:cs typeface="Arial" panose="020B0604020202020204" pitchFamily="34" charset="0"/>
              </a:rPr>
            </a:br>
            <a:r>
              <a:rPr lang="es-ES" sz="6300" b="1" i="0" dirty="0">
                <a:solidFill>
                  <a:srgbClr val="E8E8E8"/>
                </a:solidFill>
                <a:effectLst/>
                <a:latin typeface="Arial" panose="020B0604020202020204" pitchFamily="34" charset="0"/>
                <a:cs typeface="Arial" panose="020B0604020202020204" pitchFamily="34" charset="0"/>
              </a:rPr>
              <a:t>ESTARÁN EN LOS BRAZOS DEL SEÑOR</a:t>
            </a:r>
            <a:endParaRPr lang="es-CO" sz="63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0592457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3E0B03D2-4E04-6C8A-BB8F-8DA1E9FAEA4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0EA8B22-BD55-0C6B-671E-F57B80CE2899}"/>
              </a:ext>
            </a:extLst>
          </p:cNvPr>
          <p:cNvSpPr>
            <a:spLocks noGrp="1"/>
          </p:cNvSpPr>
          <p:nvPr>
            <p:ph type="ctrTitle"/>
          </p:nvPr>
        </p:nvSpPr>
        <p:spPr>
          <a:xfrm>
            <a:off x="0" y="0"/>
            <a:ext cx="12192000" cy="6858000"/>
          </a:xfrm>
          <a:solidFill>
            <a:srgbClr val="002060"/>
          </a:solidFill>
        </p:spPr>
        <p:txBody>
          <a:bodyPr>
            <a:noAutofit/>
          </a:bodyPr>
          <a:lstStyle/>
          <a:p>
            <a:r>
              <a:rPr lang="es-ES" sz="6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HAY PODER, PODER</a:t>
            </a:r>
            <a:br>
              <a:rPr lang="es-ES" sz="6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SIN IGUAL PODER</a:t>
            </a:r>
            <a:br>
              <a:rPr lang="es-ES" sz="6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EN JESÚS,</a:t>
            </a:r>
            <a:br>
              <a:rPr lang="es-ES" sz="6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QUIEN MURIÓ</a:t>
            </a:r>
            <a:br>
              <a:rPr lang="es-ES" sz="6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HAY PODER, PODER</a:t>
            </a:r>
            <a:br>
              <a:rPr lang="es-ES" sz="6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SIN IGUAL PODER</a:t>
            </a:r>
            <a:br>
              <a:rPr lang="es-ES" sz="6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EN LA SANGRE QUE ÉL VERTIÓ</a:t>
            </a:r>
            <a:endParaRPr lang="es-CO" sz="62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7247350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5D23BC5-30BF-FB24-FA38-B4BB54C55AB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B49AE6D-AF2A-8DF4-770A-885F76DCA7C3}"/>
              </a:ext>
            </a:extLst>
          </p:cNvPr>
          <p:cNvSpPr>
            <a:spLocks noGrp="1"/>
          </p:cNvSpPr>
          <p:nvPr>
            <p:ph type="ctrTitle"/>
          </p:nvPr>
        </p:nvSpPr>
        <p:spPr>
          <a:xfrm>
            <a:off x="0" y="0"/>
            <a:ext cx="12192000" cy="6858000"/>
          </a:xfrm>
        </p:spPr>
        <p:txBody>
          <a:bodyPr>
            <a:noAutofit/>
          </a:bodyPr>
          <a:lstStyle/>
          <a:p>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¿QUIERES SER SALVO</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DE TODA MALDAD?</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TAN SOLO HAY PODER</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EN MI JESÚS</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¿QUIERES VIVIR</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GOZAR SANTIDAD?</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TAN SOLO HAY PODER</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EN JESÚS</a:t>
            </a:r>
            <a:endParaRPr lang="es-CO"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977358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D71F8D86-CC95-278B-ECB3-F8FFF1A08D3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1358D5E-B65B-0EC2-79E1-B7C159C482F5}"/>
              </a:ext>
            </a:extLst>
          </p:cNvPr>
          <p:cNvSpPr>
            <a:spLocks noGrp="1"/>
          </p:cNvSpPr>
          <p:nvPr>
            <p:ph type="ctrTitle"/>
          </p:nvPr>
        </p:nvSpPr>
        <p:spPr>
          <a:xfrm>
            <a:off x="0" y="0"/>
            <a:ext cx="12192000" cy="6858000"/>
          </a:xfrm>
        </p:spPr>
        <p:txBody>
          <a:bodyPr>
            <a:noAutofit/>
          </a:bodyPr>
          <a:lstStyle/>
          <a:p>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¿QUIERES SER LIBRE DE ORGULLO Y PASIÓN?</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TAN SOLO HAY PODER EN MI JESÚS</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¿QUIERES VENCER TODA CRUEL TENTACIÓN?</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TAN SOLO HAY PODER EN JESÚS</a:t>
            </a:r>
            <a:endParaRPr lang="es-CO"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9322716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1FC3BB4-7752-A1C2-00A3-A7BB09E44E8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060563D-E675-4464-A4DF-9FDB754B3897}"/>
              </a:ext>
            </a:extLst>
          </p:cNvPr>
          <p:cNvSpPr>
            <a:spLocks noGrp="1"/>
          </p:cNvSpPr>
          <p:nvPr>
            <p:ph type="ctrTitle"/>
          </p:nvPr>
        </p:nvSpPr>
        <p:spPr>
          <a:xfrm>
            <a:off x="0" y="28997"/>
            <a:ext cx="12192000" cy="6858000"/>
          </a:xfrm>
        </p:spPr>
        <p:txBody>
          <a:bodyPr anchor="ctr">
            <a:noAutofit/>
          </a:bodyPr>
          <a:lstStyle/>
          <a:p>
            <a:r>
              <a:rPr lang="es-ES" sz="7500" b="1" i="0" dirty="0">
                <a:solidFill>
                  <a:schemeClr val="bg1"/>
                </a:solidFill>
                <a:effectLst/>
                <a:latin typeface="Arial" panose="020B0604020202020204" pitchFamily="34" charset="0"/>
                <a:cs typeface="Arial" panose="020B0604020202020204" pitchFamily="34" charset="0"/>
              </a:rPr>
              <a:t>YO SIENTO GOZO EN MI ALMA, GOZO EN MI ALMA</a:t>
            </a:r>
            <a:br>
              <a:rPr lang="es-ES" sz="7500" b="1" i="0" dirty="0">
                <a:solidFill>
                  <a:schemeClr val="bg1"/>
                </a:solidFill>
                <a:effectLst/>
                <a:latin typeface="Arial" panose="020B0604020202020204" pitchFamily="34" charset="0"/>
                <a:cs typeface="Arial" panose="020B0604020202020204" pitchFamily="34" charset="0"/>
              </a:rPr>
            </a:br>
            <a:r>
              <a:rPr lang="es-ES" sz="7500" b="1" i="0" dirty="0">
                <a:solidFill>
                  <a:schemeClr val="bg1"/>
                </a:solidFill>
                <a:effectLst/>
                <a:latin typeface="Arial" panose="020B0604020202020204" pitchFamily="34" charset="0"/>
                <a:cs typeface="Arial" panose="020B0604020202020204" pitchFamily="34" charset="0"/>
              </a:rPr>
              <a:t>GOZO EN MI ALMA Y EN MI SER, ALELUYA GLORIA A DIOS</a:t>
            </a:r>
            <a:endParaRPr lang="es-CO" sz="75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635794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500984A9-09E9-0B48-BB41-7DB410FAD0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F5CB92-BA19-553E-BF21-CF9AC8261338}"/>
              </a:ext>
            </a:extLst>
          </p:cNvPr>
          <p:cNvSpPr>
            <a:spLocks noGrp="1"/>
          </p:cNvSpPr>
          <p:nvPr>
            <p:ph type="ctrTitle"/>
          </p:nvPr>
        </p:nvSpPr>
        <p:spPr>
          <a:xfrm>
            <a:off x="0" y="28997"/>
            <a:ext cx="12192000" cy="6858000"/>
          </a:xfrm>
        </p:spPr>
        <p:txBody>
          <a:bodyPr anchor="ctr">
            <a:noAutofit/>
          </a:bodyPr>
          <a:lstStyle/>
          <a:p>
            <a:r>
              <a:rPr lang="es-ES" sz="5400" b="1" dirty="0">
                <a:solidFill>
                  <a:schemeClr val="bg1"/>
                </a:solidFill>
                <a:latin typeface="Arial" panose="020B0604020202020204" pitchFamily="34" charset="0"/>
                <a:cs typeface="Arial" panose="020B0604020202020204" pitchFamily="34" charset="0"/>
              </a:rPr>
              <a:t>SON COMO ///RIOS DE AGUA </a:t>
            </a:r>
            <a:br>
              <a:rPr lang="es-ES" sz="5400" b="1" dirty="0">
                <a:solidFill>
                  <a:schemeClr val="bg1"/>
                </a:solidFill>
                <a:latin typeface="Arial" panose="020B0604020202020204" pitchFamily="34" charset="0"/>
                <a:cs typeface="Arial" panose="020B0604020202020204" pitchFamily="34" charset="0"/>
              </a:rPr>
            </a:br>
            <a:r>
              <a:rPr lang="es-ES" sz="5400" b="1" dirty="0">
                <a:solidFill>
                  <a:schemeClr val="bg1"/>
                </a:solidFill>
                <a:latin typeface="Arial" panose="020B0604020202020204" pitchFamily="34" charset="0"/>
                <a:cs typeface="Arial" panose="020B0604020202020204" pitchFamily="34" charset="0"/>
              </a:rPr>
              <a:t>VIVA/// EN MI SER. </a:t>
            </a:r>
            <a:br>
              <a:rPr lang="es-ES" sz="5400" b="1" dirty="0">
                <a:solidFill>
                  <a:schemeClr val="bg1"/>
                </a:solidFill>
                <a:latin typeface="Arial" panose="020B0604020202020204" pitchFamily="34" charset="0"/>
                <a:cs typeface="Arial" panose="020B0604020202020204" pitchFamily="34" charset="0"/>
              </a:rPr>
            </a:br>
            <a:r>
              <a:rPr lang="es-ES" sz="5400" b="1" dirty="0">
                <a:solidFill>
                  <a:schemeClr val="bg1"/>
                </a:solidFill>
                <a:latin typeface="Arial" panose="020B0604020202020204" pitchFamily="34" charset="0"/>
                <a:cs typeface="Arial" panose="020B0604020202020204" pitchFamily="34" charset="0"/>
              </a:rPr>
              <a:t>//VAMOS CANTANDO HASTA </a:t>
            </a:r>
            <a:br>
              <a:rPr lang="es-ES" sz="5400" b="1" dirty="0">
                <a:solidFill>
                  <a:schemeClr val="bg1"/>
                </a:solidFill>
                <a:latin typeface="Arial" panose="020B0604020202020204" pitchFamily="34" charset="0"/>
                <a:cs typeface="Arial" panose="020B0604020202020204" pitchFamily="34" charset="0"/>
              </a:rPr>
            </a:br>
            <a:r>
              <a:rPr lang="es-ES" sz="5400" b="1" dirty="0">
                <a:solidFill>
                  <a:schemeClr val="bg1"/>
                </a:solidFill>
                <a:latin typeface="Arial" panose="020B0604020202020204" pitchFamily="34" charset="0"/>
                <a:cs typeface="Arial" panose="020B0604020202020204" pitchFamily="34" charset="0"/>
              </a:rPr>
              <a:t>QUE BAJE EL PODER//</a:t>
            </a:r>
            <a:br>
              <a:rPr lang="es-ES" sz="5400" b="1" dirty="0">
                <a:solidFill>
                  <a:schemeClr val="bg1"/>
                </a:solidFill>
                <a:latin typeface="Arial" panose="020B0604020202020204" pitchFamily="34" charset="0"/>
                <a:cs typeface="Arial" panose="020B0604020202020204" pitchFamily="34" charset="0"/>
              </a:rPr>
            </a:br>
            <a:r>
              <a:rPr lang="es-ES" sz="5400" b="1" dirty="0">
                <a:solidFill>
                  <a:schemeClr val="bg1"/>
                </a:solidFill>
                <a:latin typeface="Arial" panose="020B0604020202020204" pitchFamily="34" charset="0"/>
                <a:cs typeface="Arial" panose="020B0604020202020204" pitchFamily="34" charset="0"/>
              </a:rPr>
              <a:t>DA GLORIA A DIOS,</a:t>
            </a:r>
            <a:br>
              <a:rPr lang="es-ES" sz="5400" b="1" dirty="0">
                <a:solidFill>
                  <a:schemeClr val="bg1"/>
                </a:solidFill>
                <a:latin typeface="Arial" panose="020B0604020202020204" pitchFamily="34" charset="0"/>
                <a:cs typeface="Arial" panose="020B0604020202020204" pitchFamily="34" charset="0"/>
              </a:rPr>
            </a:br>
            <a:r>
              <a:rPr lang="es-ES" sz="5400" b="1" dirty="0">
                <a:solidFill>
                  <a:schemeClr val="bg1"/>
                </a:solidFill>
                <a:latin typeface="Arial" panose="020B0604020202020204" pitchFamily="34" charset="0"/>
                <a:cs typeface="Arial" panose="020B0604020202020204" pitchFamily="34" charset="0"/>
              </a:rPr>
              <a:t>DA GLORIA A ÉL, </a:t>
            </a:r>
            <a:br>
              <a:rPr lang="es-ES" sz="5400" b="1" dirty="0">
                <a:solidFill>
                  <a:schemeClr val="bg1"/>
                </a:solidFill>
                <a:latin typeface="Arial" panose="020B0604020202020204" pitchFamily="34" charset="0"/>
                <a:cs typeface="Arial" panose="020B0604020202020204" pitchFamily="34" charset="0"/>
              </a:rPr>
            </a:br>
            <a:r>
              <a:rPr lang="es-ES" sz="5400" b="1" dirty="0">
                <a:solidFill>
                  <a:schemeClr val="bg1"/>
                </a:solidFill>
                <a:latin typeface="Arial" panose="020B0604020202020204" pitchFamily="34" charset="0"/>
                <a:cs typeface="Arial" panose="020B0604020202020204" pitchFamily="34" charset="0"/>
              </a:rPr>
              <a:t>VAMOS CANTANDO HASTA</a:t>
            </a:r>
            <a:br>
              <a:rPr lang="es-ES" sz="5400" b="1" dirty="0">
                <a:solidFill>
                  <a:schemeClr val="bg1"/>
                </a:solidFill>
                <a:latin typeface="Arial" panose="020B0604020202020204" pitchFamily="34" charset="0"/>
                <a:cs typeface="Arial" panose="020B0604020202020204" pitchFamily="34" charset="0"/>
              </a:rPr>
            </a:br>
            <a:r>
              <a:rPr lang="es-ES" sz="5400" b="1" dirty="0">
                <a:solidFill>
                  <a:schemeClr val="bg1"/>
                </a:solidFill>
                <a:latin typeface="Arial" panose="020B0604020202020204" pitchFamily="34" charset="0"/>
                <a:cs typeface="Arial" panose="020B0604020202020204" pitchFamily="34" charset="0"/>
              </a:rPr>
              <a:t>QUE BAJE EL PODER.</a:t>
            </a:r>
            <a:endParaRPr lang="es-CO" sz="54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830875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70107B80-B098-57D4-F6EB-FF709BB6671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07803C6-DE60-F769-064F-2E4D53342E1C}"/>
              </a:ext>
            </a:extLst>
          </p:cNvPr>
          <p:cNvSpPr>
            <a:spLocks noGrp="1"/>
          </p:cNvSpPr>
          <p:nvPr>
            <p:ph type="ctrTitle"/>
          </p:nvPr>
        </p:nvSpPr>
        <p:spPr>
          <a:xfrm>
            <a:off x="0" y="28997"/>
            <a:ext cx="12192000" cy="6858000"/>
          </a:xfrm>
        </p:spPr>
        <p:txBody>
          <a:bodyPr anchor="ctr">
            <a:noAutofit/>
          </a:bodyPr>
          <a:lstStyle/>
          <a:p>
            <a:r>
              <a:rPr lang="es-ES" sz="6600" b="1" dirty="0">
                <a:solidFill>
                  <a:schemeClr val="bg1"/>
                </a:solidFill>
                <a:latin typeface="Arial" panose="020B0604020202020204" pitchFamily="34" charset="0"/>
                <a:cs typeface="Arial" panose="020B0604020202020204" pitchFamily="34" charset="0"/>
              </a:rPr>
              <a:t>//NO TE AVERGÜENCES Y </a:t>
            </a:r>
            <a:br>
              <a:rPr lang="es-ES" sz="6600" b="1" dirty="0">
                <a:solidFill>
                  <a:schemeClr val="bg1"/>
                </a:solidFill>
                <a:latin typeface="Arial" panose="020B0604020202020204" pitchFamily="34" charset="0"/>
                <a:cs typeface="Arial" panose="020B0604020202020204" pitchFamily="34" charset="0"/>
              </a:rPr>
            </a:br>
            <a:r>
              <a:rPr lang="es-ES" sz="6600" b="1" dirty="0">
                <a:solidFill>
                  <a:schemeClr val="bg1"/>
                </a:solidFill>
                <a:latin typeface="Arial" panose="020B0604020202020204" pitchFamily="34" charset="0"/>
                <a:cs typeface="Arial" panose="020B0604020202020204" pitchFamily="34" charset="0"/>
              </a:rPr>
              <a:t>ALABA TU SEÑOR//</a:t>
            </a:r>
            <a:br>
              <a:rPr lang="es-ES" sz="6600" b="1" dirty="0">
                <a:solidFill>
                  <a:schemeClr val="bg1"/>
                </a:solidFill>
                <a:latin typeface="Arial" panose="020B0604020202020204" pitchFamily="34" charset="0"/>
                <a:cs typeface="Arial" panose="020B0604020202020204" pitchFamily="34" charset="0"/>
              </a:rPr>
            </a:br>
            <a:r>
              <a:rPr lang="es-ES" sz="6600" b="1" dirty="0">
                <a:solidFill>
                  <a:schemeClr val="bg1"/>
                </a:solidFill>
                <a:latin typeface="Arial" panose="020B0604020202020204" pitchFamily="34" charset="0"/>
                <a:cs typeface="Arial" panose="020B0604020202020204" pitchFamily="34" charset="0"/>
              </a:rPr>
              <a:t>DA GLORIA A DIOS, DA </a:t>
            </a:r>
            <a:br>
              <a:rPr lang="es-ES" sz="6600" b="1" dirty="0">
                <a:solidFill>
                  <a:schemeClr val="bg1"/>
                </a:solidFill>
                <a:latin typeface="Arial" panose="020B0604020202020204" pitchFamily="34" charset="0"/>
                <a:cs typeface="Arial" panose="020B0604020202020204" pitchFamily="34" charset="0"/>
              </a:rPr>
            </a:br>
            <a:r>
              <a:rPr lang="es-ES" sz="6600" b="1" dirty="0">
                <a:solidFill>
                  <a:schemeClr val="bg1"/>
                </a:solidFill>
                <a:latin typeface="Arial" panose="020B0604020202020204" pitchFamily="34" charset="0"/>
                <a:cs typeface="Arial" panose="020B0604020202020204" pitchFamily="34" charset="0"/>
              </a:rPr>
              <a:t>GLORIA A ÉL,</a:t>
            </a:r>
            <a:br>
              <a:rPr lang="es-ES" sz="6600" b="1" dirty="0">
                <a:solidFill>
                  <a:schemeClr val="bg1"/>
                </a:solidFill>
                <a:latin typeface="Arial" panose="020B0604020202020204" pitchFamily="34" charset="0"/>
                <a:cs typeface="Arial" panose="020B0604020202020204" pitchFamily="34" charset="0"/>
              </a:rPr>
            </a:br>
            <a:r>
              <a:rPr lang="es-ES" sz="6600" b="1" dirty="0">
                <a:solidFill>
                  <a:schemeClr val="bg1"/>
                </a:solidFill>
                <a:latin typeface="Arial" panose="020B0604020202020204" pitchFamily="34" charset="0"/>
                <a:cs typeface="Arial" panose="020B0604020202020204" pitchFamily="34" charset="0"/>
              </a:rPr>
              <a:t>NO TE AVERGÜENCES </a:t>
            </a:r>
            <a:br>
              <a:rPr lang="es-ES" sz="6600" b="1" dirty="0">
                <a:solidFill>
                  <a:schemeClr val="bg1"/>
                </a:solidFill>
                <a:latin typeface="Arial" panose="020B0604020202020204" pitchFamily="34" charset="0"/>
                <a:cs typeface="Arial" panose="020B0604020202020204" pitchFamily="34" charset="0"/>
              </a:rPr>
            </a:br>
            <a:r>
              <a:rPr lang="es-ES" sz="6600" b="1" dirty="0">
                <a:solidFill>
                  <a:schemeClr val="bg1"/>
                </a:solidFill>
                <a:latin typeface="Arial" panose="020B0604020202020204" pitchFamily="34" charset="0"/>
                <a:cs typeface="Arial" panose="020B0604020202020204" pitchFamily="34" charset="0"/>
              </a:rPr>
              <a:t>Y ALABA A TU SEÑOR</a:t>
            </a:r>
            <a:endParaRPr lang="es-CO" sz="66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123945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B62DC69E-BFB1-D317-7BDF-FBB329EE00A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359F89-F4C8-0DEC-1F96-A42672494B8B}"/>
              </a:ext>
            </a:extLst>
          </p:cNvPr>
          <p:cNvSpPr>
            <a:spLocks noGrp="1"/>
          </p:cNvSpPr>
          <p:nvPr>
            <p:ph type="ctrTitle"/>
          </p:nvPr>
        </p:nvSpPr>
        <p:spPr>
          <a:xfrm>
            <a:off x="0" y="0"/>
            <a:ext cx="12192000" cy="6858000"/>
          </a:xfrm>
        </p:spPr>
        <p:txBody>
          <a:bodyPr>
            <a:noAutofit/>
          </a:bodyPr>
          <a:lstStyle/>
          <a:p>
            <a: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A JESUCRISTO VEN SIN TARDAR,</a:t>
            </a:r>
            <a:b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QUE ENTRE NOSOTROS HOY ÉL ESTÁ,</a:t>
            </a:r>
            <a:b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TE CONVIDA CON DULCE AFÁN,</a:t>
            </a:r>
            <a:b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0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TIERNO DICIENDO: VEN</a:t>
            </a:r>
            <a:endParaRPr lang="es-CO" sz="7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959480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62CA45EC-84D7-49F7-FC2A-56E579E1CA0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A9EE94C-78C8-D530-1656-3CE307DE66A0}"/>
              </a:ext>
            </a:extLst>
          </p:cNvPr>
          <p:cNvSpPr>
            <a:spLocks noGrp="1"/>
          </p:cNvSpPr>
          <p:nvPr>
            <p:ph type="ctrTitle"/>
          </p:nvPr>
        </p:nvSpPr>
        <p:spPr>
          <a:xfrm>
            <a:off x="0" y="-168442"/>
            <a:ext cx="12192000" cy="6858000"/>
          </a:xfrm>
        </p:spPr>
        <p:txBody>
          <a:bodyPr>
            <a:noAutofit/>
          </a:bodyPr>
          <a:lstStyle/>
          <a:p>
            <a: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¡OH CUÁN GRATA ES NUESTRA REUNIÓN</a:t>
            </a:r>
            <a:b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CUANDO ALLÁ SEÑOR, EN TU MANSIÓN</a:t>
            </a:r>
            <a:b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CONTIGO ESTEMOS EN COMUNIÓN</a:t>
            </a:r>
            <a:b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¡¡GOZANDO ETERNO BIEN!</a:t>
            </a:r>
            <a:endParaRPr lang="es-CO" sz="66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091548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77364EA4-9A13-E222-6E3C-1BEE3C3062C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F47B756-BF3C-4633-E368-F98D5F42A4EC}"/>
              </a:ext>
            </a:extLst>
          </p:cNvPr>
          <p:cNvSpPr>
            <a:spLocks noGrp="1"/>
          </p:cNvSpPr>
          <p:nvPr>
            <p:ph type="ctrTitle"/>
          </p:nvPr>
        </p:nvSpPr>
        <p:spPr>
          <a:xfrm>
            <a:off x="0" y="-168442"/>
            <a:ext cx="12192000" cy="6858000"/>
          </a:xfrm>
        </p:spPr>
        <p:txBody>
          <a:bodyPr>
            <a:noAutofit/>
          </a:bodyPr>
          <a:lstStyle/>
          <a:p>
            <a: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PIENSA QUE EL SÓLO PUEDE COLMAR</a:t>
            </a:r>
            <a:b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TÚ TRISTE PECHO DE GOZO Y PAZ;</a:t>
            </a:r>
            <a:b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PORQUE ANHELA TU BIENESTAR,</a:t>
            </a:r>
            <a:b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VUELVE A DECIRTE: VEN</a:t>
            </a:r>
            <a:endParaRPr lang="es-CO" sz="66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740339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1B133635-42D2-2F6B-6FA5-52042D87F0E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457530F-7850-0FB0-4B86-B238F5724E9B}"/>
              </a:ext>
            </a:extLst>
          </p:cNvPr>
          <p:cNvSpPr>
            <a:spLocks noGrp="1"/>
          </p:cNvSpPr>
          <p:nvPr>
            <p:ph type="ctrTitle"/>
          </p:nvPr>
        </p:nvSpPr>
        <p:spPr>
          <a:xfrm>
            <a:off x="0" y="-168442"/>
            <a:ext cx="12192000" cy="6858000"/>
          </a:xfrm>
        </p:spPr>
        <p:txBody>
          <a:bodyPr>
            <a:noAutofit/>
          </a:bodyPr>
          <a:lstStyle/>
          <a:p>
            <a: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SU VOZ ESCUCHA SIN VACILAR,</a:t>
            </a:r>
            <a:b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Y GRATO ACEPTA LO QUE HOY TE DA,</a:t>
            </a:r>
            <a:b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TAL VEZ MAÑANA NO HABRÁ LUGAR,</a:t>
            </a:r>
            <a:b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66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NO TE DETENGAS, VEN</a:t>
            </a:r>
            <a:endParaRPr lang="es-CO" sz="66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07350265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6515689-7949-96C7-C3E5-F97B1FADA28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8DE2A65-8408-5242-CC4B-52506AC66F2E}"/>
              </a:ext>
            </a:extLst>
          </p:cNvPr>
          <p:cNvSpPr>
            <a:spLocks noGrp="1"/>
          </p:cNvSpPr>
          <p:nvPr>
            <p:ph type="ctrTitle"/>
          </p:nvPr>
        </p:nvSpPr>
        <p:spPr>
          <a:xfrm>
            <a:off x="0" y="0"/>
            <a:ext cx="12192000" cy="6858000"/>
          </a:xfrm>
        </p:spPr>
        <p:txBody>
          <a:bodyPr>
            <a:noAutofit/>
          </a:bodyPr>
          <a:lstStyle/>
          <a:p>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DIOS ES NUESTRO AMPARO, NUESTRA FORTALEZA,</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NUESTRO PRONTO AUXILIO EN LA TRIBULACIÓN;</a:t>
            </a:r>
            <a:b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AUNQUE SE TRASPASEN LOS MONTES A LA MAR, AUNQUE ESTA TIERRA TIEMBLE, TENEMOS QUE CANTAR</a:t>
            </a:r>
            <a:endParaRPr lang="es-CO"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3754354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A93DF612-CABC-2F7F-9247-778B423B05D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5544AD1-7BB3-235A-4683-AE5BF679B59F}"/>
              </a:ext>
            </a:extLst>
          </p:cNvPr>
          <p:cNvSpPr>
            <a:spLocks noGrp="1"/>
          </p:cNvSpPr>
          <p:nvPr>
            <p:ph type="ctrTitle"/>
          </p:nvPr>
        </p:nvSpPr>
        <p:spPr>
          <a:xfrm>
            <a:off x="0" y="-419100"/>
            <a:ext cx="12192000" cy="6858000"/>
          </a:xfrm>
        </p:spPr>
        <p:txBody>
          <a:bodyPr>
            <a:noAutofit/>
          </a:bodyPr>
          <a:lstStyle/>
          <a:p>
            <a:r>
              <a:rPr lang="es-ES" sz="7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CIELOS Y TIERRA PASARÁN,</a:t>
            </a:r>
            <a:br>
              <a:rPr lang="es-ES" sz="7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MAS SU PALABRA NO PASARÁ.</a:t>
            </a:r>
            <a:br>
              <a:rPr lang="es-ES" sz="7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¡NO, NO, NO PASARÁ;</a:t>
            </a:r>
            <a:br>
              <a:rPr lang="es-ES" sz="7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br>
            <a:r>
              <a:rPr lang="es-ES" sz="7200" b="1" i="0" dirty="0">
                <a:solidFill>
                  <a:schemeClr val="bg1"/>
                </a:solidFill>
                <a:effectLst/>
                <a:latin typeface="Arial" panose="020B0604020202020204" pitchFamily="34" charset="0"/>
                <a:ea typeface="Tahoma" panose="020B0604030504040204" pitchFamily="34" charset="0"/>
                <a:cs typeface="Arial" panose="020B0604020202020204" pitchFamily="34" charset="0"/>
              </a:rPr>
              <a:t>NO, NO, NO PASARÁ!</a:t>
            </a:r>
            <a:endParaRPr lang="es-CO" sz="72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16385213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30673085-2C46-8038-51D8-040297A42C7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7B42D04-8827-6FE5-1961-9CA715DFD7DF}"/>
              </a:ext>
            </a:extLst>
          </p:cNvPr>
          <p:cNvSpPr>
            <a:spLocks noGrp="1"/>
          </p:cNvSpPr>
          <p:nvPr>
            <p:ph type="ctrTitle"/>
          </p:nvPr>
        </p:nvSpPr>
        <p:spPr>
          <a:xfrm>
            <a:off x="0" y="412081"/>
            <a:ext cx="12192000" cy="6033837"/>
          </a:xfrm>
        </p:spPr>
        <p:txBody>
          <a:bodyPr>
            <a:noAutofit/>
          </a:bodyPr>
          <a:lstStyle/>
          <a:p>
            <a:r>
              <a:rPr lang="es-ES" sz="8500" b="1" i="0" dirty="0">
                <a:solidFill>
                  <a:srgbClr val="E8E8E8"/>
                </a:solidFill>
                <a:effectLst/>
                <a:latin typeface="Arial" panose="020B0604020202020204" pitchFamily="34" charset="0"/>
                <a:cs typeface="Arial" panose="020B0604020202020204" pitchFamily="34" charset="0"/>
              </a:rPr>
              <a:t>//EN EL ALTAR DE DIOS</a:t>
            </a:r>
            <a:br>
              <a:rPr lang="es-ES" sz="8500" b="1" i="0" dirty="0">
                <a:solidFill>
                  <a:srgbClr val="E8E8E8"/>
                </a:solidFill>
                <a:effectLst/>
                <a:latin typeface="Arial" panose="020B0604020202020204" pitchFamily="34" charset="0"/>
                <a:cs typeface="Arial" panose="020B0604020202020204" pitchFamily="34" charset="0"/>
              </a:rPr>
            </a:br>
            <a:r>
              <a:rPr lang="es-ES" sz="8500" b="1" i="0" dirty="0">
                <a:solidFill>
                  <a:srgbClr val="E8E8E8"/>
                </a:solidFill>
                <a:effectLst/>
                <a:latin typeface="Arial" panose="020B0604020202020204" pitchFamily="34" charset="0"/>
                <a:cs typeface="Arial" panose="020B0604020202020204" pitchFamily="34" charset="0"/>
              </a:rPr>
              <a:t>EN EL ALTAR DE DIOS</a:t>
            </a:r>
            <a:br>
              <a:rPr lang="es-ES" sz="8500" b="1" i="0" dirty="0">
                <a:solidFill>
                  <a:srgbClr val="E8E8E8"/>
                </a:solidFill>
                <a:effectLst/>
                <a:latin typeface="Arial" panose="020B0604020202020204" pitchFamily="34" charset="0"/>
                <a:cs typeface="Arial" panose="020B0604020202020204" pitchFamily="34" charset="0"/>
              </a:rPr>
            </a:br>
            <a:r>
              <a:rPr lang="es-ES" sz="8500" b="1" i="0" dirty="0">
                <a:solidFill>
                  <a:srgbClr val="E8E8E8"/>
                </a:solidFill>
                <a:effectLst/>
                <a:latin typeface="Arial" panose="020B0604020202020204" pitchFamily="34" charset="0"/>
                <a:cs typeface="Arial" panose="020B0604020202020204" pitchFamily="34" charset="0"/>
              </a:rPr>
              <a:t>EL FUEGO ESTÁ ENCENDIDO//</a:t>
            </a:r>
            <a:endParaRPr lang="es-CO" sz="85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2289914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972E4CD8-9751-3AD8-F5EC-E32E70CE249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E944029-9AF5-B0C5-258C-EC69A2E5848E}"/>
              </a:ext>
            </a:extLst>
          </p:cNvPr>
          <p:cNvSpPr>
            <a:spLocks noGrp="1"/>
          </p:cNvSpPr>
          <p:nvPr>
            <p:ph type="ctrTitle"/>
          </p:nvPr>
        </p:nvSpPr>
        <p:spPr>
          <a:xfrm>
            <a:off x="219075" y="824163"/>
            <a:ext cx="11753850" cy="6033837"/>
          </a:xfrm>
        </p:spPr>
        <p:txBody>
          <a:bodyPr>
            <a:noAutofit/>
          </a:bodyPr>
          <a:lstStyle/>
          <a:p>
            <a:r>
              <a:rPr lang="es-ES" sz="7000" b="1" i="0" dirty="0">
                <a:solidFill>
                  <a:srgbClr val="E8E8E8"/>
                </a:solidFill>
                <a:effectLst/>
                <a:latin typeface="Arial" panose="020B0604020202020204" pitchFamily="34" charset="0"/>
                <a:cs typeface="Arial" panose="020B0604020202020204" pitchFamily="34" charset="0"/>
              </a:rPr>
              <a:t>NADIE LO PODRÁ APAGAR</a:t>
            </a:r>
            <a:br>
              <a:rPr lang="es-ES" sz="7000" b="1" i="0" dirty="0">
                <a:solidFill>
                  <a:srgbClr val="E8E8E8"/>
                </a:solidFill>
                <a:effectLst/>
                <a:latin typeface="Arial" panose="020B0604020202020204" pitchFamily="34" charset="0"/>
                <a:cs typeface="Arial" panose="020B0604020202020204" pitchFamily="34" charset="0"/>
              </a:rPr>
            </a:br>
            <a:r>
              <a:rPr lang="es-ES" sz="7000" b="1" i="0" dirty="0">
                <a:solidFill>
                  <a:srgbClr val="E8E8E8"/>
                </a:solidFill>
                <a:effectLst/>
                <a:latin typeface="Arial" panose="020B0604020202020204" pitchFamily="34" charset="0"/>
                <a:cs typeface="Arial" panose="020B0604020202020204" pitchFamily="34" charset="0"/>
              </a:rPr>
              <a:t>NADIE LO PODRÁ APAGAR</a:t>
            </a:r>
            <a:br>
              <a:rPr lang="es-ES" sz="7000" b="1" i="0" dirty="0">
                <a:solidFill>
                  <a:srgbClr val="E8E8E8"/>
                </a:solidFill>
                <a:effectLst/>
                <a:latin typeface="Arial" panose="020B0604020202020204" pitchFamily="34" charset="0"/>
                <a:cs typeface="Arial" panose="020B0604020202020204" pitchFamily="34" charset="0"/>
              </a:rPr>
            </a:br>
            <a:r>
              <a:rPr lang="es-ES" sz="7000" b="1" i="0" dirty="0">
                <a:solidFill>
                  <a:srgbClr val="E8E8E8"/>
                </a:solidFill>
                <a:effectLst/>
                <a:latin typeface="Arial" panose="020B0604020202020204" pitchFamily="34" charset="0"/>
                <a:cs typeface="Arial" panose="020B0604020202020204" pitchFamily="34" charset="0"/>
              </a:rPr>
              <a:t>PORQUE EL FUEGO DEL SEÑOR</a:t>
            </a:r>
            <a:br>
              <a:rPr lang="es-ES" sz="7000" b="1" i="0" dirty="0">
                <a:solidFill>
                  <a:srgbClr val="E8E8E8"/>
                </a:solidFill>
                <a:effectLst/>
                <a:latin typeface="Arial" panose="020B0604020202020204" pitchFamily="34" charset="0"/>
                <a:cs typeface="Arial" panose="020B0604020202020204" pitchFamily="34" charset="0"/>
              </a:rPr>
            </a:br>
            <a:r>
              <a:rPr lang="es-ES" sz="7000" b="1" i="0" dirty="0">
                <a:solidFill>
                  <a:srgbClr val="E8E8E8"/>
                </a:solidFill>
                <a:effectLst/>
                <a:latin typeface="Arial" panose="020B0604020202020204" pitchFamily="34" charset="0"/>
                <a:cs typeface="Arial" panose="020B0604020202020204" pitchFamily="34" charset="0"/>
              </a:rPr>
              <a:t>EN MI CORAZÓN ESTÁ</a:t>
            </a:r>
            <a:endParaRPr lang="es-CO" sz="7000" b="1" dirty="0">
              <a:solidFill>
                <a:schemeClr val="bg1"/>
              </a:solidFill>
              <a:latin typeface="Arial" panose="020B0604020202020204" pitchFamily="34" charset="0"/>
              <a:ea typeface="Tahoma" panose="020B0604030504040204" pitchFamily="34" charset="0"/>
              <a:cs typeface="Arial" panose="020B0604020202020204" pitchFamily="34" charset="0"/>
            </a:endParaRPr>
          </a:p>
        </p:txBody>
      </p:sp>
    </p:spTree>
    <p:extLst>
      <p:ext uri="{BB962C8B-B14F-4D97-AF65-F5344CB8AC3E}">
        <p14:creationId xmlns:p14="http://schemas.microsoft.com/office/powerpoint/2010/main" val="24949067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3B2A85A8-3CED-35F8-73EF-60A4FBC9745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C6B68E6-3B85-8DDE-C0E5-FF3A164F75BA}"/>
              </a:ext>
            </a:extLst>
          </p:cNvPr>
          <p:cNvSpPr>
            <a:spLocks noGrp="1"/>
          </p:cNvSpPr>
          <p:nvPr>
            <p:ph type="ctrTitle"/>
          </p:nvPr>
        </p:nvSpPr>
        <p:spPr>
          <a:xfrm>
            <a:off x="0" y="-450165"/>
            <a:ext cx="12192000" cy="6858000"/>
          </a:xfrm>
        </p:spPr>
        <p:txBody>
          <a:bodyPr>
            <a:noAutofit/>
          </a:bodyPr>
          <a:lstStyle/>
          <a:p>
            <a:br>
              <a:rPr lang="es-ES" sz="8000" b="1" i="0" dirty="0">
                <a:solidFill>
                  <a:schemeClr val="bg1"/>
                </a:solidFill>
                <a:effectLst/>
                <a:latin typeface="Arial" panose="020B0604020202020204" pitchFamily="34" charset="0"/>
                <a:cs typeface="Arial" panose="020B0604020202020204" pitchFamily="34" charset="0"/>
              </a:rPr>
            </a:br>
            <a:r>
              <a:rPr lang="es-ES" sz="8000" b="1" i="0" dirty="0">
                <a:solidFill>
                  <a:schemeClr val="bg1"/>
                </a:solidFill>
                <a:effectLst/>
                <a:latin typeface="Arial" panose="020B0604020202020204" pitchFamily="34" charset="0"/>
                <a:cs typeface="Arial" panose="020B0604020202020204" pitchFamily="34" charset="0"/>
              </a:rPr>
              <a:t>//MIRAD CUÁN BUENO Y DELICIOSO ES,</a:t>
            </a:r>
            <a:br>
              <a:rPr lang="es-ES" sz="8000" b="1" i="0" dirty="0">
                <a:solidFill>
                  <a:schemeClr val="bg1"/>
                </a:solidFill>
                <a:effectLst/>
                <a:latin typeface="Arial" panose="020B0604020202020204" pitchFamily="34" charset="0"/>
                <a:cs typeface="Arial" panose="020B0604020202020204" pitchFamily="34" charset="0"/>
              </a:rPr>
            </a:br>
            <a:r>
              <a:rPr lang="es-ES" sz="8000" b="1" i="0" dirty="0">
                <a:solidFill>
                  <a:schemeClr val="bg1"/>
                </a:solidFill>
                <a:effectLst/>
                <a:latin typeface="Arial" panose="020B0604020202020204" pitchFamily="34" charset="0"/>
                <a:cs typeface="Arial" panose="020B0604020202020204" pitchFamily="34" charset="0"/>
              </a:rPr>
              <a:t>HABITAR LOS HERMANOS JUNTOS EN ARMONÍA//</a:t>
            </a:r>
            <a:endParaRPr lang="es-CO" sz="8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918237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C2C877E1-29CF-5741-F159-E070E29695DD}"/>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51AC2A2-AFB0-79F7-0294-24642FACC97E}"/>
              </a:ext>
            </a:extLst>
          </p:cNvPr>
          <p:cNvSpPr>
            <a:spLocks noGrp="1"/>
          </p:cNvSpPr>
          <p:nvPr>
            <p:ph type="ctrTitle"/>
          </p:nvPr>
        </p:nvSpPr>
        <p:spPr>
          <a:xfrm>
            <a:off x="0" y="-239150"/>
            <a:ext cx="12192000" cy="6858000"/>
          </a:xfrm>
        </p:spPr>
        <p:txBody>
          <a:bodyPr>
            <a:noAutofit/>
          </a:bodyPr>
          <a:lstStyle/>
          <a:p>
            <a:r>
              <a:rPr lang="es-ES" sz="6800" b="1" i="0" dirty="0">
                <a:solidFill>
                  <a:schemeClr val="bg1"/>
                </a:solidFill>
                <a:effectLst/>
                <a:latin typeface="Arial" panose="020B0604020202020204" pitchFamily="34" charset="0"/>
                <a:cs typeface="Arial" panose="020B0604020202020204" pitchFamily="34" charset="0"/>
              </a:rPr>
              <a:t>ES COMO͜ EL BUEN ÓLEO SOBRE LA CABEZA,</a:t>
            </a:r>
            <a:br>
              <a:rPr lang="es-ES" sz="6800" b="1" i="0" dirty="0">
                <a:solidFill>
                  <a:schemeClr val="bg1"/>
                </a:solidFill>
                <a:effectLst/>
                <a:latin typeface="Arial" panose="020B0604020202020204" pitchFamily="34" charset="0"/>
                <a:cs typeface="Arial" panose="020B0604020202020204" pitchFamily="34" charset="0"/>
              </a:rPr>
            </a:br>
            <a:r>
              <a:rPr lang="es-ES" sz="6800" b="1" i="0" dirty="0">
                <a:solidFill>
                  <a:schemeClr val="bg1"/>
                </a:solidFill>
                <a:effectLst/>
                <a:latin typeface="Arial" panose="020B0604020202020204" pitchFamily="34" charset="0"/>
                <a:cs typeface="Arial" panose="020B0604020202020204" pitchFamily="34" charset="0"/>
              </a:rPr>
              <a:t>EL CUAL DESCIENDE SOBRE</a:t>
            </a:r>
            <a:br>
              <a:rPr lang="es-ES" sz="6800" b="1" i="0" dirty="0">
                <a:solidFill>
                  <a:schemeClr val="bg1"/>
                </a:solidFill>
                <a:effectLst/>
                <a:latin typeface="Arial" panose="020B0604020202020204" pitchFamily="34" charset="0"/>
                <a:cs typeface="Arial" panose="020B0604020202020204" pitchFamily="34" charset="0"/>
              </a:rPr>
            </a:br>
            <a:r>
              <a:rPr lang="es-ES" sz="6800" b="1" i="0" dirty="0">
                <a:solidFill>
                  <a:schemeClr val="bg1"/>
                </a:solidFill>
                <a:effectLst/>
                <a:latin typeface="Arial" panose="020B0604020202020204" pitchFamily="34" charset="0"/>
                <a:cs typeface="Arial" panose="020B0604020202020204" pitchFamily="34" charset="0"/>
              </a:rPr>
              <a:t>LA BARBA DE͜ AARÓN:</a:t>
            </a:r>
            <a:br>
              <a:rPr lang="es-ES" sz="6800" b="1" i="0" dirty="0">
                <a:solidFill>
                  <a:schemeClr val="bg1"/>
                </a:solidFill>
                <a:effectLst/>
                <a:latin typeface="Arial" panose="020B0604020202020204" pitchFamily="34" charset="0"/>
                <a:cs typeface="Arial" panose="020B0604020202020204" pitchFamily="34" charset="0"/>
              </a:rPr>
            </a:br>
            <a:r>
              <a:rPr lang="es-ES" sz="6800" b="1" i="0" dirty="0">
                <a:solidFill>
                  <a:schemeClr val="bg1"/>
                </a:solidFill>
                <a:effectLst/>
                <a:latin typeface="Arial" panose="020B0604020202020204" pitchFamily="34" charset="0"/>
                <a:cs typeface="Arial" panose="020B0604020202020204" pitchFamily="34" charset="0"/>
              </a:rPr>
              <a:t>Y BAJA͜ HASTA͜ EL BORDE DE SUS VESTIDURAS.</a:t>
            </a:r>
            <a:endParaRPr lang="es-CO" sz="68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535895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1EE09BA-289D-FEE6-BB44-19C84E8DD1E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617AC2D-2145-585F-09AC-5B2E8470845C}"/>
              </a:ext>
            </a:extLst>
          </p:cNvPr>
          <p:cNvSpPr>
            <a:spLocks noGrp="1"/>
          </p:cNvSpPr>
          <p:nvPr>
            <p:ph type="ctrTitle"/>
          </p:nvPr>
        </p:nvSpPr>
        <p:spPr>
          <a:xfrm>
            <a:off x="0" y="0"/>
            <a:ext cx="12192000" cy="6858000"/>
          </a:xfrm>
        </p:spPr>
        <p:txBody>
          <a:bodyPr>
            <a:noAutofit/>
          </a:bodyPr>
          <a:lstStyle/>
          <a:p>
            <a:r>
              <a:rPr lang="es-ES" sz="6800" b="1" i="0" dirty="0">
                <a:solidFill>
                  <a:schemeClr val="bg1"/>
                </a:solidFill>
                <a:effectLst/>
                <a:latin typeface="Arial" panose="020B0604020202020204" pitchFamily="34" charset="0"/>
                <a:cs typeface="Arial" panose="020B0604020202020204" pitchFamily="34" charset="0"/>
              </a:rPr>
              <a:t>COMO͜ EL ROCÍO DE͜ HERMÓN</a:t>
            </a:r>
            <a:br>
              <a:rPr lang="es-ES" sz="6800" b="1" i="0" dirty="0">
                <a:solidFill>
                  <a:schemeClr val="bg1"/>
                </a:solidFill>
                <a:effectLst/>
                <a:latin typeface="Arial" panose="020B0604020202020204" pitchFamily="34" charset="0"/>
                <a:cs typeface="Arial" panose="020B0604020202020204" pitchFamily="34" charset="0"/>
              </a:rPr>
            </a:br>
            <a:r>
              <a:rPr lang="es-ES" sz="6800" b="1" i="0" dirty="0">
                <a:solidFill>
                  <a:schemeClr val="bg1"/>
                </a:solidFill>
                <a:effectLst/>
                <a:latin typeface="Arial" panose="020B0604020202020204" pitchFamily="34" charset="0"/>
                <a:cs typeface="Arial" panose="020B0604020202020204" pitchFamily="34" charset="0"/>
              </a:rPr>
              <a:t>QUE DESCIENDE SOBRE</a:t>
            </a:r>
            <a:br>
              <a:rPr lang="es-ES" sz="6800" b="1" i="0" dirty="0">
                <a:solidFill>
                  <a:schemeClr val="bg1"/>
                </a:solidFill>
                <a:effectLst/>
                <a:latin typeface="Arial" panose="020B0604020202020204" pitchFamily="34" charset="0"/>
                <a:cs typeface="Arial" panose="020B0604020202020204" pitchFamily="34" charset="0"/>
              </a:rPr>
            </a:br>
            <a:r>
              <a:rPr lang="es-ES" sz="6800" b="1" i="0" dirty="0">
                <a:solidFill>
                  <a:schemeClr val="bg1"/>
                </a:solidFill>
                <a:effectLst/>
                <a:latin typeface="Arial" panose="020B0604020202020204" pitchFamily="34" charset="0"/>
                <a:cs typeface="Arial" panose="020B0604020202020204" pitchFamily="34" charset="0"/>
              </a:rPr>
              <a:t>SIÓN;</a:t>
            </a:r>
            <a:br>
              <a:rPr lang="es-ES" sz="6800" b="1" i="0" dirty="0">
                <a:solidFill>
                  <a:schemeClr val="bg1"/>
                </a:solidFill>
                <a:effectLst/>
                <a:latin typeface="Arial" panose="020B0604020202020204" pitchFamily="34" charset="0"/>
                <a:cs typeface="Arial" panose="020B0604020202020204" pitchFamily="34" charset="0"/>
              </a:rPr>
            </a:br>
            <a:r>
              <a:rPr lang="es-ES" sz="6800" b="1" i="0" dirty="0">
                <a:solidFill>
                  <a:schemeClr val="bg1"/>
                </a:solidFill>
                <a:effectLst/>
                <a:latin typeface="Arial" panose="020B0604020202020204" pitchFamily="34" charset="0"/>
                <a:cs typeface="Arial" panose="020B0604020202020204" pitchFamily="34" charset="0"/>
              </a:rPr>
              <a:t>//PORQUE͜ ALLÍ ENVÍA JEHOVÁ SU BENDICIÓN:</a:t>
            </a:r>
            <a:br>
              <a:rPr lang="es-ES" sz="6800" b="1" i="0" dirty="0">
                <a:solidFill>
                  <a:schemeClr val="bg1"/>
                </a:solidFill>
                <a:effectLst/>
                <a:latin typeface="Arial" panose="020B0604020202020204" pitchFamily="34" charset="0"/>
                <a:cs typeface="Arial" panose="020B0604020202020204" pitchFamily="34" charset="0"/>
              </a:rPr>
            </a:br>
            <a:r>
              <a:rPr lang="es-ES" sz="6800" b="1" i="0" dirty="0">
                <a:solidFill>
                  <a:schemeClr val="bg1"/>
                </a:solidFill>
                <a:effectLst/>
                <a:latin typeface="Arial" panose="020B0604020202020204" pitchFamily="34" charset="0"/>
                <a:cs typeface="Arial" panose="020B0604020202020204" pitchFamily="34" charset="0"/>
              </a:rPr>
              <a:t>Y VIDA ETERNA//.</a:t>
            </a:r>
            <a:endParaRPr lang="es-CO" sz="68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20332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47F790F7-8285-01FB-3892-DD39AAB88F5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6126A65-F783-CBA9-CF89-0894CC87474D}"/>
              </a:ext>
            </a:extLst>
          </p:cNvPr>
          <p:cNvSpPr>
            <a:spLocks noGrp="1"/>
          </p:cNvSpPr>
          <p:nvPr>
            <p:ph type="ctrTitle"/>
          </p:nvPr>
        </p:nvSpPr>
        <p:spPr>
          <a:xfrm>
            <a:off x="0" y="72189"/>
            <a:ext cx="12192000" cy="6858000"/>
          </a:xfrm>
        </p:spPr>
        <p:txBody>
          <a:bodyPr anchor="ctr">
            <a:noAutofit/>
          </a:bodyPr>
          <a:lstStyle/>
          <a:p>
            <a:r>
              <a:rPr lang="es-ES" sz="8000" b="1" i="0" dirty="0">
                <a:solidFill>
                  <a:schemeClr val="bg1"/>
                </a:solidFill>
                <a:effectLst/>
                <a:latin typeface="Arial" panose="020B0604020202020204" pitchFamily="34" charset="0"/>
                <a:cs typeface="Arial" panose="020B0604020202020204" pitchFamily="34" charset="0"/>
              </a:rPr>
              <a:t>//GOCÉMONOS Y ALEGRÉMONOS,</a:t>
            </a:r>
            <a:br>
              <a:rPr lang="es-ES" sz="8000" b="1" dirty="0">
                <a:solidFill>
                  <a:schemeClr val="bg1"/>
                </a:solidFill>
                <a:latin typeface="Arial" panose="020B0604020202020204" pitchFamily="34" charset="0"/>
                <a:cs typeface="Arial" panose="020B0604020202020204" pitchFamily="34" charset="0"/>
              </a:rPr>
            </a:br>
            <a:r>
              <a:rPr lang="es-ES" sz="8000" b="1" i="0" dirty="0">
                <a:solidFill>
                  <a:schemeClr val="bg1"/>
                </a:solidFill>
                <a:effectLst/>
                <a:latin typeface="Arial" panose="020B0604020202020204" pitchFamily="34" charset="0"/>
                <a:cs typeface="Arial" panose="020B0604020202020204" pitchFamily="34" charset="0"/>
              </a:rPr>
              <a:t>DÉMOSLE GLORIA AL DIOS QUE NOS AMÓ//</a:t>
            </a:r>
            <a:br>
              <a:rPr lang="es-ES" sz="8000" b="1" dirty="0">
                <a:solidFill>
                  <a:schemeClr val="bg1"/>
                </a:solidFill>
                <a:latin typeface="Arial" panose="020B0604020202020204" pitchFamily="34" charset="0"/>
                <a:cs typeface="Arial" panose="020B0604020202020204" pitchFamily="34" charset="0"/>
              </a:rPr>
            </a:br>
            <a:endParaRPr lang="es-CO" sz="8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19692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EF9644A4-4EDC-1AFA-7449-8A8B05E9F81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A7FE359-F845-27FF-AD30-BC25DDAEF886}"/>
              </a:ext>
            </a:extLst>
          </p:cNvPr>
          <p:cNvSpPr>
            <a:spLocks noGrp="1"/>
          </p:cNvSpPr>
          <p:nvPr>
            <p:ph type="ctrTitle"/>
          </p:nvPr>
        </p:nvSpPr>
        <p:spPr>
          <a:xfrm>
            <a:off x="0" y="72189"/>
            <a:ext cx="12192000" cy="6858000"/>
          </a:xfrm>
        </p:spPr>
        <p:txBody>
          <a:bodyPr anchor="ctr">
            <a:noAutofit/>
          </a:bodyPr>
          <a:lstStyle/>
          <a:p>
            <a:r>
              <a:rPr lang="es-ES" sz="8000" b="1" i="0" dirty="0">
                <a:solidFill>
                  <a:schemeClr val="bg1"/>
                </a:solidFill>
                <a:effectLst/>
                <a:latin typeface="Arial" panose="020B0604020202020204" pitchFamily="34" charset="0"/>
                <a:cs typeface="Arial" panose="020B0604020202020204" pitchFamily="34" charset="0"/>
              </a:rPr>
              <a:t>PORQUE YO SÉ QUE MI DIOS ÉL VIVE POR LOS SIGLOS DE LOS SIGLOS ALELUYA</a:t>
            </a:r>
            <a:endParaRPr lang="es-CO" sz="8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780989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3E329A16-D32B-18FB-B261-6095257DDDD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AAB666A-B7DB-D029-4A34-40935CFB19DD}"/>
              </a:ext>
            </a:extLst>
          </p:cNvPr>
          <p:cNvSpPr>
            <a:spLocks noGrp="1"/>
          </p:cNvSpPr>
          <p:nvPr>
            <p:ph type="ctrTitle"/>
          </p:nvPr>
        </p:nvSpPr>
        <p:spPr>
          <a:xfrm>
            <a:off x="0" y="72189"/>
            <a:ext cx="12192000" cy="6858000"/>
          </a:xfrm>
        </p:spPr>
        <p:txBody>
          <a:bodyPr anchor="ctr">
            <a:noAutofit/>
          </a:bodyPr>
          <a:lstStyle/>
          <a:p>
            <a:r>
              <a:rPr lang="es-ES" sz="9600" b="1" i="0" dirty="0">
                <a:solidFill>
                  <a:schemeClr val="bg1"/>
                </a:solidFill>
                <a:effectLst/>
                <a:latin typeface="Arial" panose="020B0604020202020204" pitchFamily="34" charset="0"/>
                <a:cs typeface="Arial" panose="020B0604020202020204" pitchFamily="34" charset="0"/>
              </a:rPr>
              <a:t>//ÉL ES EL ALFA, </a:t>
            </a:r>
            <a:br>
              <a:rPr lang="es-ES" sz="9600" b="1" i="0" dirty="0">
                <a:solidFill>
                  <a:schemeClr val="bg1"/>
                </a:solidFill>
                <a:effectLst/>
                <a:latin typeface="Arial" panose="020B0604020202020204" pitchFamily="34" charset="0"/>
                <a:cs typeface="Arial" panose="020B0604020202020204" pitchFamily="34" charset="0"/>
              </a:rPr>
            </a:br>
            <a:r>
              <a:rPr lang="es-ES" sz="9600" b="1" i="0" dirty="0">
                <a:solidFill>
                  <a:schemeClr val="bg1"/>
                </a:solidFill>
                <a:effectLst/>
                <a:latin typeface="Arial" panose="020B0604020202020204" pitchFamily="34" charset="0"/>
                <a:cs typeface="Arial" panose="020B0604020202020204" pitchFamily="34" charset="0"/>
              </a:rPr>
              <a:t>ÉL ES LA OMEGA,</a:t>
            </a:r>
            <a:br>
              <a:rPr lang="es-ES" sz="9600" b="1" i="0" dirty="0">
                <a:solidFill>
                  <a:schemeClr val="bg1"/>
                </a:solidFill>
                <a:effectLst/>
                <a:latin typeface="Arial" panose="020B0604020202020204" pitchFamily="34" charset="0"/>
                <a:cs typeface="Arial" panose="020B0604020202020204" pitchFamily="34" charset="0"/>
              </a:rPr>
            </a:br>
            <a:r>
              <a:rPr lang="es-ES" sz="9600" b="1" i="0" dirty="0">
                <a:solidFill>
                  <a:schemeClr val="bg1"/>
                </a:solidFill>
                <a:effectLst/>
                <a:latin typeface="Arial" panose="020B0604020202020204" pitchFamily="34" charset="0"/>
                <a:cs typeface="Arial" panose="020B0604020202020204" pitchFamily="34" charset="0"/>
              </a:rPr>
              <a:t>ES EL PRINCIPIO </a:t>
            </a:r>
            <a:br>
              <a:rPr lang="es-ES" sz="9600" b="1" i="0" dirty="0">
                <a:solidFill>
                  <a:schemeClr val="bg1"/>
                </a:solidFill>
                <a:effectLst/>
                <a:latin typeface="Arial" panose="020B0604020202020204" pitchFamily="34" charset="0"/>
                <a:cs typeface="Arial" panose="020B0604020202020204" pitchFamily="34" charset="0"/>
              </a:rPr>
            </a:br>
            <a:r>
              <a:rPr lang="es-ES" sz="9600" b="1" i="0" dirty="0">
                <a:solidFill>
                  <a:schemeClr val="bg1"/>
                </a:solidFill>
                <a:effectLst/>
                <a:latin typeface="Arial" panose="020B0604020202020204" pitchFamily="34" charset="0"/>
                <a:cs typeface="Arial" panose="020B0604020202020204" pitchFamily="34" charset="0"/>
              </a:rPr>
              <a:t>Y ES EL FIN//</a:t>
            </a:r>
            <a:endParaRPr lang="es-CO" sz="96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83792057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8C0B9F32-F51E-2A9F-4A9E-12C37774B5A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37FAE31-357F-D28A-35A5-44BCCD6B7EB0}"/>
              </a:ext>
            </a:extLst>
          </p:cNvPr>
          <p:cNvSpPr>
            <a:spLocks noGrp="1"/>
          </p:cNvSpPr>
          <p:nvPr>
            <p:ph type="ctrTitle"/>
          </p:nvPr>
        </p:nvSpPr>
        <p:spPr>
          <a:xfrm>
            <a:off x="0" y="72189"/>
            <a:ext cx="12192000" cy="6858000"/>
          </a:xfrm>
        </p:spPr>
        <p:txBody>
          <a:bodyPr anchor="ctr">
            <a:noAutofit/>
          </a:bodyPr>
          <a:lstStyle/>
          <a:p>
            <a:r>
              <a:rPr lang="es-ES" sz="8000" b="1" i="0" dirty="0">
                <a:solidFill>
                  <a:schemeClr val="bg1"/>
                </a:solidFill>
                <a:effectLst/>
                <a:latin typeface="Arial" panose="020B0604020202020204" pitchFamily="34" charset="0"/>
                <a:cs typeface="Arial" panose="020B0604020202020204" pitchFamily="34" charset="0"/>
              </a:rPr>
              <a:t>//ALELUYA PORQUE </a:t>
            </a:r>
            <a:br>
              <a:rPr lang="es-ES" sz="8000" b="1" i="0" dirty="0">
                <a:solidFill>
                  <a:schemeClr val="bg1"/>
                </a:solidFill>
                <a:effectLst/>
                <a:latin typeface="Arial" panose="020B0604020202020204" pitchFamily="34" charset="0"/>
                <a:cs typeface="Arial" panose="020B0604020202020204" pitchFamily="34" charset="0"/>
              </a:rPr>
            </a:br>
            <a:r>
              <a:rPr lang="es-ES" sz="8000" b="1" i="0" dirty="0">
                <a:solidFill>
                  <a:schemeClr val="bg1"/>
                </a:solidFill>
                <a:effectLst/>
                <a:latin typeface="Arial" panose="020B0604020202020204" pitchFamily="34" charset="0"/>
                <a:cs typeface="Arial" panose="020B0604020202020204" pitchFamily="34" charset="0"/>
              </a:rPr>
              <a:t>EL SEÑOR,</a:t>
            </a:r>
            <a:br>
              <a:rPr lang="es-ES" sz="8000" b="1" i="0" dirty="0">
                <a:solidFill>
                  <a:schemeClr val="bg1"/>
                </a:solidFill>
                <a:effectLst/>
                <a:latin typeface="Arial" panose="020B0604020202020204" pitchFamily="34" charset="0"/>
                <a:cs typeface="Arial" panose="020B0604020202020204" pitchFamily="34" charset="0"/>
              </a:rPr>
            </a:br>
            <a:r>
              <a:rPr lang="es-ES" sz="8000" b="1" i="0" dirty="0">
                <a:solidFill>
                  <a:schemeClr val="bg1"/>
                </a:solidFill>
                <a:effectLst/>
                <a:latin typeface="Arial" panose="020B0604020202020204" pitchFamily="34" charset="0"/>
                <a:cs typeface="Arial" panose="020B0604020202020204" pitchFamily="34" charset="0"/>
              </a:rPr>
              <a:t>NUESTRO DIOS TODOPODEROSO,</a:t>
            </a:r>
            <a:br>
              <a:rPr lang="es-ES" sz="8000" b="1" i="0" dirty="0">
                <a:solidFill>
                  <a:schemeClr val="bg1"/>
                </a:solidFill>
                <a:effectLst/>
                <a:latin typeface="Arial" panose="020B0604020202020204" pitchFamily="34" charset="0"/>
                <a:cs typeface="Arial" panose="020B0604020202020204" pitchFamily="34" charset="0"/>
              </a:rPr>
            </a:br>
            <a:r>
              <a:rPr lang="es-ES" sz="8000" b="1" i="0" dirty="0">
                <a:solidFill>
                  <a:schemeClr val="bg1"/>
                </a:solidFill>
                <a:effectLst/>
                <a:latin typeface="Arial" panose="020B0604020202020204" pitchFamily="34" charset="0"/>
                <a:cs typeface="Arial" panose="020B0604020202020204" pitchFamily="34" charset="0"/>
              </a:rPr>
              <a:t>REINA PARA SIEMPRE REINA//</a:t>
            </a:r>
            <a:endParaRPr lang="es-CO" sz="80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84817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68CDCDAF-64F1-27B0-CBEC-E96AB106442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B7F58E6A-1FA9-5418-D639-4CF440F70B65}"/>
              </a:ext>
            </a:extLst>
          </p:cNvPr>
          <p:cNvSpPr>
            <a:spLocks noGrp="1"/>
          </p:cNvSpPr>
          <p:nvPr>
            <p:ph type="ctrTitle"/>
          </p:nvPr>
        </p:nvSpPr>
        <p:spPr>
          <a:xfrm>
            <a:off x="0" y="0"/>
            <a:ext cx="12192000" cy="6858000"/>
          </a:xfrm>
        </p:spPr>
        <p:txBody>
          <a:bodyPr anchor="ctr">
            <a:noAutofit/>
          </a:bodyPr>
          <a:lstStyle/>
          <a:p>
            <a:r>
              <a:rPr lang="es-ES" sz="7200" b="1" i="0" dirty="0">
                <a:solidFill>
                  <a:schemeClr val="bg1"/>
                </a:solidFill>
                <a:effectLst/>
                <a:latin typeface="Arial" panose="020B0604020202020204" pitchFamily="34" charset="0"/>
                <a:cs typeface="Arial" panose="020B0604020202020204" pitchFamily="34" charset="0"/>
              </a:rPr>
              <a:t>//PARA TI OH JEHOVÁ, PARA TI QUIERO CANTAR</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SIENTO GOZO EN MI ALMA, CUANDO CANTO PARA TI//</a:t>
            </a:r>
            <a:endParaRPr lang="es-CO" sz="7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40508390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a:extLst>
            <a:ext uri="{FF2B5EF4-FFF2-40B4-BE49-F238E27FC236}">
              <a16:creationId xmlns:a16="http://schemas.microsoft.com/office/drawing/2014/main" id="{22ADFE3A-DDC1-CB94-3977-4A77D8BB640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9C6A155-F490-9EEF-5D9F-8EE331E56C06}"/>
              </a:ext>
            </a:extLst>
          </p:cNvPr>
          <p:cNvSpPr>
            <a:spLocks noGrp="1"/>
          </p:cNvSpPr>
          <p:nvPr>
            <p:ph type="ctrTitle"/>
          </p:nvPr>
        </p:nvSpPr>
        <p:spPr>
          <a:xfrm>
            <a:off x="0" y="0"/>
            <a:ext cx="12192000" cy="6858000"/>
          </a:xfrm>
        </p:spPr>
        <p:txBody>
          <a:bodyPr anchor="ctr">
            <a:noAutofit/>
          </a:bodyPr>
          <a:lstStyle/>
          <a:p>
            <a:r>
              <a:rPr lang="es-ES" sz="7200" b="1" i="0" dirty="0">
                <a:solidFill>
                  <a:schemeClr val="bg1"/>
                </a:solidFill>
                <a:effectLst/>
                <a:latin typeface="Arial" panose="020B0604020202020204" pitchFamily="34" charset="0"/>
                <a:cs typeface="Arial" panose="020B0604020202020204" pitchFamily="34" charset="0"/>
              </a:rPr>
              <a:t>//POR TU GRANDE AMOR</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ERES LO MÁXIMO</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Y MI ALMA SE GOZA</a:t>
            </a:r>
            <a:br>
              <a:rPr lang="es-ES" sz="7200" b="1" i="0" dirty="0">
                <a:solidFill>
                  <a:schemeClr val="bg1"/>
                </a:solidFill>
                <a:effectLst/>
                <a:latin typeface="Arial" panose="020B0604020202020204" pitchFamily="34" charset="0"/>
                <a:cs typeface="Arial" panose="020B0604020202020204" pitchFamily="34" charset="0"/>
              </a:rPr>
            </a:br>
            <a:r>
              <a:rPr lang="es-ES" sz="7200" b="1" i="0" dirty="0">
                <a:solidFill>
                  <a:schemeClr val="bg1"/>
                </a:solidFill>
                <a:effectLst/>
                <a:latin typeface="Arial" panose="020B0604020202020204" pitchFamily="34" charset="0"/>
                <a:cs typeface="Arial" panose="020B0604020202020204" pitchFamily="34" charset="0"/>
              </a:rPr>
              <a:t>CUANDO CANTO PARA TI//</a:t>
            </a:r>
            <a:endParaRPr lang="es-CO" sz="7200" b="1"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72870631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3955F9AC-3732-9456-EBD6-F63EF10D1709}"/>
            </a:ext>
          </a:extLst>
        </p:cNvPr>
        <p:cNvGrpSpPr/>
        <p:nvPr/>
      </p:nvGrpSpPr>
      <p:grpSpPr>
        <a:xfrm>
          <a:off x="0" y="0"/>
          <a:ext cx="0" cy="0"/>
          <a:chOff x="0" y="0"/>
          <a:chExt cx="0" cy="0"/>
        </a:xfrm>
      </p:grpSpPr>
      <p:sp>
        <p:nvSpPr>
          <p:cNvPr id="93" name="PlaceHolder 1">
            <a:extLst>
              <a:ext uri="{FF2B5EF4-FFF2-40B4-BE49-F238E27FC236}">
                <a16:creationId xmlns:a16="http://schemas.microsoft.com/office/drawing/2014/main" id="{A1B099C4-BA66-265D-30A0-B2777868BA24}"/>
              </a:ext>
            </a:extLst>
          </p:cNvPr>
          <p:cNvSpPr>
            <a:spLocks noGrp="1"/>
          </p:cNvSpPr>
          <p:nvPr>
            <p:ph type="title"/>
          </p:nvPr>
        </p:nvSpPr>
        <p:spPr>
          <a:xfrm>
            <a:off x="104880" y="58230"/>
            <a:ext cx="11982240" cy="6856920"/>
          </a:xfrm>
          <a:prstGeom prst="rect">
            <a:avLst/>
          </a:prstGeom>
          <a:noFill/>
          <a:ln w="0">
            <a:noFill/>
          </a:ln>
        </p:spPr>
        <p:txBody>
          <a:bodyPr lIns="91440" tIns="45720" rIns="91440" bIns="45720" anchor="ctr">
            <a:noAutofit/>
          </a:bodyPr>
          <a:lstStyle/>
          <a:p>
            <a:pPr indent="0" algn="ctr" defTabSz="914400">
              <a:lnSpc>
                <a:spcPct val="90000"/>
              </a:lnSpc>
              <a:buNone/>
              <a:tabLst>
                <a:tab pos="0" algn="l"/>
              </a:tabLst>
            </a:pPr>
            <a:r>
              <a:rPr lang="es-ES" sz="7200" b="1" u="none" strike="noStrike" dirty="0">
                <a:solidFill>
                  <a:srgbClr val="FFFFFF"/>
                </a:solidFill>
                <a:effectLst/>
                <a:uFillTx/>
                <a:latin typeface="Arial"/>
                <a:ea typeface="Tahoma"/>
              </a:rPr>
              <a:t>EN TOTALIDAD A TI, RINDO ALMA Y CORAZON</a:t>
            </a:r>
            <a:br>
              <a:rPr lang="es-ES" sz="7200" b="1" u="none" strike="noStrike" dirty="0">
                <a:solidFill>
                  <a:srgbClr val="FFFFFF"/>
                </a:solidFill>
                <a:effectLst/>
                <a:uFillTx/>
                <a:latin typeface="Arial"/>
                <a:ea typeface="Tahoma"/>
              </a:rPr>
            </a:br>
            <a:r>
              <a:rPr lang="es-ES" sz="7200" b="1" u="none" strike="noStrike" dirty="0">
                <a:solidFill>
                  <a:srgbClr val="FFFFFF"/>
                </a:solidFill>
                <a:effectLst/>
                <a:uFillTx/>
                <a:latin typeface="Arial"/>
                <a:ea typeface="Tahoma"/>
              </a:rPr>
              <a:t>NO TENGO NADA MAS QUE DAR,</a:t>
            </a:r>
            <a:br>
              <a:rPr lang="es-ES" sz="7200" b="1" u="none" strike="noStrike" dirty="0">
                <a:solidFill>
                  <a:srgbClr val="FFFFFF"/>
                </a:solidFill>
                <a:effectLst/>
                <a:uFillTx/>
                <a:latin typeface="Arial"/>
                <a:ea typeface="Tahoma"/>
              </a:rPr>
            </a:br>
            <a:r>
              <a:rPr lang="es-ES" sz="7200" b="1" u="none" strike="noStrike" dirty="0">
                <a:solidFill>
                  <a:srgbClr val="FFFFFF"/>
                </a:solidFill>
                <a:effectLst/>
                <a:uFillTx/>
                <a:latin typeface="Arial"/>
                <a:ea typeface="Tahoma"/>
              </a:rPr>
              <a:t>TOMALO MI BUEN SEÑOR.</a:t>
            </a:r>
            <a:endParaRPr lang="es-ES" sz="7200" b="1" u="none" strike="noStrike" dirty="0">
              <a:solidFill>
                <a:srgbClr val="FFFFFF"/>
              </a:solidFill>
              <a:effectLst/>
              <a:uFillTx/>
              <a:latin typeface="Arial"/>
            </a:endParaRPr>
          </a:p>
        </p:txBody>
      </p:sp>
    </p:spTree>
    <p:extLst>
      <p:ext uri="{BB962C8B-B14F-4D97-AF65-F5344CB8AC3E}">
        <p14:creationId xmlns:p14="http://schemas.microsoft.com/office/powerpoint/2010/main" val="39314642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F9DB67B1-DEDF-13BD-6DF3-DD945CC83988}"/>
            </a:ext>
          </a:extLst>
        </p:cNvPr>
        <p:cNvGrpSpPr/>
        <p:nvPr/>
      </p:nvGrpSpPr>
      <p:grpSpPr>
        <a:xfrm>
          <a:off x="0" y="0"/>
          <a:ext cx="0" cy="0"/>
          <a:chOff x="0" y="0"/>
          <a:chExt cx="0" cy="0"/>
        </a:xfrm>
      </p:grpSpPr>
      <p:sp>
        <p:nvSpPr>
          <p:cNvPr id="93" name="PlaceHolder 1">
            <a:extLst>
              <a:ext uri="{FF2B5EF4-FFF2-40B4-BE49-F238E27FC236}">
                <a16:creationId xmlns:a16="http://schemas.microsoft.com/office/drawing/2014/main" id="{9EA6B67C-6FFA-C8F9-EA05-D12483E0F925}"/>
              </a:ext>
            </a:extLst>
          </p:cNvPr>
          <p:cNvSpPr>
            <a:spLocks noGrp="1"/>
          </p:cNvSpPr>
          <p:nvPr>
            <p:ph type="title"/>
          </p:nvPr>
        </p:nvSpPr>
        <p:spPr>
          <a:xfrm>
            <a:off x="104880" y="58230"/>
            <a:ext cx="11982240" cy="6856920"/>
          </a:xfrm>
          <a:prstGeom prst="rect">
            <a:avLst/>
          </a:prstGeom>
          <a:noFill/>
          <a:ln w="0">
            <a:noFill/>
          </a:ln>
        </p:spPr>
        <p:txBody>
          <a:bodyPr lIns="91440" tIns="45720" rIns="91440" bIns="45720" anchor="ctr">
            <a:noAutofit/>
          </a:bodyPr>
          <a:lstStyle/>
          <a:p>
            <a:pPr indent="0" algn="ctr" defTabSz="914400">
              <a:lnSpc>
                <a:spcPct val="90000"/>
              </a:lnSpc>
              <a:buNone/>
              <a:tabLst>
                <a:tab pos="0" algn="l"/>
              </a:tabLst>
            </a:pPr>
            <a:r>
              <a:rPr lang="es-ES" sz="7200" b="1" u="none" strike="noStrike" dirty="0">
                <a:solidFill>
                  <a:srgbClr val="FFFFFF"/>
                </a:solidFill>
                <a:effectLst/>
                <a:uFillTx/>
                <a:latin typeface="Arial"/>
                <a:ea typeface="Tahoma"/>
              </a:rPr>
              <a:t>TOMAME EN TUS BRAZOS CRISTO,</a:t>
            </a:r>
            <a:br>
              <a:rPr lang="es-ES" sz="7200" b="1" u="none" strike="noStrike" dirty="0">
                <a:solidFill>
                  <a:srgbClr val="FFFFFF"/>
                </a:solidFill>
                <a:effectLst/>
                <a:uFillTx/>
                <a:latin typeface="Arial"/>
                <a:ea typeface="Tahoma"/>
              </a:rPr>
            </a:br>
            <a:r>
              <a:rPr lang="es-ES" sz="7200" b="1" u="none" strike="noStrike" dirty="0">
                <a:solidFill>
                  <a:srgbClr val="FFFFFF"/>
                </a:solidFill>
                <a:effectLst/>
                <a:uFillTx/>
                <a:latin typeface="Arial"/>
                <a:ea typeface="Tahoma"/>
              </a:rPr>
              <a:t>TOMA MI VIDA EN TUS MANOS</a:t>
            </a:r>
            <a:br>
              <a:rPr lang="es-ES" sz="7200" b="1" u="none" strike="noStrike" dirty="0">
                <a:solidFill>
                  <a:srgbClr val="FFFFFF"/>
                </a:solidFill>
                <a:effectLst/>
                <a:uFillTx/>
                <a:latin typeface="Arial"/>
                <a:ea typeface="Tahoma"/>
              </a:rPr>
            </a:br>
            <a:r>
              <a:rPr lang="es-ES" sz="7200" b="1" u="none" strike="noStrike" dirty="0">
                <a:solidFill>
                  <a:srgbClr val="FFFFFF"/>
                </a:solidFill>
                <a:effectLst/>
                <a:uFillTx/>
                <a:latin typeface="Arial"/>
                <a:ea typeface="Tahoma"/>
              </a:rPr>
              <a:t>Y HAZ DE MI LO QUE TU QUIERAS</a:t>
            </a:r>
            <a:br>
              <a:rPr lang="es-ES" sz="7200" b="1" u="none" strike="noStrike" dirty="0">
                <a:solidFill>
                  <a:srgbClr val="FFFFFF"/>
                </a:solidFill>
                <a:effectLst/>
                <a:uFillTx/>
                <a:latin typeface="Arial"/>
                <a:ea typeface="Tahoma"/>
              </a:rPr>
            </a:br>
            <a:r>
              <a:rPr lang="es-ES" sz="7200" b="1" u="none" strike="noStrike" dirty="0">
                <a:solidFill>
                  <a:srgbClr val="FFFFFF"/>
                </a:solidFill>
                <a:effectLst/>
                <a:uFillTx/>
                <a:latin typeface="Arial"/>
                <a:ea typeface="Tahoma"/>
              </a:rPr>
              <a:t>TOMAME AQUI ESTOY.</a:t>
            </a:r>
            <a:endParaRPr lang="es-ES" sz="7200" b="1" u="none" strike="noStrike" dirty="0">
              <a:solidFill>
                <a:srgbClr val="FFFFFF"/>
              </a:solidFill>
              <a:effectLst/>
              <a:uFillTx/>
              <a:latin typeface="Arial"/>
            </a:endParaRPr>
          </a:p>
        </p:txBody>
      </p:sp>
    </p:spTree>
    <p:extLst>
      <p:ext uri="{BB962C8B-B14F-4D97-AF65-F5344CB8AC3E}">
        <p14:creationId xmlns:p14="http://schemas.microsoft.com/office/powerpoint/2010/main" val="73242633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a:extLst>
            <a:ext uri="{FF2B5EF4-FFF2-40B4-BE49-F238E27FC236}">
              <a16:creationId xmlns:a16="http://schemas.microsoft.com/office/drawing/2014/main" id="{86B6A9E1-A2D6-66B0-8286-DEBE62C7357A}"/>
            </a:ext>
          </a:extLst>
        </p:cNvPr>
        <p:cNvGrpSpPr/>
        <p:nvPr/>
      </p:nvGrpSpPr>
      <p:grpSpPr>
        <a:xfrm>
          <a:off x="0" y="0"/>
          <a:ext cx="0" cy="0"/>
          <a:chOff x="0" y="0"/>
          <a:chExt cx="0" cy="0"/>
        </a:xfrm>
      </p:grpSpPr>
      <p:sp>
        <p:nvSpPr>
          <p:cNvPr id="93" name="PlaceHolder 1">
            <a:extLst>
              <a:ext uri="{FF2B5EF4-FFF2-40B4-BE49-F238E27FC236}">
                <a16:creationId xmlns:a16="http://schemas.microsoft.com/office/drawing/2014/main" id="{94152AD8-05E1-14A2-A74F-F721EDE36207}"/>
              </a:ext>
            </a:extLst>
          </p:cNvPr>
          <p:cNvSpPr>
            <a:spLocks noGrp="1"/>
          </p:cNvSpPr>
          <p:nvPr>
            <p:ph type="title"/>
          </p:nvPr>
        </p:nvSpPr>
        <p:spPr>
          <a:xfrm>
            <a:off x="104880" y="58230"/>
            <a:ext cx="11982240" cy="6856920"/>
          </a:xfrm>
          <a:prstGeom prst="rect">
            <a:avLst/>
          </a:prstGeom>
          <a:noFill/>
          <a:ln w="0">
            <a:noFill/>
          </a:ln>
        </p:spPr>
        <p:txBody>
          <a:bodyPr lIns="91440" tIns="45720" rIns="91440" bIns="45720" anchor="ctr">
            <a:noAutofit/>
          </a:bodyPr>
          <a:lstStyle/>
          <a:p>
            <a:pPr indent="0" algn="ctr" defTabSz="914400">
              <a:lnSpc>
                <a:spcPct val="90000"/>
              </a:lnSpc>
              <a:buNone/>
              <a:tabLst>
                <a:tab pos="0" algn="l"/>
              </a:tabLst>
            </a:pPr>
            <a:r>
              <a:rPr lang="es-ES" sz="11500" b="1" u="none" strike="noStrike" dirty="0">
                <a:solidFill>
                  <a:srgbClr val="FFFFFF"/>
                </a:solidFill>
                <a:effectLst/>
                <a:uFillTx/>
                <a:latin typeface="Arial"/>
                <a:ea typeface="Tahoma"/>
              </a:rPr>
              <a:t>//TOMAME AQUI ESTOY//</a:t>
            </a:r>
            <a:endParaRPr lang="es-ES" sz="11500" b="1" u="none" strike="noStrike" dirty="0">
              <a:solidFill>
                <a:srgbClr val="FFFFFF"/>
              </a:solidFill>
              <a:effectLst/>
              <a:uFillTx/>
              <a:latin typeface="Arial"/>
            </a:endParaRPr>
          </a:p>
        </p:txBody>
      </p:sp>
    </p:spTree>
    <p:extLst>
      <p:ext uri="{BB962C8B-B14F-4D97-AF65-F5344CB8AC3E}">
        <p14:creationId xmlns:p14="http://schemas.microsoft.com/office/powerpoint/2010/main" val="1812071786"/>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Tema de 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1_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4.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161</TotalTime>
  <Words>785</Words>
  <Application>Microsoft Office PowerPoint</Application>
  <PresentationFormat>Panorámica</PresentationFormat>
  <Paragraphs>33</Paragraphs>
  <Slides>30</Slides>
  <Notes>3</Notes>
  <HiddenSlides>0</HiddenSlides>
  <MMClips>0</MMClips>
  <ScaleCrop>false</ScaleCrop>
  <HeadingPairs>
    <vt:vector size="6" baseType="variant">
      <vt:variant>
        <vt:lpstr>Fuentes usadas</vt:lpstr>
      </vt:variant>
      <vt:variant>
        <vt:i4>6</vt:i4>
      </vt:variant>
      <vt:variant>
        <vt:lpstr>Tema</vt:lpstr>
      </vt:variant>
      <vt:variant>
        <vt:i4>3</vt:i4>
      </vt:variant>
      <vt:variant>
        <vt:lpstr>Títulos de diapositiva</vt:lpstr>
      </vt:variant>
      <vt:variant>
        <vt:i4>30</vt:i4>
      </vt:variant>
    </vt:vector>
  </HeadingPairs>
  <TitlesOfParts>
    <vt:vector size="39" baseType="lpstr">
      <vt:lpstr>Arial</vt:lpstr>
      <vt:lpstr>Calibri</vt:lpstr>
      <vt:lpstr>Calibri Light</vt:lpstr>
      <vt:lpstr>Symbol</vt:lpstr>
      <vt:lpstr>Times New Roman</vt:lpstr>
      <vt:lpstr>Wingdings</vt:lpstr>
      <vt:lpstr>Tema de Office</vt:lpstr>
      <vt:lpstr>1_Tema de Office</vt:lpstr>
      <vt:lpstr>3_Tema de Office</vt:lpstr>
      <vt:lpstr>CUAN GLORIOSA SERÁ LA MAÑANA CUANDO VENGA JESÚS EL SALVADOR LAS NACIONES UNIDAS COMO HERMANAS BIENVENIDAS DAREMOS AL SEÑOR</vt:lpstr>
      <vt:lpstr>NO HABRÁ NECESIDAD DE LA LUZ NI EL RESPLANDOR NI EL SOL DARÁ SU LUZ, NI TAMPOCO SU CALOR ALLÍ LLANTO NO HABRÁ, NI TRISTEZAS NI DOLOR PORQUE ENTONCES JESÚS EL REY DE GLORIA PARA SIEMPRE SERÁ EL CONSOLADOR</vt:lpstr>
      <vt:lpstr>ESPERAMOS LA MAÑANA GLORIOSA PARA DAR LA BIENVENIDA AL DIOS DE AMOR DONDE TODO SERÁ COLOR DE ROSA EN LA SANTA FRAGANCIA DEL SEÑOR</vt:lpstr>
      <vt:lpstr>EL CRISTIANO FIEL Y VERDADERO Y TAMBIÉN EL OBRERO DE VALOR Y LA IGLESIA LA ESPOSA DEL CORDERO ESTARÁN EN LOS BRAZOS DEL SEÑOR</vt:lpstr>
      <vt:lpstr>HAY PODER, PODER SIN IGUAL PODER EN JESÚS, QUIEN MURIÓ HAY PODER, PODER SIN IGUAL PODER EN LA SANGRE QUE ÉL VERTIÓ</vt:lpstr>
      <vt:lpstr>¿QUIERES SER SALVO DE TODA MALDAD? TAN SOLO HAY PODER EN MI JESÚS ¿QUIERES VIVIR Y GOZAR SANTIDAD? TAN SOLO HAY PODER EN JESÚS</vt:lpstr>
      <vt:lpstr>¿QUIERES SER LIBRE DE ORGULLO Y PASIÓN? TAN SOLO HAY PODER EN MI JESÚS ¿QUIERES VENCER TODA CRUEL TENTACIÓN? TAN SOLO HAY PODER EN JESÚS</vt:lpstr>
      <vt:lpstr>YO SIENTO GOZO EN MI ALMA, GOZO EN MI ALMA GOZO EN MI ALMA Y EN MI SER, ALELUYA GLORIA A DIOS</vt:lpstr>
      <vt:lpstr>SON COMO ///RIOS DE AGUA  VIVA/// EN MI SER.  //VAMOS CANTANDO HASTA  QUE BAJE EL PODER// DA GLORIA A DIOS, DA GLORIA A ÉL,  VAMOS CANTANDO HASTA QUE BAJE EL PODER.</vt:lpstr>
      <vt:lpstr>//NO TE AVERGÜENCES Y  ALABA TU SEÑOR// DA GLORIA A DIOS, DA  GLORIA A ÉL, NO TE AVERGÜENCES  Y ALABA A TU SEÑOR</vt:lpstr>
      <vt:lpstr>A JESUCRISTO VEN SIN TARDAR, QUE ENTRE NOSOTROS HOY ÉL ESTÁ, Y TE CONVIDA CON DULCE AFÁN, TIERNO DICIENDO: VEN</vt:lpstr>
      <vt:lpstr>¡OH CUÁN GRATA ES NUESTRA REUNIÓN CUANDO ALLÁ SEÑOR, EN TU MANSIÓN CONTIGO ESTEMOS EN COMUNIÓN ¡¡GOZANDO ETERNO BIEN!</vt:lpstr>
      <vt:lpstr>PIENSA QUE EL SÓLO PUEDE COLMAR TÚ TRISTE PECHO DE GOZO Y PAZ; Y PORQUE ANHELA TU BIENESTAR, VUELVE A DECIRTE: VEN</vt:lpstr>
      <vt:lpstr>SU VOZ ESCUCHA SIN VACILAR, Y GRATO ACEPTA LO QUE HOY TE DA, TAL VEZ MAÑANA NO HABRÁ LUGAR, NO TE DETENGAS, VEN</vt:lpstr>
      <vt:lpstr>DIOS ES NUESTRO AMPARO, NUESTRA FORTALEZA, NUESTRO PRONTO AUXILIO EN LA TRIBULACIÓN; AUNQUE SE TRASPASEN LOS MONTES A LA MAR, AUNQUE ESTA TIERRA TIEMBLE, TENEMOS QUE CANTAR</vt:lpstr>
      <vt:lpstr>CIELOS Y TIERRA PASARÁN, MAS SU PALABRA NO PASARÁ. ¡NO, NO, NO PASARÁ; NO, NO, NO PASARÁ!</vt:lpstr>
      <vt:lpstr>//EN EL ALTAR DE DIOS EN EL ALTAR DE DIOS EL FUEGO ESTÁ ENCENDIDO//</vt:lpstr>
      <vt:lpstr>NADIE LO PODRÁ APAGAR NADIE LO PODRÁ APAGAR PORQUE EL FUEGO DEL SEÑOR EN MI CORAZÓN ESTÁ</vt:lpstr>
      <vt:lpstr> //MIRAD CUÁN BUENO Y DELICIOSO ES, HABITAR LOS HERMANOS JUNTOS EN ARMONÍA//</vt:lpstr>
      <vt:lpstr>ES COMO͜ EL BUEN ÓLEO SOBRE LA CABEZA, EL CUAL DESCIENDE SOBRE LA BARBA DE͜ AARÓN: Y BAJA͜ HASTA͜ EL BORDE DE SUS VESTIDURAS.</vt:lpstr>
      <vt:lpstr>COMO͜ EL ROCÍO DE͜ HERMÓN QUE DESCIENDE SOBRE SIÓN; //PORQUE͜ ALLÍ ENVÍA JEHOVÁ SU BENDICIÓN: Y VIDA ETERNA//.</vt:lpstr>
      <vt:lpstr>//GOCÉMONOS Y ALEGRÉMONOS, DÉMOSLE GLORIA AL DIOS QUE NOS AMÓ// </vt:lpstr>
      <vt:lpstr>PORQUE YO SÉ QUE MI DIOS ÉL VIVE POR LOS SIGLOS DE LOS SIGLOS ALELUYA</vt:lpstr>
      <vt:lpstr>//ÉL ES EL ALFA,  ÉL ES LA OMEGA, ES EL PRINCIPIO  Y ES EL FIN//</vt:lpstr>
      <vt:lpstr>//ALELUYA PORQUE  EL SEÑOR, NUESTRO DIOS TODOPODEROSO, REINA PARA SIEMPRE REINA//</vt:lpstr>
      <vt:lpstr>//PARA TI OH JEHOVÁ, PARA TI QUIERO CANTAR SIENTO GOZO EN MI ALMA, CUANDO CANTO PARA TI//</vt:lpstr>
      <vt:lpstr>//POR TU GRANDE AMOR ERES LO MÁXIMO Y MI ALMA SE GOZA CUANDO CANTO PARA TI//</vt:lpstr>
      <vt:lpstr>EN TOTALIDAD A TI, RINDO ALMA Y CORAZON NO TENGO NADA MAS QUE DAR, TOMALO MI BUEN SEÑOR.</vt:lpstr>
      <vt:lpstr>TOMAME EN TUS BRAZOS CRISTO, TOMA MI VIDA EN TUS MANOS Y HAZ DE MI LO QUE TU QUIERAS TOMAME AQUI ESTOY.</vt:lpstr>
      <vt:lpstr>//TOMAME AQUI ESTOY//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Andrés Windows</dc:creator>
  <cp:lastModifiedBy>Andrés Windows</cp:lastModifiedBy>
  <cp:revision>5</cp:revision>
  <dcterms:created xsi:type="dcterms:W3CDTF">2025-01-15T22:53:03Z</dcterms:created>
  <dcterms:modified xsi:type="dcterms:W3CDTF">2026-08-09T03:36:42Z</dcterms:modified>
</cp:coreProperties>
</file>