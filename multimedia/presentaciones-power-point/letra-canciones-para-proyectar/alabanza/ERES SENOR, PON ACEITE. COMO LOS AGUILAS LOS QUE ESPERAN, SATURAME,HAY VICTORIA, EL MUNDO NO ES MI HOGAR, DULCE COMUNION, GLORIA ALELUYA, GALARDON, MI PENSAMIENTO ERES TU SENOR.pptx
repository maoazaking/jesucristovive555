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14" r:id="rId2"/>
    <p:sldId id="315" r:id="rId3"/>
    <p:sldId id="289" r:id="rId4"/>
    <p:sldId id="290" r:id="rId5"/>
    <p:sldId id="291" r:id="rId6"/>
    <p:sldId id="295" r:id="rId7"/>
    <p:sldId id="296" r:id="rId8"/>
    <p:sldId id="306" r:id="rId9"/>
    <p:sldId id="260" r:id="rId10"/>
    <p:sldId id="316" r:id="rId11"/>
    <p:sldId id="317" r:id="rId12"/>
    <p:sldId id="318" r:id="rId13"/>
    <p:sldId id="319" r:id="rId14"/>
    <p:sldId id="320" r:id="rId15"/>
    <p:sldId id="321" r:id="rId16"/>
    <p:sldId id="322" r:id="rId17"/>
    <p:sldId id="265" r:id="rId18"/>
    <p:sldId id="266" r:id="rId19"/>
    <p:sldId id="267" r:id="rId20"/>
    <p:sldId id="280" r:id="rId21"/>
    <p:sldId id="323" r:id="rId22"/>
    <p:sldId id="324" r:id="rId23"/>
    <p:sldId id="325" r:id="rId24"/>
    <p:sldId id="326" r:id="rId25"/>
    <p:sldId id="327" r:id="rId26"/>
    <p:sldId id="328" r:id="rId27"/>
    <p:sldId id="329" r:id="rId28"/>
    <p:sldId id="330" r:id="rId29"/>
    <p:sldId id="331" r:id="rId30"/>
    <p:sldId id="332" r:id="rId31"/>
    <p:sldId id="333" r:id="rId32"/>
    <p:sldId id="334" r:id="rId33"/>
    <p:sldId id="335" r:id="rId3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370" autoAdjust="0"/>
  </p:normalViewPr>
  <p:slideViewPr>
    <p:cSldViewPr snapToGrid="0">
      <p:cViewPr varScale="1">
        <p:scale>
          <a:sx n="68" d="100"/>
          <a:sy n="68" d="100"/>
        </p:scale>
        <p:origin x="8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A0104C-D444-4C2F-9D72-71A47DACD528}" type="datetimeFigureOut">
              <a:rPr lang="es-CO" smtClean="0"/>
              <a:t>29/08/2026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D05F5A-2C73-4892-AFE6-690DFC1A7E6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5258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C130C0-D651-6B83-E53B-3EA1EDAF6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DEBF0A-3593-6B33-406E-71647DAF6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6375EA-22B4-4CAE-AB3F-67A0997F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236B72-5818-6E81-A4D4-89F55276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E88D5C-FE2D-1E1D-0A89-AC302CA0D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28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38C44-7538-3B3F-C8CE-3CF1EC13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BF0C69-9AEE-5328-B74B-F510E65B5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23A08A-C123-6CBB-923A-605E325EA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4E9F9A-8C7D-A76B-7DA4-0C4447E0D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0BCC67-3FEA-3210-EAD5-C4D54680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5725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6FEAF8-FBF5-0B7B-3CB1-04ED2856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D53291-CD5B-E8FC-B4EB-A51CA076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876001-7210-F0CD-8DC2-34688124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39AE81-9B61-F390-7AB9-C51552454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9F872-6CDB-5F50-3F76-19DFFE0CE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195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19EA4-9EDC-F471-2250-55E2BD831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DB67AAD-DB38-7645-E0AD-92CA2EE209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2FFB3D-DDDB-C10B-A5A7-989218522B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88ED495-FD3F-1338-9D71-3AB9D839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29/08/2026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61F70FE-7A38-4640-348E-B59F55FD0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31FEDF-0F3B-0E0F-9AF1-3C004D565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3881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FC605-565A-6C8C-930D-F5E5586B0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EDD4D3-FEE7-30A2-EC51-0C12856B8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DE4A01-363B-EB04-B4A7-5915734307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69A3DDE-B39E-3E46-C758-3E410AEDF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F10ADD7-383E-B199-F1BC-8FB9359F26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5C35E3E-46E6-89DC-6337-002B47FE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29/08/2026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718591-089F-AE35-BF6F-7708B6E1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1F7E3E-2FAD-3377-03FD-2E16DBEC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33718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C5662-4383-89C5-97C3-AE1BE5B7B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0E43F2-D835-4DC9-87E0-17CA97F6C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29/08/2026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C13B977-31EB-FE00-92AE-3697E580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C6BFB55-D182-74B3-FBDC-FE2A648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8117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90ECD0-74A8-F9D4-A75A-B43E5C0DF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29/08/2026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1146E16-41EB-213B-5018-3E35BAA3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3AE431-70CC-9EDC-8818-3DFDC9A5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7670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C18C6-313C-919A-B697-9670A72F2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743773-4F64-1A6B-65B5-69913A8A8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0879A7-F4A9-8B5E-1B92-B23125346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C2312EE-EB01-6CED-841E-3F0EC302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29/08/2026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736635-CC6F-352D-F451-81984AFD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2FBDAD-125F-3349-9176-C3BA3A48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057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804C57-4818-E3ED-A6C5-F6F0DCD01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43AB964-318B-337F-60B7-2754720DA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3CB9B5-34A7-129B-0A31-F9DC3B03D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DAD8ED-BDBF-42F5-3B2F-ECB7B425C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29/08/2026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785FFD-59B6-BC64-E9D6-16052BBB7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F37ACC-A056-E9BB-5DDB-22ABA20B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5149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CD7602-9F2F-1A04-27ED-D6B40223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DF196E-F362-AF35-731F-E57B56CD5B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5CE00D-068C-0663-07D0-D0E4009B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77BA55-9761-D08F-75E3-BA24412C0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FF34F0-6499-4641-D773-47264DA0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6909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C877A66-C666-056F-960F-171BE0A21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474AEC-C427-4B7F-F962-BF90628D3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89CFCC-52A0-31C0-1287-C727C689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C9EE7-8DDA-4DF6-924E-8E4896CBE84A}" type="datetimeFigureOut">
              <a:rPr lang="es-CO" smtClean="0"/>
              <a:t>29/08/2026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F7EDF1-917F-3E81-2797-81020FCF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880FEF-AB90-C357-A5A4-FB68CA8C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996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F701C12-4015-F4A9-4662-8F064380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B8C966-0D4A-1CE4-B00F-6CA3BD54B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EE87F2-74FC-DEC5-0F78-BB780EF7B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5C9EE7-8DDA-4DF6-924E-8E4896CBE84A}" type="datetimeFigureOut">
              <a:rPr lang="es-CO" smtClean="0"/>
              <a:t>29/08/2026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8A9CA-C692-6AA9-163F-9B8F7BAAE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C231D6-70B1-65BF-A514-A6FF777CB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7D374-75C3-4BB2-8E3C-6A07029DE21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1978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15383A-7D45-92D5-8543-BDD2B86D6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E10BE5-548C-F792-81C1-D162F545E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//ERES SEÑOR, VENCEDOR, </a:t>
            </a:r>
            <a:b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INVENCIBLE</a:t>
            </a:r>
            <a:b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ERES CAMPEÓN, GANADOR </a:t>
            </a:r>
            <a:b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 BATALLA</a:t>
            </a:r>
            <a:b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ERES MI REY Y MI DIOS</a:t>
            </a:r>
            <a:b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8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QUE CUIDA A SU PUEBLO//</a:t>
            </a:r>
            <a:endParaRPr lang="es-CO" sz="68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7412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E0C6B-2790-4358-41ED-577777E54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D0A08-1710-C079-28F3-5BFE1A9A4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28600"/>
            <a:ext cx="12192000" cy="6858000"/>
          </a:xfrm>
        </p:spPr>
        <p:txBody>
          <a:bodyPr>
            <a:noAutofit/>
          </a:bodyPr>
          <a:lstStyle/>
          <a:p>
            <a: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 ESO YO TE CANTO </a:t>
            </a:r>
            <a:b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TE ALABO</a:t>
            </a:r>
            <a:b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PORQUE SÉ QUE ME </a:t>
            </a:r>
            <a:b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PROTEGES PORQUE ESTOY </a:t>
            </a:r>
            <a:b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 TU LADO POR ESO YO </a:t>
            </a:r>
            <a:b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 CANTO Y TE ADORO</a:t>
            </a:r>
            <a:b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900" b="1" i="0" dirty="0">
                <a:solidFill>
                  <a:srgbClr val="E0E0E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PORQUE SÉ QUE NUNCA JAMÁS ME DEJARÁS DESAMPARADO</a:t>
            </a:r>
            <a:endParaRPr lang="es-CO" sz="59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615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013EB-9FD4-2410-6563-C86DD33F0E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44378" y="0"/>
            <a:ext cx="12192000" cy="6858000"/>
          </a:xfrm>
        </p:spPr>
        <p:txBody>
          <a:bodyPr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PON ACEITE EN MI LÁMPARA SEÑOR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PON ACEITE EN MI LÁMPARA SEÑOR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 YO QUIERO SERVIRTE CON AMOR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PON ACEITE EN MI LÁMPARA SEÑOR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37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CD35D-DF00-13AB-7336-7A987C06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B3E3B-5763-48DD-3B12-DB0F31AFA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579243"/>
            <a:ext cx="12192000" cy="6858000"/>
          </a:xfrm>
        </p:spPr>
        <p:txBody>
          <a:bodyPr>
            <a:noAutofit/>
          </a:bodyPr>
          <a:lstStyle/>
          <a:p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SEÑOR JESÚS ERES MI VIDA</a:t>
            </a:r>
            <a:b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SEÑOR JESÚS ERES MI AMOR</a:t>
            </a:r>
          </a:p>
        </p:txBody>
      </p:sp>
    </p:spTree>
    <p:extLst>
      <p:ext uri="{BB962C8B-B14F-4D97-AF65-F5344CB8AC3E}">
        <p14:creationId xmlns:p14="http://schemas.microsoft.com/office/powerpoint/2010/main" val="1362956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1AA484-AF74-C06D-FBA5-D8BEA37D0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1A94C1-585B-A718-13A9-2C1888F3C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526" y="-737937"/>
            <a:ext cx="11790947" cy="6858000"/>
          </a:xfrm>
        </p:spPr>
        <p:txBody>
          <a:bodyPr>
            <a:noAutofit/>
          </a:bodyPr>
          <a:lstStyle/>
          <a:p>
            <a:r>
              <a:rPr lang="es-ES" sz="9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/SALVASTE MI ALMA PERDIDA</a:t>
            </a:r>
            <a:br>
              <a:rPr lang="es-ES" sz="9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9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 ESO TE ALABO CON EL CORAZÓN /</a:t>
            </a:r>
          </a:p>
        </p:txBody>
      </p:sp>
    </p:spTree>
    <p:extLst>
      <p:ext uri="{BB962C8B-B14F-4D97-AF65-F5344CB8AC3E}">
        <p14:creationId xmlns:p14="http://schemas.microsoft.com/office/powerpoint/2010/main" val="1774325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5CD35D-DF00-13AB-7336-7A987C06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2B3E3B-5763-48DD-3B12-DB0F31AFA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84269"/>
            <a:ext cx="12192000" cy="6858000"/>
          </a:xfrm>
        </p:spPr>
        <p:txBody>
          <a:bodyPr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//LOS QUE ESPERAN, LOS QUE ESPERAN EN JEHOVÁ//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//COMO LAS ÁGUILAS, COMO LAS ÁGUILAS, SUS ALAS LEVANTARÁN//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910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117244-06F6-5EC5-F916-2BAD05F4A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803DD-D988-019D-E6C8-9E317D0A3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48" y="-660735"/>
            <a:ext cx="12135852" cy="6858000"/>
          </a:xfrm>
        </p:spPr>
        <p:txBody>
          <a:bodyPr>
            <a:noAutofit/>
          </a:bodyPr>
          <a:lstStyle/>
          <a:p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CORRERÁN Y NO SE CANSARÁN</a:t>
            </a:r>
            <a:b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9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CAMINARÁN, NO SE FATIGARÁN</a:t>
            </a:r>
            <a:endParaRPr lang="es-CO" sz="9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444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1073D7-4F15-9791-DAD8-22D861E16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5B6CBE-46A3-2606-E344-783A180D2A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74" y="-736935"/>
            <a:ext cx="12135852" cy="6858000"/>
          </a:xfrm>
        </p:spPr>
        <p:txBody>
          <a:bodyPr>
            <a:noAutofit/>
          </a:bodyPr>
          <a:lstStyle/>
          <a:p>
            <a:r>
              <a:rPr lang="es-ES" sz="90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//COMO LAS ÁGUILAS, COMO LAS ÁGUILAS, SUS ALAS LEVANTARÁN//</a:t>
            </a:r>
            <a:endParaRPr lang="es-CO" sz="9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998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1F8D86-CC95-278B-ECB3-F8FFF1A0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358D5E-B65B-0EC2-79E1-B7C159C48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//SATÚRAME SEÑOR CON 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 ESPÍRITU//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//Y DÉJAME SENTIR EL 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FUEGO DE TU AMOR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AQUÍ EN MI CORAZÓN 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SEÑOR//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271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B0FFA4-C835-E2C9-9A3F-97D152BC3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86F1DE-1B00-0492-F03B-D218A1CE9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74" y="-736936"/>
            <a:ext cx="12135852" cy="7594935"/>
          </a:xfrm>
        </p:spPr>
        <p:txBody>
          <a:bodyPr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HAY VICTORIA EN MI JESÚS, EN MI JESÚS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HAY VICTORIA EN MI JESÚS, EN MI JESÚS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//LAS CADENAS QUE ME ATABAN ROTAS SON 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 EL SEÑOR//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225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AB6A46-C671-92FD-7067-0A54E0DB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A92C4-2F80-D2D5-E309-EC05A3B83E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74" y="0"/>
            <a:ext cx="12135852" cy="6857999"/>
          </a:xfrm>
        </p:spPr>
        <p:txBody>
          <a:bodyPr anchor="ctr"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MI COPA LLENA ESTÁ, 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LLENA ESTÁ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MI COPA LLENA ESTÁ, 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LLENA ESTÁ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DEL ACEITE QUE 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DESCIENDE DESDE EL 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TRONO DEL SEÑOR</a:t>
            </a:r>
            <a:endParaRPr lang="es-CO" sz="6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217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2E08C7-7818-B744-DFD7-FEB55A7D5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10357-D71F-CB4C-3A3E-FCEA9F742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 anchor="ctr"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//SATÚRAME SEÑOR CON 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TU ESPÍRITU//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//Y DÉJAME SENTIR EL 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FUEGO DE TU AMOR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AQUÍ EN MI CORAZÓN 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SEÑOR//</a:t>
            </a:r>
            <a:endParaRPr lang="es-CO" sz="72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456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6FC469-6B1C-32AD-4542-C5258D9B4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3D114-7EB2-6A28-7F21-91EE51B6D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74" y="0"/>
            <a:ext cx="12135852" cy="6857999"/>
          </a:xfrm>
        </p:spPr>
        <p:txBody>
          <a:bodyPr anchor="ctr">
            <a:noAutofit/>
          </a:bodyPr>
          <a:lstStyle/>
          <a:p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MUNDO NO ES MI HOGAR,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 DE PASADA VOY;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TESOROS MIL DEJÉ, POR SEGUIR A JESÚS.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LOS ANGELES A MÍ, ME ESPERAN AL LLEGAR,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 NO SIENTO QUE SEA ESTE MUNDO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 HOGAR.</a:t>
            </a:r>
          </a:p>
        </p:txBody>
      </p:sp>
    </p:spTree>
    <p:extLst>
      <p:ext uri="{BB962C8B-B14F-4D97-AF65-F5344CB8AC3E}">
        <p14:creationId xmlns:p14="http://schemas.microsoft.com/office/powerpoint/2010/main" val="2378207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B4BEEA-9E8F-D4A7-906D-1149A74BE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949E5E-9F34-64C0-69E4-A761CBA2F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74" y="0"/>
            <a:ext cx="12135852" cy="6857999"/>
          </a:xfrm>
        </p:spPr>
        <p:txBody>
          <a:bodyPr anchor="ctr"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SEÑOR, NO HAY AMIGO 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COMO TÚ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HAY OTRO MEJOR,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BAJO ESTE CIELO AZUL;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LOS ÁNGELES A MÍ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 ESPERAN AL LLEGAR,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 NO SIENTO QUE SEA ESTE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MUNDO MI HOGAR.</a:t>
            </a:r>
          </a:p>
        </p:txBody>
      </p:sp>
    </p:spTree>
    <p:extLst>
      <p:ext uri="{BB962C8B-B14F-4D97-AF65-F5344CB8AC3E}">
        <p14:creationId xmlns:p14="http://schemas.microsoft.com/office/powerpoint/2010/main" val="29966991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9F779-86A9-5189-598C-DEC213EC3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210AC5-7711-A1C7-1070-CF2A36DBCA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74" y="0"/>
            <a:ext cx="12135852" cy="6857999"/>
          </a:xfrm>
        </p:spPr>
        <p:txBody>
          <a:bodyPr anchor="ctr"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 ESPERAN AL LLEGAR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ESTO MUY BIEN LO SÉ,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 NOMBRE ESCRITO FUÉ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 DE LA FUNDACION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AUNQUE YO DÉBIL SOY,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 SÉ QUE HE DE LLEGAR;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 NO SIENTO QUE SEA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ESTE MUNDO MI HOGAR.</a:t>
            </a:r>
          </a:p>
        </p:txBody>
      </p:sp>
    </p:spTree>
    <p:extLst>
      <p:ext uri="{BB962C8B-B14F-4D97-AF65-F5344CB8AC3E}">
        <p14:creationId xmlns:p14="http://schemas.microsoft.com/office/powerpoint/2010/main" val="3226412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265E0-AAA5-ADDA-D904-CB193182E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6A2070-977F-985F-A0F3-C66AE8D6F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074" y="0"/>
            <a:ext cx="12135852" cy="6857999"/>
          </a:xfrm>
        </p:spPr>
        <p:txBody>
          <a:bodyPr anchor="ctr"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 TENGO A MIS HERMANOS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 EL CELESTE HOGAR;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 EXTIENDEN YA LA MANO,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 ESPERAN AL LLEGAR.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 PARTE DEBO HACER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 QUIERO ALLÁ GOZAR;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YO NO SIENTO QUE SEA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ESTE MUNDO MI HOGAR.</a:t>
            </a:r>
          </a:p>
        </p:txBody>
      </p:sp>
    </p:spTree>
    <p:extLst>
      <p:ext uri="{BB962C8B-B14F-4D97-AF65-F5344CB8AC3E}">
        <p14:creationId xmlns:p14="http://schemas.microsoft.com/office/powerpoint/2010/main" val="25734468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2031E6-7B0D-B8B0-3F44-2C818EE42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D207D7-E09F-C3E2-1C18-994DFC692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DULCE COMUNIÓN LA QUE GOZO YA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LOS BRAZOS DE MI SALVADOR;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¡QUÉ GRAN BENDICIÓN EN SU PAZ ME DA!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¡OH! YO SIENTO EN MÍ SU TIERNO AMOR.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1811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FD1E0-9A8C-24C8-0EA4-5F07EF34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3131B-641F-8714-8A55-17D8058D6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73" y="-577516"/>
            <a:ext cx="11983453" cy="6858000"/>
          </a:xfrm>
        </p:spPr>
        <p:txBody>
          <a:bodyPr>
            <a:noAutofit/>
          </a:bodyPr>
          <a:lstStyle/>
          <a:p>
            <a: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LIBRE, SALVO DEL PECADO Y DEL TEMOR;</a:t>
            </a:r>
            <a:b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75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LIBRE, SALVO, EN LOS BRAZOS DE MI SALVADOR.</a:t>
            </a:r>
            <a:endParaRPr lang="es-CO" sz="75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019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33889A-9C10-77BF-D3FB-29120B107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DAF7C-E2F3-9CE9-459A-40353C7B9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6358"/>
            <a:ext cx="11983453" cy="6858000"/>
          </a:xfrm>
        </p:spPr>
        <p:txBody>
          <a:bodyPr>
            <a:noAutofit/>
          </a:bodyPr>
          <a:lstStyle/>
          <a:p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¡CUÁN DULCE ES VIVIR, CUÁN DULCE ES GOZAR!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LOS BRAZOS DE MI SALVADOR;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ALLÍ QUIERO IR Y CON ÉL MORAR</a:t>
            </a:r>
            <a:b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63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SIENDO OBJETO DE SU TIERNO AMOR</a:t>
            </a:r>
            <a:endParaRPr lang="es-CO" sz="63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986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3DDB3-C606-CA5D-61B9-161B850E0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ABA7E3-5805-EBE1-1704-60152B3E6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983453" cy="6858000"/>
          </a:xfrm>
        </p:spPr>
        <p:txBody>
          <a:bodyPr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NO HAY QUE TEMER, NI QUE DESCONFIAR,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EN LOS BRAZOS DE MI SALVADOR;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POR SU GRAN PODER ÉL ME GUARDARÁ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LOS LAZOS DEL ENGAÑADOR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555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57C3D-B675-F71C-1822-CE004FB79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BB29C-96E3-3EDA-FE97-7D85EA619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35852" cy="6857999"/>
          </a:xfrm>
        </p:spPr>
        <p:txBody>
          <a:bodyPr anchor="ctr"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 EL DIOS DE LOS EJÉRCITOS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 QUIEN YO CONFIARE;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CON CÍMBALOS DE GOZO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 SEÑOR ENSALZARE.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DESPIDE LOS RELÁMPAGOS,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MAS NUNCA TEMERÉ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ES MI PROTECTOR.</a:t>
            </a:r>
          </a:p>
        </p:txBody>
      </p:sp>
    </p:spTree>
    <p:extLst>
      <p:ext uri="{BB962C8B-B14F-4D97-AF65-F5344CB8AC3E}">
        <p14:creationId xmlns:p14="http://schemas.microsoft.com/office/powerpoint/2010/main" val="2847678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27C88-4BA9-C9AF-A887-C673C40CC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3EAAE-7D30-6E7C-6F1C-C1C15D26E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35852" cy="6857999"/>
          </a:xfrm>
        </p:spPr>
        <p:txBody>
          <a:bodyPr anchor="ctr"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¡GLORIA, GLORIA, ALELUYA!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¡GLORIA, GLORIA, ALELUYA!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JESUS ES EL SEÑOR</a:t>
            </a:r>
          </a:p>
        </p:txBody>
      </p:sp>
    </p:spTree>
    <p:extLst>
      <p:ext uri="{BB962C8B-B14F-4D97-AF65-F5344CB8AC3E}">
        <p14:creationId xmlns:p14="http://schemas.microsoft.com/office/powerpoint/2010/main" val="10451864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B1CF2A-12B4-80F2-CB1C-BA059326D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913B57-6CFE-CAFA-A4E7-84BBF8071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35852" cy="6857999"/>
          </a:xfrm>
        </p:spPr>
        <p:txBody>
          <a:bodyPr anchor="ctr">
            <a:noAutofit/>
          </a:bodyPr>
          <a:lstStyle/>
          <a:p>
            <a: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 EJÉRCITOS NO GANA  SUS</a:t>
            </a:r>
            <a:b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VICTORIAS EL SEÑOR;</a:t>
            </a:r>
            <a:b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NI CON FUERZA LUCHA EN</a:t>
            </a:r>
            <a:b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CONTRA DE LUZBEL,</a:t>
            </a:r>
            <a:b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 TENTADOR.</a:t>
            </a:r>
            <a:b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POTENCIA DEL ESPÍRITU</a:t>
            </a:r>
            <a:b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HA DICHO EL DIOS DE AMOR,</a:t>
            </a:r>
            <a:b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7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 LO QUE VENCERÁ.</a:t>
            </a:r>
          </a:p>
        </p:txBody>
      </p:sp>
    </p:spTree>
    <p:extLst>
      <p:ext uri="{BB962C8B-B14F-4D97-AF65-F5344CB8AC3E}">
        <p14:creationId xmlns:p14="http://schemas.microsoft.com/office/powerpoint/2010/main" val="36499990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E9B1D3-D256-7129-3B85-B48502FEE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FE5591-DAD2-5ED8-F282-355E5A03A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35852" cy="6857999"/>
          </a:xfrm>
        </p:spPr>
        <p:txBody>
          <a:bodyPr anchor="ctr">
            <a:noAutofit/>
          </a:bodyPr>
          <a:lstStyle/>
          <a:p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 BELEN DE PALESTINA EL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SEÑOR  JESÚS NACIÓ,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DESPUÉS DE TREINTA AÑOS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 LA CRUENTA CRUZ MURIÓ.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PERO VIVE PARA SIEMPRE,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PUES LA TUMBA YA VENCIÓ,</a:t>
            </a:r>
            <a:b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 NOMBRE ALABARE.</a:t>
            </a:r>
          </a:p>
        </p:txBody>
      </p:sp>
    </p:spTree>
    <p:extLst>
      <p:ext uri="{BB962C8B-B14F-4D97-AF65-F5344CB8AC3E}">
        <p14:creationId xmlns:p14="http://schemas.microsoft.com/office/powerpoint/2010/main" val="3693841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9B9ABF-E1A9-FDA3-1820-4F424AA58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E3F4C9-D26B-15E2-388D-19738261C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983453" cy="6858000"/>
          </a:xfrm>
        </p:spPr>
        <p:txBody>
          <a:bodyPr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ESPERA AL PECADOR MI SEÑOR,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LE QUIERE PERDONAR SU MALDAD,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QUIERE DARLE HOY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DE SU GRAN BONDAD,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NO DESPRECIES JAMÁS ESTA VERDAD.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72770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B90B40-C444-DB91-96A4-7D82E91BB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1DD29E-3612-FA58-CA96-F928BE484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983453" cy="6858000"/>
          </a:xfrm>
        </p:spPr>
        <p:txBody>
          <a:bodyPr anchor="ctr">
            <a:noAutofit/>
          </a:bodyPr>
          <a:lstStyle/>
          <a:p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//GALARDÓN TENGO EN GLORIA,</a:t>
            </a:r>
            <a:b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sz="8000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DONDE ESTÁ MI JESÚS, MI REY//</a:t>
            </a:r>
            <a:endParaRPr lang="es-CO" sz="8000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110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687CD0-3346-9815-021F-F236A3A1F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45BC0F-26CE-C09C-9D2D-1AC86930D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983453" cy="6858000"/>
          </a:xfrm>
        </p:spPr>
        <p:txBody>
          <a:bodyPr anchor="ctr"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ESPERA AL PECADOR MI SEÑOR,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VENGA HASTA SUS PIES CON AMOR,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QUIERE DARLE HOY DE SU GRAN BONDAD,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QUIERE DARLE LA ENTRADA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 SU MANSIÓN.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1741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CF7302-1C9B-6BFE-9330-CB556EE55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3D14A5-CF60-C8DD-295B-CAD8FD806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983453" cy="6858000"/>
          </a:xfrm>
        </p:spPr>
        <p:txBody>
          <a:bodyPr anchor="ctr"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SI SIRVO A MI SEÑOR CON LEALTAD,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 ESPERA UN GALARDÓN MÁS ALLÁ;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SI EN LA TUMBA ESTOY, Y SI YO FUI FIEL,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EL SEÑOR DE ALLÍ ME LEVANTARÁ.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7340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7D31E3-CFD1-3A5E-0C82-493EC54EA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6496CC-9376-D5FB-848E-C246386F8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1983453" cy="6858000"/>
          </a:xfrm>
        </p:spPr>
        <p:txBody>
          <a:bodyPr anchor="ctr">
            <a:noAutofit/>
          </a:bodyPr>
          <a:lstStyle/>
          <a:p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TAN CRUENTA FUE LA MUERTE DE JESÚS,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QUE EN UNA CRUENTA CRUZ EXPIRÓ,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FUE POR TI Y POR MÍ,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LO QUE DIOS SUFRIÓ,</a:t>
            </a:r>
            <a:b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s-ES" b="1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NUNCA MÁS LE PODREMOS A ÉL PAGAR.</a:t>
            </a:r>
            <a:endParaRPr lang="es-CO" b="1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0584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908678-BE4E-ACF0-453C-8A11A7497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E6474-522B-D58B-7A07-A12063A66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35852" cy="6857999"/>
          </a:xfrm>
        </p:spPr>
        <p:txBody>
          <a:bodyPr anchor="ctr">
            <a:noAutofit/>
          </a:bodyPr>
          <a:lstStyle/>
          <a:p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///MI PENSAMIENTO ERES TÚ, SEÑOR ///</a:t>
            </a:r>
            <a:b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7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 PENSAMIENTO ERES TÚ</a:t>
            </a:r>
          </a:p>
        </p:txBody>
      </p:sp>
    </p:spTree>
    <p:extLst>
      <p:ext uri="{BB962C8B-B14F-4D97-AF65-F5344CB8AC3E}">
        <p14:creationId xmlns:p14="http://schemas.microsoft.com/office/powerpoint/2010/main" val="24439734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94BE01-0E6B-3E17-A056-2E0079D48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1CC7AE-B325-C2A9-2766-4E28B23E8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35852" cy="6857999"/>
          </a:xfrm>
        </p:spPr>
        <p:txBody>
          <a:bodyPr anchor="ctr">
            <a:noAutofit/>
          </a:bodyPr>
          <a:lstStyle/>
          <a:p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//PORQUE TÚ ME HAS DADO LA VIDA,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PORQUE TÚ ME HAS DADO EL EXISTIR,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PORQUE TÚ ME HAS DADO CARIÑO,</a:t>
            </a:r>
            <a:b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6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 HAS DADO AMOR//</a:t>
            </a:r>
          </a:p>
        </p:txBody>
      </p:sp>
    </p:spTree>
    <p:extLst>
      <p:ext uri="{BB962C8B-B14F-4D97-AF65-F5344CB8AC3E}">
        <p14:creationId xmlns:p14="http://schemas.microsoft.com/office/powerpoint/2010/main" val="15285629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9A4CBC-64CE-3862-81BE-355CB5FA9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78FE74-E1E5-A3E1-5560-29BC3C53F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35852" cy="6857999"/>
          </a:xfrm>
        </p:spPr>
        <p:txBody>
          <a:bodyPr anchor="ctr">
            <a:noAutofit/>
          </a:bodyPr>
          <a:lstStyle/>
          <a:p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 LA MAÑANA PIENSO EN TÍ, SEÑOR,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MEDIO DÍA PIENSO EN TÍ, SEÑOR,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 POR LA NOCHE PIENSO EN TÍ, SEÑOR,</a:t>
            </a:r>
            <a:b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TODA HORA PIENSO EN TÍ, SEÑOR</a:t>
            </a:r>
          </a:p>
        </p:txBody>
      </p:sp>
    </p:spTree>
    <p:extLst>
      <p:ext uri="{BB962C8B-B14F-4D97-AF65-F5344CB8AC3E}">
        <p14:creationId xmlns:p14="http://schemas.microsoft.com/office/powerpoint/2010/main" val="25389346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4CFEDE-B131-F18B-253E-B8C39B24B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8C61A-46B2-B410-9D94-756D316B72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35852" cy="6857999"/>
          </a:xfrm>
        </p:spPr>
        <p:txBody>
          <a:bodyPr anchor="ctr">
            <a:noAutofit/>
          </a:bodyPr>
          <a:lstStyle/>
          <a:p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// MIS ALABANZAS SON DE TÍ, 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SEÑOR // // MIS ALABANZAS SON 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 TÍ, SEÑOR //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PORQUE TÚ ERES EL REY 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 LOS REYES,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PORQUE TÚ ERES SEÑOR 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 SEÑORES,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PORQUE TÚ ERES EL ALFA </a:t>
            </a:r>
            <a:b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54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OMEGA, PRINCIPIO Y FIN.</a:t>
            </a:r>
          </a:p>
        </p:txBody>
      </p:sp>
    </p:spTree>
    <p:extLst>
      <p:ext uri="{BB962C8B-B14F-4D97-AF65-F5344CB8AC3E}">
        <p14:creationId xmlns:p14="http://schemas.microsoft.com/office/powerpoint/2010/main" val="37448002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451</TotalTime>
  <Words>1035</Words>
  <Application>Microsoft Office PowerPoint</Application>
  <PresentationFormat>Panorámica</PresentationFormat>
  <Paragraphs>33</Paragraphs>
  <Slides>33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Tema de Office</vt:lpstr>
      <vt:lpstr>//ERES SEÑOR, VENCEDOR,  EL INVENCIBLE ERES CAMPEÓN, GANADOR  EN BATALLA ERES MI REY Y MI DIOS EL QUE CUIDA A SU PUEBLO//</vt:lpstr>
      <vt:lpstr>POR ESO YO TE CANTO  Y TE ALABO PORQUE SÉ QUE ME  PROTEGES PORQUE ESTOY  DE TU LADO POR ESO YO  TE CANTO Y TE ADORO PORQUE SÉ QUE NUNCA JAMÁS ME DEJARÁS DESAMPARADO</vt:lpstr>
      <vt:lpstr>PON ACEITE EN MI LÁMPARA SEÑOR PON ACEITE EN MI LÁMPARA SEÑOR QUE YO QUIERO SERVIRTE CON AMOR PON ACEITE EN MI LÁMPARA SEÑOR</vt:lpstr>
      <vt:lpstr>SEÑOR JESÚS ERES MI VIDA SEÑOR JESÚS ERES MI AMOR</vt:lpstr>
      <vt:lpstr>/SALVASTE MI ALMA PERDIDA POR ESO TE ALABO CON EL CORAZÓN /</vt:lpstr>
      <vt:lpstr>//LOS QUE ESPERAN, LOS QUE ESPERAN EN JEHOVÁ// //COMO LAS ÁGUILAS, COMO LAS ÁGUILAS, SUS ALAS LEVANTARÁN//</vt:lpstr>
      <vt:lpstr>CORRERÁN Y NO SE CANSARÁN CAMINARÁN, NO SE FATIGARÁN</vt:lpstr>
      <vt:lpstr>//COMO LAS ÁGUILAS, COMO LAS ÁGUILAS, SUS ALAS LEVANTARÁN//</vt:lpstr>
      <vt:lpstr>//SATÚRAME SEÑOR CON  TU ESPÍRITU// //Y DÉJAME SENTIR EL  FUEGO DE TU AMOR AQUÍ EN MI CORAZÓN  SEÑOR//</vt:lpstr>
      <vt:lpstr>HAY VICTORIA EN MI JESÚS, EN MI JESÚS HAY VICTORIA EN MI JESÚS, EN MI JESÚS //LAS CADENAS QUE ME ATABAN ROTAS SON  POR EL SEÑOR//</vt:lpstr>
      <vt:lpstr>Y MI COPA LLENA ESTÁ,  LLENA ESTÁ Y MI COPA LLENA ESTÁ,  LLENA ESTÁ DEL ACEITE QUE  DESCIENDE DESDE EL  TRONO DEL SEÑOR</vt:lpstr>
      <vt:lpstr>//SATÚRAME SEÑOR CON  TU ESPÍRITU// //Y DÉJAME SENTIR EL  FUEGO DE TU AMOR AQUÍ EN MI CORAZÓN  SEÑOR//</vt:lpstr>
      <vt:lpstr>EL MUNDO NO ES MI HOGAR, YO DE PASADA VOY; TESOROS MIL DEJÉ, POR SEGUIR A JESÚS. LOS ANGELES A MÍ, ME ESPERAN AL LLEGAR, YO NO SIENTO QUE SEA ESTE MUNDO MI HOGAR.</vt:lpstr>
      <vt:lpstr>SEÑOR, NO HAY AMIGO  COMO TÚ NO HAY OTRO MEJOR, BAJO ESTE CIELO AZUL; LOS ÁNGELES A MÍ ME ESPERAN AL LLEGAR, YO NO SIENTO QUE SEA ESTE MUNDO MI HOGAR.</vt:lpstr>
      <vt:lpstr>ME ESPERAN AL LLEGAR ESTO MUY BIEN LO SÉ, MI NOMBRE ESCRITO FUÉ ANTES DE LA FUNDACION AUNQUE YO DÉBIL SOY, YO SÉ QUE HE DE LLEGAR; YO NO SIENTO QUE SEA ESTE MUNDO MI HOGAR.</vt:lpstr>
      <vt:lpstr>YO TENGO A MIS HERMANOS EN EL CELESTE HOGAR; ME EXTIENDEN YA LA MANO, ME ESPERAN AL LLEGAR. MI PARTE DEBO HACER SI QUIERO ALLÁ GOZAR; YO NO SIENTO QUE SEA ESTE MUNDO MI HOGAR.</vt:lpstr>
      <vt:lpstr>DULCE COMUNIÓN LA QUE GOZO YA EN LOS BRAZOS DE MI SALVADOR; ¡QUÉ GRAN BENDICIÓN EN SU PAZ ME DA! ¡OH! YO SIENTO EN MÍ SU TIERNO AMOR.</vt:lpstr>
      <vt:lpstr>LIBRE, SALVO DEL PECADO Y DEL TEMOR; LIBRE, SALVO, EN LOS BRAZOS DE MI SALVADOR.</vt:lpstr>
      <vt:lpstr>¡CUÁN DULCE ES VIVIR, CUÁN DULCE ES GOZAR! EN LOS BRAZOS DE MI SALVADOR; ALLÍ QUIERO IR Y CON ÉL MORAR SIENDO OBJETO DE SU TIERNO AMOR</vt:lpstr>
      <vt:lpstr> NO HAY QUE TEMER, NI QUE DESCONFIAR, EN LOS BRAZOS DE MI SALVADOR; POR SU GRAN PODER ÉL ME GUARDARÁ DE LOS LAZOS DEL ENGAÑADOR</vt:lpstr>
      <vt:lpstr>ES EL DIOS DE LOS EJÉRCITOS EN QUIEN YO CONFIARE; Y CON CÍMBALOS DE GOZO AL SEÑOR ENSALZARE. EL DESPIDE LOS RELÁMPAGOS, MAS NUNCA TEMERÉ EL ES MI PROTECTOR.</vt:lpstr>
      <vt:lpstr>¡GLORIA, GLORIA, ALELUYA! ¡GLORIA, GLORIA, ALELUYA! JESUS ES EL SEÑOR</vt:lpstr>
      <vt:lpstr>CON EJÉRCITOS NO GANA  SUS VICTORIAS EL SEÑOR; NI CON FUERZA LUCHA EN CONTRA DE LUZBEL, EL TENTADOR. LA POTENCIA DEL ESPÍRITU HA DICHO EL DIOS DE AMOR, ES LO QUE VENCERÁ.</vt:lpstr>
      <vt:lpstr>EN BELEN DE PALESTINA EL SEÑOR  JESÚS NACIÓ, Y DESPUÉS DE TREINTA AÑOS EN LA CRUENTA CRUZ MURIÓ. PERO VIVE PARA SIEMPRE, PUES LA TUMBA YA VENCIÓ, SU NOMBRE ALABARE.</vt:lpstr>
      <vt:lpstr>ESPERA AL PECADOR MI SEÑOR, LE QUIERE PERDONAR SU MALDAD, QUIERE DARLE HOY DE SU GRAN BONDAD, NO DESPRECIES JAMÁS ESTA VERDAD.</vt:lpstr>
      <vt:lpstr>//GALARDÓN TENGO EN GLORIA, DONDE ESTÁ MI JESÚS, MI REY//</vt:lpstr>
      <vt:lpstr>ESPERA AL PECADOR MI SEÑOR, QUE VENGA HASTA SUS PIES CON AMOR, QUIERE DARLE HOY DE SU GRAN BONDAD, QUIERE DARLE LA ENTRADA A SU MANSIÓN.</vt:lpstr>
      <vt:lpstr>SI SIRVO A MI SEÑOR CON LEALTAD, ME ESPERA UN GALARDÓN MÁS ALLÁ; SI EN LA TUMBA ESTOY, Y SI YO FUI FIEL, EL SEÑOR DE ALLÍ ME LEVANTARÁ.</vt:lpstr>
      <vt:lpstr>TAN CRUENTA FUE LA MUERTE DE JESÚS, QUE EN UNA CRUENTA CRUZ EXPIRÓ, FUE POR TI Y POR MÍ, LO QUE DIOS SUFRIÓ, NUNCA MÁS LE PODREMOS A ÉL PAGAR.</vt:lpstr>
      <vt:lpstr>///MI PENSAMIENTO ERES TÚ, SEÑOR /// MI PENSAMIENTO ERES TÚ</vt:lpstr>
      <vt:lpstr>//PORQUE TÚ ME HAS DADO LA VIDA, PORQUE TÚ ME HAS DADO EL EXISTIR, PORQUE TÚ ME HAS DADO CARIÑO, ME HAS DADO AMOR//</vt:lpstr>
      <vt:lpstr>POR LA MAÑANA PIENSO EN TÍ, SEÑOR, A MEDIO DÍA PIENSO EN TÍ, SEÑOR, Y POR LA NOCHE PIENSO EN TÍ, SEÑOR, A TODA HORA PIENSO EN TÍ, SEÑOR</vt:lpstr>
      <vt:lpstr>// MIS ALABANZAS SON DE TÍ,  SEÑOR // // MIS ALABANZAS SON  DE TÍ, SEÑOR // PORQUE TÚ ERES EL REY  DE LOS REYES, PORQUE TÚ ERES SEÑOR  DE SEÑORES, PORQUE TÚ ERES EL ALFA  LA OMEGA, PRINCIPIO Y FIN.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Andrés Windows</dc:creator>
  <cp:lastModifiedBy>Andrés Windows</cp:lastModifiedBy>
  <cp:revision>7</cp:revision>
  <dcterms:created xsi:type="dcterms:W3CDTF">2024-11-24T01:13:55Z</dcterms:created>
  <dcterms:modified xsi:type="dcterms:W3CDTF">2026-08-30T03:02:47Z</dcterms:modified>
</cp:coreProperties>
</file>