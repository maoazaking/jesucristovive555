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F1F10D-101E-4D98-BFEC-4CB06CEC21A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0C58AE-8D21-4643-96D2-3FE81479E20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2B1148-7644-4CBA-B838-ACBCE66E9AB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F19E18-080E-4833-A6EB-B5D63E34B91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EB4CFB-3223-4BE5-92E4-E00A8B55C33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1DD77C-E9E2-42E1-85CF-479D9B02B25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43D902-3B66-479D-96E1-4C478426732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B26F01-7D5D-474C-A7B3-2A144FAE548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4B57D3-1A40-44CC-82A1-3ADBAEAC99B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7B1900-6A55-4523-AA44-2217475A6A5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011D7E-2498-470F-A29B-3BCC32BD304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60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3362400"/>
            <a:ext cx="1096740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DD9BC4F-19FF-4203-B6DF-CA885FB198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60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09480" y="3362400"/>
            <a:ext cx="1096740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1E4534F-D68A-42F5-8E2A-3692CD8164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60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565B62-F045-416C-8588-59CCF2E115C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60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426DC4-1EC7-4EDB-845D-30D9F2717D5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-48132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LA GRACIA DEL SEÑOR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HOY TENGO SALVACIÓN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LA GRACIA Y EL PODER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SON DE DIOS, NUESTRO SEÑOR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//GOCÉMONOS Y ALEGRÉMONOS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DÉMOSLE GLORIA EN LA IGLESIA AL SEÑOR//</a:t>
            </a:r>
            <a:endParaRPr lang="es-ES" sz="5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JESUCRISTO ES MI PASTOR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 PODEROSO Y REINA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REY DE REYES, EL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 EL CORDERO DE DIOS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//GOCÉMONOS Y ALEGRÉMONOS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DÉMOSLE GLORIA EN LA IGLESIA AL SEÑOR//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CO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//Todo lo puedo en Cristo//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CO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Todo lo puedo en Cristo que me fortalece.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CO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soy un soldado del ejercito de Dios,voy feliz marchando siempre guiado por su voz, //nada puede conmigo// //Jesucristo va adelante//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-38412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//ESPÍRITU DE DIOS DESCIENDE SOBRE MÍ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 DAME MAS PODER PARA PODER VENCER//.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6160" y="158400"/>
            <a:ext cx="1213524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//YO SÉ QUE CRISTO VIENE Y ESPERO SU VENIDA//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 EL QUE ESTÉ PREPARADO CON ÉL SE IRÁ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////PARA ARRIBA//// Y NO PARA ABAJO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///SUBIENDO/// Y NO BAJANDO.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-112320" y="-200520"/>
            <a:ext cx="123037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//AHORA MISMO, SEÑOR, AHORA MISMO. YO TE PIDO QUE ROMPAS LAS CADENAS//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 Y QUE LAS PUERTAS DEL CIELO SEAN ABIERTAS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DE VIRTUD MI ALMA SEA LLENA//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//JESÚS ESTA PASANDO POR AQUÍ//</a:t>
            </a:r>
            <a:br>
              <a:rPr sz="5300"/>
            </a:br>
            <a:r>
              <a:rPr lang="es-ES" sz="5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CUANDO EL PASA TODO SE TRANSFORMA,</a:t>
            </a:r>
            <a:br>
              <a:rPr sz="5300"/>
            </a:br>
            <a:r>
              <a:rPr lang="es-ES" sz="5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VA LA TRISTEZA LLEGA LA ALEGRÍA,</a:t>
            </a:r>
            <a:br>
              <a:rPr sz="5300"/>
            </a:br>
            <a:r>
              <a:rPr lang="es-ES" sz="5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CUANDO EL PASA TODO SE TRANSFORMA,</a:t>
            </a:r>
            <a:br>
              <a:rPr sz="5300"/>
            </a:br>
            <a:r>
              <a:rPr lang="es-ES" sz="5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LLEGA LA ALEGRÍA PARA TI Y PARA MI.</a:t>
            </a:r>
            <a:endParaRPr lang="es-ES" sz="5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105876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//PASEATE NAZARENO, NAZARENO PASEATE//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 ESE CRISTO ALABO YO PORQUE ÉL FUE EL QUE ME SALVÓ//</a:t>
            </a:r>
            <a:br>
              <a:rPr sz="5900"/>
            </a:br>
            <a:br>
              <a:rPr sz="8000"/>
            </a:b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69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//YO TE ALABO CON EL CORAZÓN</a:t>
            </a:r>
            <a:br>
              <a:rPr sz="6900"/>
            </a:br>
            <a:r>
              <a:rPr lang="es-ES" sz="69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TE ALABO CON MI VOZ//</a:t>
            </a:r>
            <a:br>
              <a:rPr sz="6900"/>
            </a:br>
            <a:r>
              <a:rPr lang="es-ES" sz="69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SI ME FALTA LA VOZ</a:t>
            </a:r>
            <a:br>
              <a:rPr sz="6900"/>
            </a:br>
            <a:r>
              <a:rPr lang="es-ES" sz="69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TE ALABO CON LAS MANOS</a:t>
            </a:r>
            <a:endParaRPr lang="es-ES" sz="69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SI ME FALTAN LAS MANOS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TE ALABO CON LOS PIES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SI ME FALTAN LOS PIES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TE ALABO CON EL ALMA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SI FALTARA EL ALMA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 PORQUE ME HE VOY CON ÉL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 QUE TU TE VAS Y QUE YO TAMBIÉN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PARA LA NUEVA JERUSALÉN//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//HAY UNA PROMESA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LA BIBLIA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ES PARA TI Y PARA MI//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//CIELO NUEVO, TIERRA NUEVA DONDE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VAMOS A VIVIR//</a:t>
            </a:r>
            <a:endParaRPr lang="es-ES" sz="6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//CUANDO CRISTO VENGA EN GLORIA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NO ME VOY A QUEDAR//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///SEREMOS LEVANTADOS CON PODER///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PARA LA NUEVA JERUSALÉN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CO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//Yo siento paz y gozo en mi corazón,</a:t>
            </a:r>
            <a:br>
              <a:rPr sz="7200"/>
            </a:br>
            <a:r>
              <a:rPr lang="es-CO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Jesucristo a mi me libertó//.</a:t>
            </a:r>
            <a:br>
              <a:rPr sz="7200"/>
            </a:br>
            <a:r>
              <a:rPr lang="es-CO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//Me libertó, me libertó</a:t>
            </a:r>
            <a:br>
              <a:rPr sz="7200"/>
            </a:br>
            <a:r>
              <a:rPr lang="es-CO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las cadenas me libertó//.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ALABAD A JEHOVÁ, NACIONES TODAS, PUEBLOS TODOS, ALABADLE.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HA ENGRANDECIDO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SOBRE NOSOTROS SU MISERICORDIA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LA VERDAD DE JEHOVÁ ES PARA SIEMPRE, ALELUYA, AMÉN 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LA VERDAD DE JEHOVÁ ES PARA SIEMPRE, ALELUYA, AMÉN</a:t>
            </a:r>
            <a:endParaRPr lang="es-ES" sz="7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//Bueno es alabarte, Jehová, y cantar salmos a tu nombre//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//Anunciar por la mañana tu misericordia y tu fidelidad de noche//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¿Quién es el que vive?</a:t>
            </a:r>
            <a:br>
              <a:rPr sz="8600"/>
            </a:b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que vive</a:t>
            </a:r>
            <a:br>
              <a:rPr sz="8600"/>
            </a:br>
            <a:br>
              <a:rPr sz="8600"/>
            </a:b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¿Quién es el que salva?</a:t>
            </a:r>
            <a:br>
              <a:rPr sz="8600"/>
            </a:b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que salva</a:t>
            </a:r>
            <a:endParaRPr lang="es-ES" sz="8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¿Quién es el que viene?</a:t>
            </a:r>
            <a:br>
              <a:rPr sz="8400"/>
            </a:b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que viene</a:t>
            </a:r>
            <a:br>
              <a:rPr sz="8400"/>
            </a:br>
            <a:br>
              <a:rPr sz="8400"/>
            </a:b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¿Quién es el que sana?</a:t>
            </a:r>
            <a:br>
              <a:rPr sz="8400"/>
            </a:b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que sana</a:t>
            </a:r>
            <a:endParaRPr lang="es-ES" sz="8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//Anunciar por la mañana tu misericordia y tu fidelidad de noche//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//Cristo ha tomado, mi vida ha tomado, mi vida no lo voy a dejar//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Perdido estaba yo, mas Cristo me encontró,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 ha tomado, mi vida ha tomado, mi vida no lo voy a dejar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sigo enamorando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sigo enamorando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sigo enamorando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Él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rendir, mi vida a Ti Y reflejar, tu amor y compasión. Quiero vivir, tu voluntad, Y compartir, al mundo la verdad.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Quiero cantar de tu amor y Al mundo yo gritar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Jesús es el camino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la verdad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Él hay esperanza,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Él hay paz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quiero proclamar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¡JESÚS ES SEÑOR!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Application>LibreOffice/26.2.6.3$Windows_X86_64 LibreOffice_project/8221e31b3ac356a1623c672912a3d2b492f7e3d1</Application>
  <AppVersion>15.0000</AppVersion>
  <Words>796</Words>
  <Paragraphs>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2024-11-24T01:13:55Z</dcterms:created>
  <dc:creator>Andrés Windows</dc:creator>
  <dc:description/>
  <dc:language>es-CO</dc:language>
  <cp:lastModifiedBy/>
  <dcterms:modified xsi:type="dcterms:W3CDTF">2026-10-11T08:00:03Z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Panorámica</vt:lpwstr>
  </property>
  <property fmtid="{D5CDD505-2E9C-101B-9397-08002B2CF9AE}" pid="4" name="Slides">
    <vt:i4>28</vt:i4>
  </property>
</Properties>
</file>