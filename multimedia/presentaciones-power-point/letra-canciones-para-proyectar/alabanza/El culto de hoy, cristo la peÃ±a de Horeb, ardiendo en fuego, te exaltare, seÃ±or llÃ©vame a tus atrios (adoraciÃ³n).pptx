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47FB2C-000E-4814-BB05-AE8B312D6CE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600" cy="159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520" cy="486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600" cy="380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8216E2-55CF-46E4-A838-5A8D9961113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600" cy="159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520" cy="486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600" cy="380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63F305-19E8-4560-88A2-2B34C45D285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EF416C-353B-49FE-A866-CF564D63140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620468-1F81-4B37-ADA3-BB89528580F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4400" cy="580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9560" cy="580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B9A2B0-228B-40BC-937C-BEA2D9FF099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B3DF09-7F34-4B27-81AF-EC6D82FF66C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920" cy="284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0920" cy="149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54A3C1-D625-48D4-AE58-E40977699D9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680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680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31AB68-8D03-478A-8F7F-9956B41005A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3040" cy="81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3040" cy="367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8600" cy="81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8600" cy="367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3D5B98-5069-4A90-BF4E-63700FBC76A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28142A-C151-4655-84E6-F8B4BB4BA52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2D5F2AE5-847A-4FD3-BC0F-D39DCE678D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0BA6A09-4A60-4C78-90D7-2FDFA0B290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760"/>
            <a:ext cx="91393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2C3D50-E38E-44BE-96A0-F5A6B82D4E4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760"/>
            <a:ext cx="91393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7DF668-15C1-420F-8E00-0F66B7B96EA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//El culto de hoy va a ser maravilloso,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el Señor va a derramar de su poder.//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Derrama Señor, derrama Señor</a:t>
            </a:r>
            <a:endParaRPr lang="es-ES" sz="1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Derrama sobre nosotros tu poder.</a:t>
            </a:r>
            <a:endParaRPr lang="es-ES" sz="1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peña de Horeb que está brotando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Agua de vida saludable para ti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todo aquel que sufre y va llorando, La paz le ofrece por su sangre Carmesí</a:t>
            </a:r>
            <a:endParaRPr lang="es-ES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Ven, a tomarla que es más dulce que la miel; Refresca el alma refresca todo mi ser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peña de Horeb que está brotando; Agua de vida saludable para ti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lirio del valle de las flores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es la rosa blanca y pura de sharon 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vida y amor de los amores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es la eterna fuente de la salvación 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Ven, a tomarla que es más dulce que la miel; Refresca el alma refresca todo mi ser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la peña de Horeb que está brotando; Agua de vida saludable para ti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88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//Ardiendo en fuego mi alma esta//,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Gloriosa llama me limpiará,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aleluya mi alma ardiendo está.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88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quiero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ardas en mi ser,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 zarza quiero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arder con tu poder,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Un nuevo espíritu tener como señal, Que estoy ardiendo con el fuego celestial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88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alabarte y adorarte solo a ti,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se adora en espíritu y en verdad;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88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quiero que ardas en mi ser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 zarza quiero arder con tu poder.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exaltaré, mi Dios, mi Rey; y bendeciré tu nombre; Eternamente y para siempre,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Cada día te bendeciré.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alabaré tu nombre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eternamente y para siempre. Grande es Jehová y digno de suprema alabanza, Y su grandeza es inescrutable, cada día te bendeciré.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Y alabaré tu nombre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eternamente y para siempre.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Grande es Jehová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y digno de suprema alabanza,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Y su grandeza es inescrutable,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cada día te bendeciré.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88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llévame a Tus Atrios; Al Lugar Santo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Altar de Bronce Señor Tu Rostro quiero ver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88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Pásame en la muchedumbre; Por donde el sacerdote canta; Tengo hambre y sed de justicia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solo encuentro un lugar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88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Llévame al lugar Santisimo; Por la Sangre del Cordero Redentor; Llévame al lugar Santisimo; Tocame, limpiame, heme aqui!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Application>LibreOffice/26.2.4.2$Windows_X86_64 LibreOffice_project/0229ac93fcf0d7cbc6376066c6f35021cef002dc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2026-08-01T10:31:55Z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