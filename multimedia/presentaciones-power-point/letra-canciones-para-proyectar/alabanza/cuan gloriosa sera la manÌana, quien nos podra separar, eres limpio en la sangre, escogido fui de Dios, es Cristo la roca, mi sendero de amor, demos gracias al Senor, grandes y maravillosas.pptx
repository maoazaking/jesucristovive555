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  <p:sldMasterId id="214748366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Master" Target="slideMasters/slideMaster1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CB0660-9A27-4A6C-8DA3-2B9B72F93B9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854FDA-530B-4B42-BFF3-A88AF657E50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6160" cy="15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6080" cy="486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6160" cy="38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6C33BD-E5C6-45E1-991D-51796AAF307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6160" cy="15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6080" cy="4867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6160" cy="380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08DE12-630F-4CBA-8491-EF46835C29D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398A19-3D5B-4B5C-AB04-1A0EEE9877A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6680" cy="397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9480" cy="434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66FEF7-9D34-487F-8ED0-97615E7B449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2960" cy="580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28120" cy="580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ABC019-48A0-4837-B320-BA918FA691A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09480" cy="434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F93817-8F6C-4FD7-A2B2-745E8A58DBE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09480" cy="2846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09480" cy="149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5E3C59-018D-46F4-B008-E591C6AF188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5360" cy="434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5360" cy="434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ECE418-9FDD-4A7D-98CC-7A726D2435A6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0948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1600" cy="8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1600" cy="367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7160" cy="8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7160" cy="367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EBA971-E5BA-43A5-AA19-AE30BF11CE1D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6680" cy="397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0122180-0E2F-4176-9F77-1C58A29654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6680" cy="397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A16634CA-4FFD-4A41-8564-4616471CE0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6680" cy="397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92C639E6-BC1D-4286-BB07-BB6146611D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90040"/>
            <a:ext cx="91378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53AB9B-6842-4360-B482-21CACD5188C6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90040"/>
            <a:ext cx="91378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04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9781D2-A1A1-4279-ADFC-CAE5D871B6E6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8880" cy="3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6CE937-7102-48B1-984A-89FDFA78206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10908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CUAN GLORIOSA SERÁ LA MAÑANA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CUANDO VENGA JESÚS EL SALVADOR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LAS NACIONES UNIDAS COMO HERMANAS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BIENVENIDAS DAREMOS AL SEÑOR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15732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51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NO HABRÁ NECESIDAD DE LA LUZ NI EL RESPLANDOR</a:t>
            </a:r>
            <a:br>
              <a:rPr sz="5100"/>
            </a:br>
            <a:r>
              <a:rPr lang="es-ES" sz="51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NI EL SOL DARÁ SU LUZ, NI TAMPOCO SU CALOR</a:t>
            </a:r>
            <a:br>
              <a:rPr sz="5100"/>
            </a:br>
            <a:r>
              <a:rPr lang="es-ES" sz="51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ALLÍ LLANTO NO HABRÁ, NI TRISTEZAS NI DOLOR</a:t>
            </a:r>
            <a:br>
              <a:rPr sz="5100"/>
            </a:br>
            <a:r>
              <a:rPr lang="es-ES" sz="51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PORQUE ENTONCES JESÚS EL REY DE GLORIA</a:t>
            </a:r>
            <a:br>
              <a:rPr sz="5100"/>
            </a:br>
            <a:r>
              <a:rPr lang="es-ES" sz="51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PARA SIEMPRE SERÁ EL CONSOLADOR</a:t>
            </a:r>
            <a:endParaRPr lang="es-ES" sz="51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2916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ESPERAMOS LA MAÑANA GLORIOSA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PARA DAR LA BIENVENIDA AL DIOS DE AMOR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DONDE TODO SERÁ COLOR DE ROSA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EN LA SANTA FRAGANCIA DEL SEÑOR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6408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300" b="1" u="none" strike="noStrike">
                <a:solidFill>
                  <a:srgbClr val="E8E8E8"/>
                </a:solidFill>
                <a:effectLst/>
                <a:uFillTx/>
                <a:latin typeface="Arial"/>
              </a:rPr>
              <a:t>EL CRISTIANO FIEL Y VERDADERO</a:t>
            </a:r>
            <a:br>
              <a:rPr sz="6300"/>
            </a:br>
            <a:r>
              <a:rPr lang="es-ES" sz="6300" b="1" u="none" strike="noStrike">
                <a:solidFill>
                  <a:srgbClr val="E8E8E8"/>
                </a:solidFill>
                <a:effectLst/>
                <a:uFillTx/>
                <a:latin typeface="Arial"/>
              </a:rPr>
              <a:t>Y TAMBIÉN EL OBRERO DE VALOR</a:t>
            </a:r>
            <a:br>
              <a:rPr sz="6300"/>
            </a:br>
            <a:r>
              <a:rPr lang="es-ES" sz="6300" b="1" u="none" strike="noStrike">
                <a:solidFill>
                  <a:srgbClr val="E8E8E8"/>
                </a:solidFill>
                <a:effectLst/>
                <a:uFillTx/>
                <a:latin typeface="Arial"/>
              </a:rPr>
              <a:t>Y LA IGLESIA LA ESPOSA DEL CORDERO</a:t>
            </a:r>
            <a:br>
              <a:rPr sz="6300"/>
            </a:br>
            <a:r>
              <a:rPr lang="es-ES" sz="6300" b="1" u="none" strike="noStrike">
                <a:solidFill>
                  <a:srgbClr val="E8E8E8"/>
                </a:solidFill>
                <a:effectLst/>
                <a:uFillTx/>
                <a:latin typeface="Arial"/>
              </a:rPr>
              <a:t>ESTARÁN EN LOS BRAZOS DEL SEÑOR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¿QUIÉN NOS PODRÁ SEPARAR DEL AMOR DE CRISTO? 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NADA NOS PODRÁ SEPARAR DEL AMOR DE DIOS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NI LA VIDA, NI LA MUERTE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NI LO ALTO, NI LO PROFUNDO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NI ÁNGELES, NI POTESTADES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NADA NOS PODRÁ SEPARAR 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NADA NOS PODRÁ SEPARAR 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NADA NOS PODRÁ SEPARAR. 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DEL AMOR DE DIOS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1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¿HAS HALLADO EN CRISTO </a:t>
            </a:r>
            <a:br>
              <a:rPr sz="6100"/>
            </a:br>
            <a:r>
              <a:rPr lang="es-ES" sz="61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PLENA SALVACIÓN? </a:t>
            </a:r>
            <a:br>
              <a:rPr sz="6100"/>
            </a:br>
            <a:r>
              <a:rPr lang="es-ES" sz="61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¿POR LA SANGRE QUE </a:t>
            </a:r>
            <a:br>
              <a:rPr sz="6100"/>
            </a:br>
            <a:r>
              <a:rPr lang="es-ES" sz="61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CRISTO VERTIÓ? </a:t>
            </a:r>
            <a:br>
              <a:rPr sz="6100"/>
            </a:br>
            <a:r>
              <a:rPr lang="es-ES" sz="61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TODA MANCHA LAVA DE </a:t>
            </a:r>
            <a:br>
              <a:rPr sz="6100"/>
            </a:br>
            <a:r>
              <a:rPr lang="es-ES" sz="61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CORAZÓN </a:t>
            </a:r>
            <a:br>
              <a:rPr sz="6100"/>
            </a:br>
            <a:r>
              <a:rPr lang="es-ES" sz="61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¿ERES LIMPIO EN LA </a:t>
            </a:r>
            <a:br>
              <a:rPr sz="6100"/>
            </a:br>
            <a:r>
              <a:rPr lang="es-ES" sz="61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SANGRE EFICAZ?</a:t>
            </a:r>
            <a:endParaRPr lang="es-ES" sz="61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¿ERES LIMPIO EN LA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SANGRE,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LA SANGRE DE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CRISTO JESÚS?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¿ES TU CORAZÓN MÁS BLANCO QUE LA NIEVE?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¿ERES LIMPIO EN LA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SANGRE EFICAZ?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¿VIVES SIEMPRE AL 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LADO DE TU SALVADOR? 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¿POR LA SANGRE QUE ÉL DERRAMÓ? 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DEL PECADO ERES SIEMPRE VENCEDOR, </a:t>
            </a:r>
            <a:br>
              <a:rPr sz="6400"/>
            </a:br>
            <a:r>
              <a:rPr lang="es-ES" sz="6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¿ERES LIMPIO EN LA SANGRE EFICAZ?</a:t>
            </a:r>
            <a:endParaRPr lang="es-ES" sz="6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¿TENDRÁS ROPAS BLANCAS AL VENIR JESÚS?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¿ERES LIMPIO EN LA FUENTE DE AMOR?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¿ESTÁS LISTO PARA LA MANSIÓN DE LUZ?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¿ERES LIMPIO EN LA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SANGRE EFICAZ?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Escogido fui de Dios en el Amado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lugares celestiales su protección me dio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Antes de la creación el plan fue hecho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su santa voluntad 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Escondido en Cristo estoy, nadie me apartará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Ni las fuerzas de este mundo no me podrán dañar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Vivo y ando en esta vida con seguridad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me escogió mi Dios 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Tengo un sello que el Espíritu me ha dado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mi confianza puse solo en mi Salvador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Sello que el Señor me dio de vida  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Me escogió para alabanza de su gloria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sentóme en las alturas con Cristo mi Señor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Grande fue la admiración al ver su gracia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me escogió mi Dios 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89960" cy="7102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las olas inmensas, de embravecido mar,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asaltan de mi alma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 pobre embarcación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rodillas a Cristo clamé, y el huracán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Deshecho fue al instante a la voz de Dios. </a:t>
            </a:r>
            <a:endParaRPr lang="es-ES" sz="66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89960" cy="7102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 Cristo la roca, el ancla de mi fe;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Los males, lamentos, y ayes de temor,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Terminaran por siempre,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mi supremo rey;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 Jesucristo mi refugio.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89960" cy="7102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Me guarda de peligros, de pruebas, de dolor;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Él manda que los vientos no agiten tempestad: Los mares se detienen, la ola reposó,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en Cristo fijo el ancla, Confiando más.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89960" cy="7102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dulce salvador, sí,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hermoso amigo y Dios,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libra de tristezas y aleja amarga hiel. Por fe yo iré al cielo, mansión del ser de amor, La fuente inagotable de dicha y bien. 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89960" cy="7102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Despiértate pecador,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tiempo es corto ya.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Viene pronto el Salvador,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sabes cuándo será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Quiero andar, ¡mi Señor!, por tu senda de amor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Elevándome más y más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doquiera impartiendo alegría y solaz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Pero lleno de tu bondad 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sendero de amor llena hoy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tu Espíritu guíe mis pies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que siempre al cantar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Lleno esté de tu amor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camino por donde voy 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Tenme cerca de Ti, ¡oh, mi buen Salvador!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permitas jamás, jamás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yo vague sin luz, sin destino, sin paz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¡Mi sendero de amor llena hoy! 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 jornada fugaz pronto terminará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no habrá más sufrir allá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Permitidme cantar al augusto Señor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¡Mi sendero de amor llena hoy! 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0" y="-21096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//DEMOS GRACIAS AL SEÑOR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DEMOS GRACIAS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DEMOS GRACIAS AL SEÑOR//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-14076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POR LAS MAÑANAS LAS 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AVES CANTAN LAS ALABANZAS AL CRISTO SALVADOR, Y TU HERMANO POR QUE NO CANTAS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LAS ALABANZAS A CRISTO 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EL SALVADOR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Grandes y maravillosas son tus obras,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 Dios todo poderoso;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Justos y verdaderos son tus caminos,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///Rey de los santos///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Quien no te temerá oh Señor,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glorificara tu Nombre;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Pues solo tú eres santo,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lo cual todas las naciones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Vendrán //Y te adorarán//</a:t>
            </a:r>
            <a:br>
              <a:rPr sz="66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////Aleluya amén////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20" y="0"/>
            <a:ext cx="1218996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Temed a Dios y dadle gloria,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su juicio ha llegado;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adorar aquel que hizo,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cielo, y la tierra,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mar y las fuentes de las aguas</a:t>
            </a:r>
            <a:br>
              <a:rPr sz="7200"/>
            </a:br>
            <a:r>
              <a:rPr lang="es-ES" sz="6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////Aleluya amén////</a:t>
            </a: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Application>LibreOffice/26.2.5.2$Windows_X86_64 LibreOffice_project/cd7284b4cbbfeb507e630c1aac019f4157393acb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2026-09-19T18:57:16Z</dcterms:modified>
  <cp:revision>21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