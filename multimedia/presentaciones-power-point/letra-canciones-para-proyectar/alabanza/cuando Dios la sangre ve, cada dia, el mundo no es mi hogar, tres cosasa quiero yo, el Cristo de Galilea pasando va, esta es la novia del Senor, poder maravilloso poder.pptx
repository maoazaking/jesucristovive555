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640" cy="58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800" cy="5810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50F3B84-AB77-4E24-85DC-4EC9D221DBEE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68FC52E-3C1C-4615-AC48-6054667C005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160" cy="285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1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404CAB-6FB5-40BC-B8D6-1929567539D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04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882690A-ADF5-4B07-83F0-6716C714870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6280" cy="82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6280" cy="368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840" cy="82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840" cy="368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1528DE-B376-4800-851C-0B1E645D0858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DECC7C-26B9-4B93-93A9-F6169D244B8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A21680B-A945-4961-8B3F-3183E8D808B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FA60FEB-F1EC-47B1-9363-058D2F0432E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840" cy="1598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760" cy="4872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840" cy="381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1CE0160-7A63-4792-AB53-1DC255EF1220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560" cy="238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7190E5C-4F35-45A1-9764-202B99BF314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160" cy="132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160" cy="434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3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76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7C9835-7D60-489E-81A9-1612BFA05D2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78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3361680"/>
            <a:ext cx="109666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4D563716-747A-448D-8402-89CBDEA1FF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78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609480" y="3361680"/>
            <a:ext cx="10966680" cy="45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F5A0947-B628-49A9-AA43-4225FAF2F0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78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086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9047118-8152-4D31-85A3-2EFB1352048A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7080" cy="35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90400"/>
            <a:ext cx="913788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427D3F-A385-4448-B382-2EB0E05052D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CO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CO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CO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Redentor murió en la cruz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Quien le reciba, tendrá la luz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 pecadores todo Él pagó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Ya sus maldades Jesús perdonó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//Cuando Dios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 sangre ve//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la cual el pecador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Se lavó, le verá con favor </a:t>
            </a:r>
            <a:endParaRPr lang="es-ES" sz="9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 los más malos Él salvará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Como promete, así lo hará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En Él confía, ¡oh pecador!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Vida eterna te da el Señor 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juicio viene, allí estarás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Si le rechazas, triste saldrás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te detengas, ven a Jesús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Quien tus pecados llevó en la cruz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¡Qué maravilla de gran amor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mostró por el pecador!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"El que creyere salvo será"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Goces eternos él disfrutará 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//CADA DÍA ME SIENTO MÁS ALEGRE, 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AUNQUE TENGA QUE CRUZAR MONTES Y VALLES//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//PORQUE YO SÉ QUE MI SEÑOR HA PROMETIDO, 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ESTAR CONMIGO Y NO DEJARME DESMAYAR//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 YO NO ESTOY SOLO NO, OIGO AL SEÑOR DECIR: SI ME ERES FIEL ESTARÉ CONTIGO HASTA EL FIN //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 MI COPA LLENA ESTÁ, LLENA ESTÁ// 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//DEL ACEITE QUE DESCIENDE DESDE EL TRONO CELESTIAL//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//HAY VICTORIA EN MI JESÚS EN MI JESÚS// </a:t>
            </a:r>
            <a:br>
              <a:rPr sz="7800"/>
            </a:br>
            <a:r>
              <a:rPr lang="es-ES" sz="78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//LAS CADENAS QUE ME ATABAN ROTAS SON POR EL SEÑOR//</a:t>
            </a:r>
            <a:endParaRPr lang="es-ES" sz="7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28080" y="0"/>
            <a:ext cx="1213524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5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EL MUNDO NO ES MI HOGAR,</a:t>
            </a:r>
            <a:br>
              <a:rPr sz="5400"/>
            </a:br>
            <a:r>
              <a:rPr lang="es-ES" sz="5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YO DE PASADA VOY;</a:t>
            </a:r>
            <a:br>
              <a:rPr sz="5400"/>
            </a:br>
            <a:r>
              <a:rPr lang="es-ES" sz="5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TESOROS MIL DEJÉ, POR SEGUIR A JESÚS.</a:t>
            </a:r>
            <a:br>
              <a:rPr sz="5400"/>
            </a:br>
            <a:r>
              <a:rPr lang="es-ES" sz="5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LOS ANGELES A MÍ, ME ESPERAN AL LLEGAR,</a:t>
            </a:r>
            <a:br>
              <a:rPr sz="5400"/>
            </a:br>
            <a:r>
              <a:rPr lang="es-ES" sz="5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YO NO SIENTO QUE SEA ESTE MUNDO</a:t>
            </a:r>
            <a:br>
              <a:rPr sz="5400"/>
            </a:br>
            <a:r>
              <a:rPr lang="es-ES" sz="5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MI HOGAR.</a:t>
            </a:r>
            <a:endParaRPr lang="es-ES" sz="5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28080" y="0"/>
            <a:ext cx="1213524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SEÑOR, NO HAY AMIGO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COMO TÚ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NO HAY OTRO MEJOR,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BAJO ESTE CIELO AZUL;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LOS ÁNGELES A MÍ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ME ESPERAN AL LLEGAR,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YO NO SIENTO QUE SEA ESTE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MUNDO MI HOGAR.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28080" y="0"/>
            <a:ext cx="1213524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ME ESPERAN AL LLEGAR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ESTO MUY BIEN LO SÉ,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MI NOMBRE ESCRITO FUÉ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ANTES DE LA FUNDACION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AUNQUE YO DÉBIL SOY,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YO SÉ QUE HE DE LLEGAR;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YO NO SIENTO QUE SEA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ESTE MUNDO MI HOGAR.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8080" y="0"/>
            <a:ext cx="12135240" cy="68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YO TENGO A MIS HERMANOS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EN EL CELESTE HOGAR;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ME EXTIENDEN YA LA MANO,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ME ESPERAN AL LLEGAR.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MI PARTE DEBO HACER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SI QUIERO ALLÁ GOZAR;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YO NO SIENTO QUE SEA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ESTE MUNDO MI HOGAR.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-112320" y="-200520"/>
            <a:ext cx="1230300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//Tres cosas quiero yo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Tú me des, Señor//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Esas tres cosas son: Amor y santidad</a:t>
            </a:r>
            <a:br>
              <a:rPr sz="8000"/>
            </a:b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el Espíritu Santo para así poder vencer</a:t>
            </a:r>
            <a:endParaRPr lang="es-ES" sz="8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6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//El Cristo de Galilea pasando va//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///Y déjalo que te toque/// y recibe la bendiciónn</a:t>
            </a:r>
            <a:endParaRPr lang="es-ES" sz="8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CO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Esta es la novia del Señor Él la compro para llevarla al cielo, Él la saco de toda tradición</a:t>
            </a:r>
            <a:br>
              <a:rPr sz="7200"/>
            </a:br>
            <a:r>
              <a:rPr lang="es-CO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//Porque esta es la novia del Señor//.</a:t>
            </a:r>
            <a:endParaRPr lang="es-ES" sz="7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CUANDO ACEPTÉ A MI CRISTO COMO MI SALVADOR 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PRONTO TODO CAMBIÓ 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MI VIDA EN EL PECADO POR SIEMPRE TERMINÓ 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SU ESPÍRITU JESÚS ME DIO</a:t>
            </a:r>
            <a:r>
              <a:rPr lang="es-ES" sz="59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59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PODER, MARAVILLOSO PODER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QUE GOZO SIENTO YO EN MI SER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YO SIENTO EL PODER DEL DÍA DE PENTECOSTÉS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PODER, MARAVILLOSO PODER</a:t>
            </a:r>
            <a:r>
              <a:rPr lang="es-ES" sz="54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 </a:t>
            </a:r>
            <a:endParaRPr lang="es-ES" sz="5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ANDANDO POR EL MUNDO CON UN VACÍO EN MI ALMA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JESÚS LO VINO A LLENAR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AHORA VIVO ALEGRE Y TENGO LA ESPERANZA </a:t>
            </a:r>
            <a:br>
              <a:rPr sz="6300"/>
            </a:br>
            <a:r>
              <a:rPr lang="es-ES" sz="63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DE SIEMPRE CON ÉL ESTAR</a:t>
            </a:r>
            <a:endParaRPr lang="es-ES" sz="6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0680" cy="6856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JESUS DIJO A NICODEMO QUE AL REINO DE LOS CIELOS 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NADIE PODÍA ENTRAR 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PORQUE ES NECESARIO VOLVER A NACER </a:t>
            </a:r>
            <a:br>
              <a:rPr sz="6600"/>
            </a:br>
            <a:r>
              <a:rPr lang="es-ES" sz="6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TÚ NECESITAS DEL PODER.</a:t>
            </a:r>
            <a:endParaRPr lang="es-ES" sz="66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</TotalTime>
  <Application>LibreOffice/26.2.6.3$Windows_X86_64 LibreOffice_project/8221e31b3ac356a1623c672912a3d2b492f7e3d1</Application>
  <AppVersion>15.0000</AppVersion>
  <Words>796</Words>
  <Paragraphs>32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2024-11-24T01:13:55Z</dcterms:created>
  <dc:creator>Andrés Windows</dc:creator>
  <dc:description/>
  <dc:language>es-CO</dc:language>
  <cp:lastModifiedBy/>
  <dcterms:modified xsi:type="dcterms:W3CDTF">2026-10-18T08:07:45Z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Panorámica</vt:lpwstr>
  </property>
  <property fmtid="{D5CDD505-2E9C-101B-9397-08002B2CF9AE}" pid="4" name="Slides">
    <vt:i4>28</vt:i4>
  </property>
</Properties>
</file>