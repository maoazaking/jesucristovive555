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5" r:id="rId2"/>
    <p:sldId id="300" r:id="rId3"/>
    <p:sldId id="301" r:id="rId4"/>
    <p:sldId id="302" r:id="rId5"/>
    <p:sldId id="303" r:id="rId6"/>
    <p:sldId id="265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297" r:id="rId17"/>
    <p:sldId id="313" r:id="rId18"/>
    <p:sldId id="314" r:id="rId19"/>
    <p:sldId id="315" r:id="rId20"/>
    <p:sldId id="298" r:id="rId21"/>
    <p:sldId id="299" r:id="rId22"/>
    <p:sldId id="316" r:id="rId2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E73B6-FE5A-4374-8308-3FE252E0676B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1B287-CC88-4DD8-8C8A-9E260736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830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1B287-CC88-4DD8-8C8A-9E260736AC5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1654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AED5-7B23-A372-6996-917417DB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74ABC4-6E46-5364-3A41-0B45CC6B5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1FA5A9F-4009-2577-091C-B1C2CA759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3B2B06-6BF3-29FE-CC81-070CDA513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1B287-CC88-4DD8-8C8A-9E260736AC5B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8004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774BC-75DB-779C-92F8-D1DD12BC3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075347-D308-2287-7708-DC485941E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40C912A-CD90-4AFA-6004-D1E673A18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0FD793-CC5F-ACAC-0D1D-38EE18B11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1B287-CC88-4DD8-8C8A-9E260736AC5B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9573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19D5-C565-68C3-8348-0A3D1EC78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419F91E-739D-B152-7B0A-6B93F282E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799F11-ABC5-5AFB-30A9-4FE7562AE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0AF5A7-E922-7F95-9DEE-4AA28869C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1B287-CC88-4DD8-8C8A-9E260736AC5B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4887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F8C94-BB43-AF8B-AB12-7C5E45720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7AB8F6-30A9-0B5F-6BAD-A03D8ED82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C930C8-87D0-FD97-3CB6-5BE093E13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E82C65-6ABB-CC13-8AF4-5D3CABF61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1B287-CC88-4DD8-8C8A-9E260736AC5B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7780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2EFD5-3758-012B-D0A1-638D5A0F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E583D4-CF54-A646-5478-0847A0013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E9E267-2F44-CD9F-E241-A5E41A2F6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5C9706-E053-FF2D-459D-7028470F6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1B287-CC88-4DD8-8C8A-9E260736AC5B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062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E94D6-0594-0E04-E24F-558C6E2B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69629B-81C8-4598-8B7F-8E618BF1A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176F68-19BC-2FD7-2FE1-D8C79A984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F556C3-EB3D-0F58-A997-956F9E408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1B287-CC88-4DD8-8C8A-9E260736AC5B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042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FFAB2-ACF5-2846-2265-EFCA949C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3AF55F-8761-84B7-49A5-ACA631BA6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2F5AEE-BC41-A3DE-14C2-1B12EB012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743FBC-F413-60DD-3438-39F88D8C8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1B287-CC88-4DD8-8C8A-9E260736AC5B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640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C5C51-C0E4-066C-4DD3-01F0BCA2A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452A225-7E94-9E51-7589-1F1B3CA79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84849B-1BA0-34CF-E891-DC976D855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A50FEF-6C2B-30D4-7BF1-B00A6A70A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1B287-CC88-4DD8-8C8A-9E260736AC5B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481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E20C-0987-2D1C-DB7A-0313D663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5DCE9B-013F-1ADC-4A99-13F69D935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9C30BE-D21B-0AEF-2685-70FC6107D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D7FFFD-4927-EC5A-9C8F-856686488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1B287-CC88-4DD8-8C8A-9E260736AC5B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667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C4441-103F-CFED-1AE7-2D0A8B793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62DDE4-F2A2-0D16-9FAE-63AEB9C46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1E5324-3B7A-D710-5582-D270D423E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C48166-5CCD-833E-069E-E474D430F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D908C-73D5-9109-9B5A-202997DF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140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9E87D-449A-3E13-1C26-BF2E08B68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F20C96-53C5-444F-C65A-7230A8A82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884B70-DD95-3964-A213-C2238A6D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BA0903-FA67-2F9C-047D-23FD791B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92E11E-91F6-B03A-2D87-DE0148B2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844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45D37-0CA9-570A-1AAD-12A806CAA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8DE635-AC83-EE28-413C-AC73BCF6B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BB169D-B06B-AAE6-4EF7-5353FAD0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355D70-6BD3-2EBC-9068-C2C59273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E8F30B-927E-0DCB-B0A5-50798244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2829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087D5-2920-592E-44A5-D878434F8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3CD0FC-949D-D694-E245-7E547D942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730F4A-1CCE-BCD5-6188-E52F4112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64EB94-2CA6-92B6-1A9D-6C0FD83CE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90B8E5-CBFA-A0DD-0133-2CA5050B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1B1F7F-F2B7-DBF7-ED9A-6C3E2464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99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575CD-406C-106F-B306-0AD0A952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70F4DA-8A49-51D3-A896-6A73703FB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0FA44C-2563-7587-F91F-4DE7D15CD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CA9601-6A0C-6D6A-5EFE-92394737C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5F9CAE0-5AAD-E36F-8553-4FE26522F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DFAC3C-EC5A-2D75-F6CE-768E0E64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1F6D609-44D3-9B86-B303-3D7009A3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7762DD4-E4BD-CA5C-28AB-85703CA8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8743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2F04E-EAED-8284-FA77-2759DCA4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CD32E7-B041-213C-922E-724D8A9A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834E8F-6E88-34CA-84B7-5777AAF7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04E17F-3B04-82F0-DB8F-E0EE2BD6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0217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813437-9992-B2B8-F6F8-9F0157C7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ACF9AF-CE51-BC66-1A3F-9F117078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EC13DE-59C6-585F-8E61-A99C824D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962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04F57-89D9-A46B-0E65-BCD128DC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B31AFA-A34C-BF15-B19B-9DCB172EA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2D30BA-F600-A1EE-D66B-D04C09591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2DACE0-A0C9-E125-6726-658AACE8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404C1A-6FB0-4D2D-9247-95E549BC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E76D54-06A8-7F65-AF0A-3291D0AF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9251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14919-01EF-9563-B40A-13217F26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4126FA-3852-442B-63A5-87D124E1A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9C9517-F068-F5C9-E01F-BBDE777ED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370EB7-B026-E73F-34D5-AA1A0991D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89078A-654D-2EF3-376E-E96818CE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CCF5D1-CB39-E31C-1CB2-2B393CB9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5379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E8932-B577-467B-4A17-52F898510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E548A7-D723-42DF-9935-BD698C345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FA502-2B95-E2F3-EBCB-40A1D3CB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FB97D6-E42A-68FE-ADEC-A9D260F6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7D624-6233-8ED8-3F07-CC34DE39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506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92CA67-8B24-AE22-F97D-9C1DD682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A99431-2234-0CF3-A685-3F3CDDE76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1EDAF5-AE91-F5E4-8C02-9A2FA076B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1DDC36-5C7C-09E3-57FB-7038476B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A5D9E3-DE48-5139-B1FD-992BB04A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709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7907065-75AF-4057-A228-22FE9E3C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346DF1-E869-9656-FBAD-0B97A7821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E1E0A6-0E30-C9CF-A218-1AFDCAF00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4D546-A27D-4A88-A8D8-CFE18D774EC6}" type="datetimeFigureOut">
              <a:rPr lang="es-CO" smtClean="0"/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4D2A59-90D7-5124-AD6E-24F039E9A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837DB1-0888-F0D5-7E18-5241FDDDA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32912-160C-4B9F-BA1A-6FD9BB157D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6820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5A3C7-6957-5257-9934-EAFA2FCD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75036-65C9-6B87-5680-4125071B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2E9DC26-11BF-6039-BFBC-CC8BFC7A1216}"/>
              </a:ext>
            </a:extLst>
          </p:cNvPr>
          <p:cNvSpPr txBox="1"/>
          <p:nvPr/>
        </p:nvSpPr>
        <p:spPr>
          <a:xfrm>
            <a:off x="-32084" y="229430"/>
            <a:ext cx="12192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//YO TE ALABO CON EL CORAZÓN</a:t>
            </a:r>
          </a:p>
          <a:p>
            <a:pPr algn="ctr"/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 TE ALABO CON MI VOZ//</a:t>
            </a:r>
          </a:p>
          <a:p>
            <a:pPr algn="ctr"/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SI ME FALTA LA VOZ</a:t>
            </a:r>
          </a:p>
          <a:p>
            <a:pPr algn="ctr"/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 TE ALABO CON LAS MANOS</a:t>
            </a:r>
          </a:p>
        </p:txBody>
      </p:sp>
    </p:spTree>
    <p:extLst>
      <p:ext uri="{BB962C8B-B14F-4D97-AF65-F5344CB8AC3E}">
        <p14:creationId xmlns:p14="http://schemas.microsoft.com/office/powerpoint/2010/main" val="426594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AF108-5C07-43CF-2F81-87DCCD19C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7BA53-7D33-72BB-11D0-EFE03C1FE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9CEAAD-2FC0-039D-5A14-0ABF063EE1D8}"/>
              </a:ext>
            </a:extLst>
          </p:cNvPr>
          <p:cNvSpPr txBox="1"/>
          <p:nvPr/>
        </p:nvSpPr>
        <p:spPr>
          <a:xfrm>
            <a:off x="0" y="-91870"/>
            <a:ext cx="1219200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SI ME FALTAN LAS MANOS</a:t>
            </a:r>
          </a:p>
          <a:p>
            <a:pPr algn="ctr"/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 TE ALABO CON LOS PIES</a:t>
            </a:r>
          </a:p>
          <a:p>
            <a:pPr algn="ctr"/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SI ME FALTAN LOS PIES</a:t>
            </a:r>
          </a:p>
          <a:p>
            <a:pPr algn="ctr"/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 TE ALABO CON EL ALMA</a:t>
            </a:r>
          </a:p>
          <a:p>
            <a:pPr algn="ctr"/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SI FALTARA EL ALMA</a:t>
            </a:r>
          </a:p>
          <a:p>
            <a:pPr algn="ctr"/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PORQUE ME HE IDO CON ÉL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56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14951-AAE3-189C-4BA8-AACC1BD7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E8748-AC2B-9F06-AD9A-E6F3D26C3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AFA4AB9-4C6D-E23C-6C43-FBAED621A5E3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//A QUE TU TE VAS Y QUE YO TAMBIÉN</a:t>
            </a:r>
          </a:p>
          <a:p>
            <a:pPr algn="ctr"/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LA NUEVA JERUSALÉN//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68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C85C2C-96A5-2F7E-4D4B-2825CA51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B0D6C-7BDF-C609-7261-3353BDBFC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8A311A-241F-CC86-DE14-1E17C9D90D88}"/>
              </a:ext>
            </a:extLst>
          </p:cNvPr>
          <p:cNvSpPr txBox="1"/>
          <p:nvPr/>
        </p:nvSpPr>
        <p:spPr>
          <a:xfrm>
            <a:off x="0" y="289679"/>
            <a:ext cx="12192000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//HAY UNA PROMESA EN LA BIBLIA</a:t>
            </a:r>
          </a:p>
          <a:p>
            <a:pPr algn="ctr"/>
            <a:r>
              <a:rPr lang="es-ES" sz="6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ES PARA TI Y PARA MI//</a:t>
            </a:r>
          </a:p>
          <a:p>
            <a:pPr algn="ctr"/>
            <a:r>
              <a:rPr lang="es-ES" sz="6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//CIELO NUEVO, TIERRA NUEVA               </a:t>
            </a:r>
          </a:p>
          <a:p>
            <a:pPr algn="ctr"/>
            <a:r>
              <a:rPr lang="es-ES" sz="6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DONDE VAMOS A VIVIR//</a:t>
            </a:r>
            <a:endParaRPr lang="es-CO" sz="67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616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939A1-DE62-4229-EC4E-6047D66E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24C63-2311-4C54-AEF7-5B487C588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FE56B1-CD0A-8742-F9DD-E99828DE6450}"/>
              </a:ext>
            </a:extLst>
          </p:cNvPr>
          <p:cNvSpPr txBox="1"/>
          <p:nvPr/>
        </p:nvSpPr>
        <p:spPr>
          <a:xfrm>
            <a:off x="0" y="289679"/>
            <a:ext cx="1219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//CUANDO CRISTO VENGA EN GLORIA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NO ME VOY A QUEDAR//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///</a:t>
            </a: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SEREMOS LEVANTADOS CON PODER///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LA NUEVA JERUSALÉN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75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031E6-7B0D-B8B0-3F44-2C818EE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207D7-E09F-C3E2-1C18-994DFC692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6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ESTAS AQUÍ PARA DAR SALVACION A MI VIDA, 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PAZ A MI ALMA, DESCANSO A MIS DIAS.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PARA DAR VISTA A LOS CIEGOS, OIDOS A LOS SORDOS PARA SALVAR Y RESTAURAR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8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3A8A6-DEC5-ED92-0FCB-EB6F4665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303B3-5EA1-C4ED-AB26-4286B4C04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90024"/>
            <a:ext cx="12192000" cy="6858000"/>
          </a:xfrm>
        </p:spPr>
        <p:txBody>
          <a:bodyPr>
            <a:noAutofit/>
          </a:bodyPr>
          <a:lstStyle/>
          <a:p>
            <a: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//TU ERES EL AUTOR DE LA VIDA, PRINCIPIO Y FIN DE LOS DIAS, CORDERO DE DIOS, EL VENCEDOR//</a:t>
            </a:r>
            <a:endParaRPr lang="es-CO" sz="8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714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8C0B9-7955-6DEB-7B70-0DB0ECD6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31CB7-7318-363C-A15C-472891B4B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6200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ESTAS AQUÍ PARA DAR CONSUELO A MI SER, Y DAR BONANZA A MI EXISTENCIA, PARA BENDECIR MI TIERRA Y DARME VIDA, VIDA ETERNA CALLAR LA TORMENTA, CALLAR TORMENTA, CALLAR LA TORMENTA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94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79D61-DA83-824E-8A41-D64F86E0A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8264-D431-520C-E8C0-8C5293614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2F2555E-793B-7C0B-F3CA-DE87F732C7F5}"/>
              </a:ext>
            </a:extLst>
          </p:cNvPr>
          <p:cNvSpPr txBox="1"/>
          <p:nvPr/>
        </p:nvSpPr>
        <p:spPr>
          <a:xfrm>
            <a:off x="0" y="-171986"/>
            <a:ext cx="1219200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LIBRE, TÚ ME HICISTE LIBRE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 ME HICISTE LIBRE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66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LIBRE SEÑOR,</a:t>
            </a:r>
            <a:endParaRPr kumimoji="0" lang="es-E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ROTAS FUERON LAS CADENAS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QUE TENIAN ATADO A MI CORAZÓN.</a:t>
            </a:r>
            <a:endParaRPr kumimoji="0" lang="es-CO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898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7CE9C-E612-ED6C-A592-F37F93FCE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31177-BDDE-6148-6049-8B3786B91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6700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DONDE ESTÁ EL ESPÍRITU DE DIOS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HAY LIBERTAD, HAY LIBERTAD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DONDE ESTÁ EL ESPÍRITU DE DIOS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ALLÍ SIEMPRE HAY LIBERTAD</a:t>
            </a:r>
            <a:endParaRPr lang="es-CO" sz="6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265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60230-5F15-7178-A982-917E7935E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97A24-BAE8-AD89-8A6B-B54FDDA26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51448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//LIBERTAD, LIBERTAD//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DONDE ESTÁ EL ESPÍRITU DE DIOS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ALLÍ SIEMPRE HAY LIBERTAD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357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BAD0D-8860-4BB7-864E-6414FC07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AC70F8A-E24E-7B43-E3E5-87B1BEDC1998}"/>
              </a:ext>
            </a:extLst>
          </p:cNvPr>
          <p:cNvSpPr txBox="1"/>
          <p:nvPr/>
        </p:nvSpPr>
        <p:spPr>
          <a:xfrm>
            <a:off x="0" y="1066264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///CRISTO ROMPE LAS CADENAS/// Y ME DA SEGURIDAD</a:t>
            </a:r>
          </a:p>
        </p:txBody>
      </p:sp>
    </p:spTree>
    <p:extLst>
      <p:ext uri="{BB962C8B-B14F-4D97-AF65-F5344CB8AC3E}">
        <p14:creationId xmlns:p14="http://schemas.microsoft.com/office/powerpoint/2010/main" val="158664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148B2-9E98-3E36-1BC8-4280543AA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C8F72-FF0B-A84E-ABCC-9B375BCA1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A49033-D9A3-B528-975C-42A20C13683D}"/>
              </a:ext>
            </a:extLst>
          </p:cNvPr>
          <p:cNvSpPr txBox="1"/>
          <p:nvPr/>
        </p:nvSpPr>
        <p:spPr>
          <a:xfrm>
            <a:off x="0" y="-171986"/>
            <a:ext cx="121920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COMO ES POSIBLE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YO VIVIR SIN TI JESUS,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 EL FUNDAMENTO DE MI VIDA ERES TU.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TÚ ME LIBRASTE DEL PECADO Y DE LA MUERTE,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COMO ES POSIBLE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YO VIVIR SIN TI SEÑOR.</a:t>
            </a:r>
          </a:p>
        </p:txBody>
      </p:sp>
    </p:spTree>
    <p:extLst>
      <p:ext uri="{BB962C8B-B14F-4D97-AF65-F5344CB8AC3E}">
        <p14:creationId xmlns:p14="http://schemas.microsoft.com/office/powerpoint/2010/main" val="1738555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F4E4E-D1A6-44F1-252F-572A3661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4C255-9BFF-FAAE-AED6-35EFE78C2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60948"/>
            <a:ext cx="12192000" cy="6858000"/>
          </a:xfrm>
        </p:spPr>
        <p:txBody>
          <a:bodyPr>
            <a:noAutofit/>
          </a:bodyPr>
          <a:lstStyle/>
          <a:p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//DEMOS GRACIAS AL SEÑOR</a:t>
            </a:r>
            <a:b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DEMOS GRACIAS</a:t>
            </a:r>
            <a:b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DEMOS GRACIAS POR SU AMOR//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701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C4201-B617-A30B-A798-9CB837873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18720-562C-8CF3-6DFC-8E54BA8EB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95250"/>
            <a:ext cx="11353800" cy="6858000"/>
          </a:xfrm>
        </p:spPr>
        <p:txBody>
          <a:bodyPr>
            <a:noAutofit/>
          </a:bodyPr>
          <a:lstStyle/>
          <a:p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LAS MAÑANAS LAS AVES CANTAN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LAS ALABANZAS A CRISTO EL SALVADOR.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TU MI HERMANO POR QUE NO CANTAS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LAS ALABANZAS A CRISTO EL SALVADOR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544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C8318-D337-D17C-2752-0487C242E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5247DF-ABC4-31C2-B228-5ED2EA2E5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6229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D6D90-0AC5-3723-D213-A53979D1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BEBB4-2F65-6D67-D186-E01FA8310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AC1C615-8AFF-F04D-5C14-19A8BB6CC60C}"/>
              </a:ext>
            </a:extLst>
          </p:cNvPr>
          <p:cNvSpPr txBox="1"/>
          <p:nvPr/>
        </p:nvSpPr>
        <p:spPr>
          <a:xfrm>
            <a:off x="0" y="-95786"/>
            <a:ext cx="12192000" cy="709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CONOZCO QUE TODO LO PUEDES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QUE EN MI PENSAMIENTO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 LO PUEDO ESCONDER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HABLABA LO QUE NO ENTENDÍA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 DE A OIDAS TE HABÍA OÍDO</a:t>
            </a:r>
          </a:p>
        </p:txBody>
      </p:sp>
    </p:spTree>
    <p:extLst>
      <p:ext uri="{BB962C8B-B14F-4D97-AF65-F5344CB8AC3E}">
        <p14:creationId xmlns:p14="http://schemas.microsoft.com/office/powerpoint/2010/main" val="372346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E8E57-19CE-5658-F588-AF5A5E53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00CDD-EDAE-001D-82CE-AB80D58C5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AB9C7B-963E-127B-4629-80DAAFD3AD19}"/>
              </a:ext>
            </a:extLst>
          </p:cNvPr>
          <p:cNvSpPr txBox="1"/>
          <p:nvPr/>
        </p:nvSpPr>
        <p:spPr>
          <a:xfrm>
            <a:off x="-114300" y="474345"/>
            <a:ext cx="124206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MÁS AHORA MIS OJOS TE VEN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YO TE PREGUNTARE Y TÚ ME ENSEÑARAS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MÁS AHORA MIS OJOS TE VEN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HOY ME RINDO A TUS PIES Y ME ARREPIENTO SEÑOR</a:t>
            </a:r>
          </a:p>
        </p:txBody>
      </p:sp>
    </p:spTree>
    <p:extLst>
      <p:ext uri="{BB962C8B-B14F-4D97-AF65-F5344CB8AC3E}">
        <p14:creationId xmlns:p14="http://schemas.microsoft.com/office/powerpoint/2010/main" val="267374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9A753-2ECB-DF27-9A6C-C2C5B0B4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B6BE7-5342-37F0-2669-9B067317E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0737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EN LOS MONTES VEO LA GRANDEZA DE SU PODER Y SU AMOR //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//EN EL VIENTO SIENTO SU PRESENCIA Y EN EL BRISAR SU PAZ ME DA //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543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21FCF-A2C2-66D6-73A9-98BDE023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C0657-14D1-578C-94B2-CEE0463AC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41157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EN LAS FLORES SU HERMOSA EN EL TRINAR DE LAS AVES ESCUCHO SU VOZ//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658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6DFF7-E158-9AF8-E482-53F16404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2318F-4053-12DF-7010-B9D22A251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 JESUS EL ARQUITECTO DEL CIELO EL CREADOR DE LA TIERRA QUIEN CUIDA DEL MAR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019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AB467-1CF7-47C5-B272-D72C68B94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2C1B1-D7D6-5750-A958-BD667D22F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994611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 JESUS QUIÉN NOS PROTEGE ES NUESTRO REY Y SEÑOR DE LA CREACIÓN</a:t>
            </a: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5126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532</Words>
  <Application>Microsoft Office PowerPoint</Application>
  <PresentationFormat>Panorámica</PresentationFormat>
  <Paragraphs>68</Paragraphs>
  <Slides>22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de Office</vt:lpstr>
      <vt:lpstr> </vt:lpstr>
      <vt:lpstr> </vt:lpstr>
      <vt:lpstr> </vt:lpstr>
      <vt:lpstr> </vt:lpstr>
      <vt:lpstr> </vt:lpstr>
      <vt:lpstr>ESTAS AQUÍ PARA DAR SALVACION A MI VIDA,  PAZ A MI ALMA, DESCANSO A MIS DIAS. PARA DAR VISTA A LOS CIEGOS, OIDOS A LOS SORDOS PARA SALVAR Y RESTAURAR</vt:lpstr>
      <vt:lpstr>//TU ERES EL AUTOR DE LA VIDA, PRINCIPIO Y FIN DE LOS DIAS, CORDERO DE DIOS, EL VENCEDOR//</vt:lpstr>
      <vt:lpstr>ESTAS AQUÍ PARA DAR CONSUELO A MI SER, Y DAR BONANZA A MI EXISTENCIA, PARA BENDECIR MI TIERRA Y DARME VIDA, VIDA ETERNA CALLAR LA TORMENTA, CALLAR TORMENTA, CALLAR LA TORMENTA</vt:lpstr>
      <vt:lpstr> </vt:lpstr>
      <vt:lpstr>DONDE ESTÁ EL ESPÍRITU DE DIOS HAY LIBERTAD, HAY LIBERTAD DONDE ESTÁ EL ESPÍRITU DE DIOS ALLÍ SIEMPRE HAY LIBERTAD</vt:lpstr>
      <vt:lpstr>//LIBERTAD, LIBERTAD// DONDE ESTÁ EL ESPÍRITU DE DIOS ALLÍ SIEMPRE HAY LIBERTAD</vt:lpstr>
      <vt:lpstr>Presentación de PowerPoint</vt:lpstr>
      <vt:lpstr> </vt:lpstr>
      <vt:lpstr>//DEMOS GRACIAS AL SEÑOR DEMOS GRACIAS DEMOS GRACIAS POR SU AMOR//</vt:lpstr>
      <vt:lpstr>POR LAS MAÑANAS LAS AVES CANTAN LAS ALABANZAS A CRISTO EL SALVADOR. Y TU MI HERMANO POR QUE NO CANTAS LAS ALABANZAS A CRISTO EL SALVADOR</vt:lpstr>
      <vt:lpstr>Presentación de PowerPoint</vt:lpstr>
      <vt:lpstr> </vt:lpstr>
      <vt:lpstr> </vt:lpstr>
      <vt:lpstr>// EN LOS MONTES VEO LA GRANDEZA DE SU PODER Y SU AMOR // //EN EL VIENTO SIENTO SU PRESENCIA Y EN EL BRISAR SU PAZ ME DA // </vt:lpstr>
      <vt:lpstr>// EN LAS FLORES SU HERMOSA EN EL TRINAR DE LAS AVES ESCUCHO SU VOZ// </vt:lpstr>
      <vt:lpstr>ES JESUS EL ARQUITECTO DEL CIELO EL CREADOR DE LA TIERRA QUIEN CUIDA DEL MAR </vt:lpstr>
      <vt:lpstr>ES JESUS QUIÉN NOS PROTEGE ES NUESTRO REY Y SEÑOR DE LA CREACIÓN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2</cp:revision>
  <dcterms:created xsi:type="dcterms:W3CDTF">2025-01-15T22:53:03Z</dcterms:created>
  <dcterms:modified xsi:type="dcterms:W3CDTF">2025-01-29T21:56:21Z</dcterms:modified>
</cp:coreProperties>
</file>