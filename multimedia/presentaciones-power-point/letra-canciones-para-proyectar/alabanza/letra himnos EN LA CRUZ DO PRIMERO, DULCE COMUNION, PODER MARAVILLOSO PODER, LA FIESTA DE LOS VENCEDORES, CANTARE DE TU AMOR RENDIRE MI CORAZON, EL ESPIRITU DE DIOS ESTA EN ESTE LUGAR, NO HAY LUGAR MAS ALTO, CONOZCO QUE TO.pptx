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89" r:id="rId2"/>
    <p:sldId id="290" r:id="rId3"/>
    <p:sldId id="291" r:id="rId4"/>
    <p:sldId id="292" r:id="rId5"/>
    <p:sldId id="293" r:id="rId6"/>
    <p:sldId id="265" r:id="rId7"/>
    <p:sldId id="266" r:id="rId8"/>
    <p:sldId id="267" r:id="rId9"/>
    <p:sldId id="280" r:id="rId10"/>
    <p:sldId id="284" r:id="rId11"/>
    <p:sldId id="285" r:id="rId12"/>
    <p:sldId id="286" r:id="rId13"/>
    <p:sldId id="287" r:id="rId14"/>
    <p:sldId id="259" r:id="rId15"/>
    <p:sldId id="262" r:id="rId16"/>
    <p:sldId id="297" r:id="rId17"/>
    <p:sldId id="298" r:id="rId18"/>
    <p:sldId id="299" r:id="rId19"/>
    <p:sldId id="279" r:id="rId20"/>
    <p:sldId id="294" r:id="rId21"/>
    <p:sldId id="295" r:id="rId22"/>
    <p:sldId id="296" r:id="rId23"/>
    <p:sldId id="268" r:id="rId24"/>
    <p:sldId id="269" r:id="rId25"/>
    <p:sldId id="270" r:id="rId26"/>
    <p:sldId id="271" r:id="rId27"/>
    <p:sldId id="275" r:id="rId28"/>
    <p:sldId id="276" r:id="rId2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6" d="100"/>
          <a:sy n="66" d="100"/>
        </p:scale>
        <p:origin x="17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0E73B6-FE5A-4374-8308-3FE252E0676B}" type="datetimeFigureOut">
              <a:rPr lang="es-CO" smtClean="0"/>
              <a:t>15/01/2025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71B287-CC88-4DD8-8C8A-9E260736AC5B}" type="slidenum">
              <a:rPr lang="es-CO" smtClean="0"/>
              <a:t>‹Nº›</a:t>
            </a:fld>
            <a:endParaRPr lang="es-CO"/>
          </a:p>
        </p:txBody>
      </p:sp>
    </p:spTree>
    <p:extLst>
      <p:ext uri="{BB962C8B-B14F-4D97-AF65-F5344CB8AC3E}">
        <p14:creationId xmlns:p14="http://schemas.microsoft.com/office/powerpoint/2010/main" val="21483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9C4441-103F-CFED-1AE7-2D0A8B79364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A62DDE4-F2A2-0D16-9FAE-63AEB9C469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A51E5324-3B7A-D710-5582-D270D423EB5F}"/>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5" name="Marcador de pie de página 4">
            <a:extLst>
              <a:ext uri="{FF2B5EF4-FFF2-40B4-BE49-F238E27FC236}">
                <a16:creationId xmlns:a16="http://schemas.microsoft.com/office/drawing/2014/main" id="{0AC48166-5CCD-833E-069E-E474D430F84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CFD908C-73D5-9109-9B5A-202997DFBD63}"/>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901402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59E87D-449A-3E13-1C26-BF2E08B681C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2F20C96-53C5-444F-C65A-7230A8A8273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9884B70-DD95-3964-A213-C2238A6DE6C0}"/>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5" name="Marcador de pie de página 4">
            <a:extLst>
              <a:ext uri="{FF2B5EF4-FFF2-40B4-BE49-F238E27FC236}">
                <a16:creationId xmlns:a16="http://schemas.microsoft.com/office/drawing/2014/main" id="{DCBA0903-FA67-2F9C-047D-23FD791BD04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92E11E-91F6-B03A-2D87-DE0148B2035F}"/>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288448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45D37-0CA9-570A-1AAD-12A806CAA77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28DE635-AC83-EE28-413C-AC73BCF6B4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0BB169D-B06B-AAE6-4EF7-5353FAD0E151}"/>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5" name="Marcador de pie de página 4">
            <a:extLst>
              <a:ext uri="{FF2B5EF4-FFF2-40B4-BE49-F238E27FC236}">
                <a16:creationId xmlns:a16="http://schemas.microsoft.com/office/drawing/2014/main" id="{55355D70-6BD3-2EBC-9068-C2C59273F9B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CE8F30B-927E-0DCB-B0A5-5079824414AE}"/>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532829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9087D5-2920-592E-44A5-D878434F843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93CD0FC-949D-D694-E245-7E547D94226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B0730F4A-1CCE-BCD5-6188-E52F4112575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7B64EB94-2CA6-92B6-1A9D-6C0FD83CE6D6}"/>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6" name="Marcador de pie de página 5">
            <a:extLst>
              <a:ext uri="{FF2B5EF4-FFF2-40B4-BE49-F238E27FC236}">
                <a16:creationId xmlns:a16="http://schemas.microsoft.com/office/drawing/2014/main" id="{8B90B8E5-CBFA-A0DD-0133-2CA5050BE75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51B1F7F-F2B7-DBF7-ED9A-6C3E2464A51E}"/>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151899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575CD-406C-106F-B306-0AD0A952798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770F4DA-8A49-51D3-A896-6A73703FBC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B0FA44C-2563-7587-F91F-4DE7D15CDD2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91CA9601-6A0C-6D6A-5EFE-92394737C8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5F9CAE0-5AAD-E36F-8553-4FE26522FAE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27DFAC3C-EC5A-2D75-F6CE-768E0E64CD64}"/>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8" name="Marcador de pie de página 7">
            <a:extLst>
              <a:ext uri="{FF2B5EF4-FFF2-40B4-BE49-F238E27FC236}">
                <a16:creationId xmlns:a16="http://schemas.microsoft.com/office/drawing/2014/main" id="{21F6D609-44D3-9B86-B303-3D7009A332A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27762DD4-E4BD-CA5C-28AB-85703CA85275}"/>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448743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2F04E-EAED-8284-FA77-2759DCA45F3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9CD32E7-B041-213C-922E-724D8A9AA971}"/>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4" name="Marcador de pie de página 3">
            <a:extLst>
              <a:ext uri="{FF2B5EF4-FFF2-40B4-BE49-F238E27FC236}">
                <a16:creationId xmlns:a16="http://schemas.microsoft.com/office/drawing/2014/main" id="{C4834E8F-6E88-34CA-84B7-5777AAF7EE6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0F04E17F-3B04-82F0-DB8F-E0EE2BD6D676}"/>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620217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1813437-9992-B2B8-F6F8-9F0157C77F09}"/>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3" name="Marcador de pie de página 2">
            <a:extLst>
              <a:ext uri="{FF2B5EF4-FFF2-40B4-BE49-F238E27FC236}">
                <a16:creationId xmlns:a16="http://schemas.microsoft.com/office/drawing/2014/main" id="{C3ACF9AF-CE51-BC66-1A3F-9F117078B67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C4EC13DE-59C6-585F-8E61-A99C824DFBDC}"/>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009620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04F57-89D9-A46B-0E65-BCD128DC146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1B31AFA-A34C-BF15-B19B-9DCB172EA7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72D30BA-F600-A1EE-D66B-D04C09591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A2DACE0-A0C9-E125-6726-658AACE82CC4}"/>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6" name="Marcador de pie de página 5">
            <a:extLst>
              <a:ext uri="{FF2B5EF4-FFF2-40B4-BE49-F238E27FC236}">
                <a16:creationId xmlns:a16="http://schemas.microsoft.com/office/drawing/2014/main" id="{61404C1A-6FB0-4D2D-9247-95E549BC644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5E76D54-06A8-7F65-AF0A-3291D0AFEE0A}"/>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749251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C14919-01EF-9563-B40A-13217F268C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F4126FA-3852-442B-63A5-87D124E1A2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D9C9517-F068-F5C9-E01F-BBDE777ED1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370EB7-B026-E73F-34D5-AA1A0991D496}"/>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6" name="Marcador de pie de página 5">
            <a:extLst>
              <a:ext uri="{FF2B5EF4-FFF2-40B4-BE49-F238E27FC236}">
                <a16:creationId xmlns:a16="http://schemas.microsoft.com/office/drawing/2014/main" id="{8789078A-654D-2EF3-376E-E96818CEF12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ACCF5D1-CB39-E31C-1CB2-2B393CB984BA}"/>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4215379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9E8932-B577-467B-4A17-52F8985101C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3E548A7-D723-42DF-9935-BD698C345FB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3EFA502-2B95-E2F3-EBCB-40A1D3CB3D45}"/>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5" name="Marcador de pie de página 4">
            <a:extLst>
              <a:ext uri="{FF2B5EF4-FFF2-40B4-BE49-F238E27FC236}">
                <a16:creationId xmlns:a16="http://schemas.microsoft.com/office/drawing/2014/main" id="{3EFB97D6-E42A-68FE-ADEC-A9D260F62E3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DF7D624-6233-8ED8-3F07-CC34DE39E4F0}"/>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4215067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292CA67-8B24-AE22-F97D-9C1DD6826AC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2A99431-2234-0CF3-A685-3F3CDDE761E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A1EDAF5-AE91-F5E4-8C02-9A2FA076BE31}"/>
              </a:ext>
            </a:extLst>
          </p:cNvPr>
          <p:cNvSpPr>
            <a:spLocks noGrp="1"/>
          </p:cNvSpPr>
          <p:nvPr>
            <p:ph type="dt" sz="half" idx="10"/>
          </p:nvPr>
        </p:nvSpPr>
        <p:spPr/>
        <p:txBody>
          <a:bodyPr/>
          <a:lstStyle/>
          <a:p>
            <a:fld id="{6104D546-A27D-4A88-A8D8-CFE18D774EC6}" type="datetimeFigureOut">
              <a:rPr lang="es-CO" smtClean="0"/>
              <a:t>15/01/2025</a:t>
            </a:fld>
            <a:endParaRPr lang="es-CO"/>
          </a:p>
        </p:txBody>
      </p:sp>
      <p:sp>
        <p:nvSpPr>
          <p:cNvPr id="5" name="Marcador de pie de página 4">
            <a:extLst>
              <a:ext uri="{FF2B5EF4-FFF2-40B4-BE49-F238E27FC236}">
                <a16:creationId xmlns:a16="http://schemas.microsoft.com/office/drawing/2014/main" id="{831DDC36-5C7C-09E3-57FB-7038476B7F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5A5D9E3-DE48-5139-B1FD-992BB04A9900}"/>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857096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7907065-75AF-4057-A228-22FE9E3C2A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3346DF1-E869-9656-FBAD-0B97A7821A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AE1E0A6-0E30-C9CF-A218-1AFDCAF00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04D546-A27D-4A88-A8D8-CFE18D774EC6}" type="datetimeFigureOut">
              <a:rPr lang="es-CO" smtClean="0"/>
              <a:t>15/01/2025</a:t>
            </a:fld>
            <a:endParaRPr lang="es-CO"/>
          </a:p>
        </p:txBody>
      </p:sp>
      <p:sp>
        <p:nvSpPr>
          <p:cNvPr id="5" name="Marcador de pie de página 4">
            <a:extLst>
              <a:ext uri="{FF2B5EF4-FFF2-40B4-BE49-F238E27FC236}">
                <a16:creationId xmlns:a16="http://schemas.microsoft.com/office/drawing/2014/main" id="{714D2A59-90D7-5124-AD6E-24F039E9AF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2E837DB1-0888-F0D5-7E18-5241FDDDA5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D32912-160C-4B9F-BA1A-6FD9BB157DAA}" type="slidenum">
              <a:rPr lang="es-CO" smtClean="0"/>
              <a:t>‹Nº›</a:t>
            </a:fld>
            <a:endParaRPr lang="es-CO"/>
          </a:p>
        </p:txBody>
      </p:sp>
    </p:spTree>
    <p:extLst>
      <p:ext uri="{BB962C8B-B14F-4D97-AF65-F5344CB8AC3E}">
        <p14:creationId xmlns:p14="http://schemas.microsoft.com/office/powerpoint/2010/main" val="4116820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013EB-9FD4-2410-6563-C86DD33F0E49}"/>
              </a:ext>
            </a:extLst>
          </p:cNvPr>
          <p:cNvSpPr>
            <a:spLocks noGrp="1"/>
          </p:cNvSpPr>
          <p:nvPr>
            <p:ph type="ctrTitle"/>
          </p:nvPr>
        </p:nvSpPr>
        <p:spPr>
          <a:xfrm>
            <a:off x="0" y="-420180"/>
            <a:ext cx="12192000" cy="6858000"/>
          </a:xfrm>
        </p:spPr>
        <p:txBody>
          <a:bodyPr>
            <a:noAutofit/>
          </a:bodyPr>
          <a:lstStyle/>
          <a:p>
            <a:r>
              <a:rPr lang="es-ES" sz="7200" b="1" i="0" dirty="0">
                <a:solidFill>
                  <a:schemeClr val="bg1"/>
                </a:solidFill>
                <a:effectLst/>
                <a:latin typeface="Arial" panose="020B0604020202020204" pitchFamily="34" charset="0"/>
                <a:cs typeface="Arial" panose="020B0604020202020204" pitchFamily="34" charset="0"/>
              </a:rPr>
              <a:t>ME HIRIÓ EL PECADO, FUI A JESÚS,</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MOSTRELE MI DOLOR;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PERDIDO ERRANTE VI SU LUZ,</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BENDÍJOME EN SU AMOR.</a:t>
            </a:r>
            <a:endParaRPr lang="es-CO" sz="7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737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25CD35D-DF00-13AB-7336-7A987C068E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2B3E3B-5763-48DD-3B12-DB0F31AFA89A}"/>
              </a:ext>
            </a:extLst>
          </p:cNvPr>
          <p:cNvSpPr>
            <a:spLocks noGrp="1"/>
          </p:cNvSpPr>
          <p:nvPr>
            <p:ph type="ctrTitle"/>
          </p:nvPr>
        </p:nvSpPr>
        <p:spPr>
          <a:xfrm>
            <a:off x="0" y="126610"/>
            <a:ext cx="12192000" cy="6858000"/>
          </a:xfrm>
        </p:spPr>
        <p:txBody>
          <a:bodyPr>
            <a:noAutofit/>
          </a:bodyPr>
          <a:lstStyle/>
          <a:p>
            <a:r>
              <a:rPr lang="es-ES" sz="6200" b="1" i="0" dirty="0">
                <a:solidFill>
                  <a:schemeClr val="bg1"/>
                </a:solidFill>
                <a:effectLst/>
                <a:latin typeface="Arial" panose="020B0604020202020204" pitchFamily="34" charset="0"/>
                <a:cs typeface="Arial" panose="020B0604020202020204" pitchFamily="34" charset="0"/>
              </a:rPr>
              <a:t>EN LA CRUZ, EN LA CRUZ,</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DO PRIMERO VI LA LUZ,</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Y LAS MANCHAS DE MI ALMA YO LAVÉ.</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FUE ALLÍ POR FE, DO VI A JESÚS,</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Y SIEMPRE FELIZ CON ÉL SERÉ</a:t>
            </a:r>
          </a:p>
        </p:txBody>
      </p:sp>
    </p:spTree>
    <p:extLst>
      <p:ext uri="{BB962C8B-B14F-4D97-AF65-F5344CB8AC3E}">
        <p14:creationId xmlns:p14="http://schemas.microsoft.com/office/powerpoint/2010/main" val="1362956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B1AA484-AF74-C06D-FBA5-D8BEA37D03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1A94C1-585B-A718-13A9-2C1888F3C680}"/>
              </a:ext>
            </a:extLst>
          </p:cNvPr>
          <p:cNvSpPr>
            <a:spLocks noGrp="1"/>
          </p:cNvSpPr>
          <p:nvPr>
            <p:ph type="ctrTitle"/>
          </p:nvPr>
        </p:nvSpPr>
        <p:spPr>
          <a:xfrm>
            <a:off x="0" y="-146106"/>
            <a:ext cx="12192000" cy="6858000"/>
          </a:xfrm>
        </p:spPr>
        <p:txBody>
          <a:bodyPr>
            <a:noAutofit/>
          </a:bodyPr>
          <a:lstStyle/>
          <a:p>
            <a:r>
              <a:rPr lang="es-ES" sz="7500" b="1" i="0" dirty="0">
                <a:solidFill>
                  <a:schemeClr val="bg1"/>
                </a:solidFill>
                <a:effectLst/>
                <a:latin typeface="Arial" panose="020B0604020202020204" pitchFamily="34" charset="0"/>
                <a:cs typeface="Arial" panose="020B0604020202020204" pitchFamily="34" charset="0"/>
              </a:rPr>
              <a:t>SOBRE UNA CRUZ, MI BUEN SEÑOR,</a:t>
            </a:r>
            <a:br>
              <a:rPr lang="es-ES" sz="7500" b="1" i="0" dirty="0">
                <a:solidFill>
                  <a:schemeClr val="bg1"/>
                </a:solidFill>
                <a:effectLst/>
                <a:latin typeface="Arial" panose="020B0604020202020204" pitchFamily="34" charset="0"/>
                <a:cs typeface="Arial" panose="020B0604020202020204" pitchFamily="34" charset="0"/>
              </a:rPr>
            </a:br>
            <a:r>
              <a:rPr lang="es-ES" sz="7500" b="1" i="0" dirty="0">
                <a:solidFill>
                  <a:schemeClr val="bg1"/>
                </a:solidFill>
                <a:effectLst/>
                <a:latin typeface="Arial" panose="020B0604020202020204" pitchFamily="34" charset="0"/>
                <a:cs typeface="Arial" panose="020B0604020202020204" pitchFamily="34" charset="0"/>
              </a:rPr>
              <a:t>SU SANGRE DERRAMÓ,</a:t>
            </a:r>
            <a:br>
              <a:rPr lang="es-ES" sz="7500" b="1" i="0" dirty="0">
                <a:solidFill>
                  <a:schemeClr val="bg1"/>
                </a:solidFill>
                <a:effectLst/>
                <a:latin typeface="Arial" panose="020B0604020202020204" pitchFamily="34" charset="0"/>
                <a:cs typeface="Arial" panose="020B0604020202020204" pitchFamily="34" charset="0"/>
              </a:rPr>
            </a:br>
            <a:r>
              <a:rPr lang="es-ES" sz="7500" b="1" i="0" dirty="0">
                <a:solidFill>
                  <a:schemeClr val="bg1"/>
                </a:solidFill>
                <a:effectLst/>
                <a:latin typeface="Arial" panose="020B0604020202020204" pitchFamily="34" charset="0"/>
                <a:cs typeface="Arial" panose="020B0604020202020204" pitchFamily="34" charset="0"/>
              </a:rPr>
              <a:t>POR ESTE POBRE PECADOR</a:t>
            </a:r>
            <a:br>
              <a:rPr lang="es-ES" sz="7500" b="1" i="0" dirty="0">
                <a:solidFill>
                  <a:schemeClr val="bg1"/>
                </a:solidFill>
                <a:effectLst/>
                <a:latin typeface="Arial" panose="020B0604020202020204" pitchFamily="34" charset="0"/>
                <a:cs typeface="Arial" panose="020B0604020202020204" pitchFamily="34" charset="0"/>
              </a:rPr>
            </a:br>
            <a:r>
              <a:rPr lang="es-ES" sz="7500" b="1" i="0" dirty="0">
                <a:solidFill>
                  <a:schemeClr val="bg1"/>
                </a:solidFill>
                <a:effectLst/>
                <a:latin typeface="Arial" panose="020B0604020202020204" pitchFamily="34" charset="0"/>
                <a:cs typeface="Arial" panose="020B0604020202020204" pitchFamily="34" charset="0"/>
              </a:rPr>
              <a:t>A QUIEN ASÍ SALVÓ.</a:t>
            </a:r>
          </a:p>
        </p:txBody>
      </p:sp>
    </p:spTree>
    <p:extLst>
      <p:ext uri="{BB962C8B-B14F-4D97-AF65-F5344CB8AC3E}">
        <p14:creationId xmlns:p14="http://schemas.microsoft.com/office/powerpoint/2010/main" val="1774325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97A97E5C-3CC2-D1F2-6930-5451F3A537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A563BE-F6B1-B47C-A314-A72C0ED12120}"/>
              </a:ext>
            </a:extLst>
          </p:cNvPr>
          <p:cNvSpPr>
            <a:spLocks noGrp="1"/>
          </p:cNvSpPr>
          <p:nvPr>
            <p:ph type="ctrTitle"/>
          </p:nvPr>
        </p:nvSpPr>
        <p:spPr>
          <a:xfrm>
            <a:off x="0" y="-274443"/>
            <a:ext cx="12192000" cy="6858000"/>
          </a:xfrm>
        </p:spPr>
        <p:txBody>
          <a:bodyPr>
            <a:noAutofit/>
          </a:bodyPr>
          <a:lstStyle/>
          <a:p>
            <a:r>
              <a:rPr lang="es-ES" sz="7200" b="1" i="0" dirty="0">
                <a:solidFill>
                  <a:schemeClr val="bg1"/>
                </a:solidFill>
                <a:effectLst/>
                <a:latin typeface="Arial" panose="020B0604020202020204" pitchFamily="34" charset="0"/>
                <a:cs typeface="Arial" panose="020B0604020202020204" pitchFamily="34" charset="0"/>
              </a:rPr>
              <a:t>VENCIÓ LA MUERTE CON PODER,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Y AL CIELO SE EXALTÓ;</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CONFIAR EN ÉL ES MI PLACER,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MORIR NO TEMO YO</a:t>
            </a:r>
          </a:p>
        </p:txBody>
      </p:sp>
    </p:spTree>
    <p:extLst>
      <p:ext uri="{BB962C8B-B14F-4D97-AF65-F5344CB8AC3E}">
        <p14:creationId xmlns:p14="http://schemas.microsoft.com/office/powerpoint/2010/main" val="672271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76418FE-7C3B-D73F-5421-0795605F79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26A4F3-7B33-B946-7462-1764DDC14792}"/>
              </a:ext>
            </a:extLst>
          </p:cNvPr>
          <p:cNvSpPr>
            <a:spLocks noGrp="1"/>
          </p:cNvSpPr>
          <p:nvPr>
            <p:ph type="ctrTitle"/>
          </p:nvPr>
        </p:nvSpPr>
        <p:spPr>
          <a:xfrm>
            <a:off x="0" y="-370695"/>
            <a:ext cx="12192000" cy="6858000"/>
          </a:xfrm>
        </p:spPr>
        <p:txBody>
          <a:bodyPr>
            <a:noAutofit/>
          </a:bodyPr>
          <a:lstStyle/>
          <a:p>
            <a:r>
              <a:rPr lang="es-ES" sz="7200" b="1" i="0" dirty="0">
                <a:solidFill>
                  <a:schemeClr val="bg1"/>
                </a:solidFill>
                <a:effectLst/>
                <a:latin typeface="Arial" panose="020B0604020202020204" pitchFamily="34" charset="0"/>
                <a:cs typeface="Arial" panose="020B0604020202020204" pitchFamily="34" charset="0"/>
              </a:rPr>
              <a:t>AUNQUE ÉL SE FUE  SOLO NO ESTOY,</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MANDÓ AL CONSOLADOR,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DIVINO ESPÍRITU QUE HOY ME DA PERFECTO AMOR</a:t>
            </a:r>
          </a:p>
        </p:txBody>
      </p:sp>
    </p:spTree>
    <p:extLst>
      <p:ext uri="{BB962C8B-B14F-4D97-AF65-F5344CB8AC3E}">
        <p14:creationId xmlns:p14="http://schemas.microsoft.com/office/powerpoint/2010/main" val="965488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22031E6-7B0D-B8B0-3F44-2C818EE42D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D207D7-E09F-C3E2-1C18-994DFC692236}"/>
              </a:ext>
            </a:extLst>
          </p:cNvPr>
          <p:cNvSpPr>
            <a:spLocks noGrp="1"/>
          </p:cNvSpPr>
          <p:nvPr>
            <p:ph type="ctrTitle"/>
          </p:nvPr>
        </p:nvSpPr>
        <p:spPr>
          <a:xfrm>
            <a:off x="0" y="0"/>
            <a:ext cx="12192000" cy="6858000"/>
          </a:xfrm>
        </p:spPr>
        <p:txBody>
          <a:bodyPr>
            <a:noAutofit/>
          </a:bodyPr>
          <a:lstStyle/>
          <a:p>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DULCE COMUNIÓN LA QUE GOZO YA</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EN LOS BRAZOS DE MI SALVADOR;</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¡QUÉ GRAN BENDICIÓN EN SU PAZ ME DA!</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¡OH! YO SIENTO EN MÍ SU TIERNO AMOR.</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290181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DFD1E0-9A8C-24C8-0EA4-5F07EF3415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B3131B-641F-8714-8A55-17D8058D6E53}"/>
              </a:ext>
            </a:extLst>
          </p:cNvPr>
          <p:cNvSpPr>
            <a:spLocks noGrp="1"/>
          </p:cNvSpPr>
          <p:nvPr>
            <p:ph type="ctrTitle"/>
          </p:nvPr>
        </p:nvSpPr>
        <p:spPr>
          <a:xfrm>
            <a:off x="104273" y="-577516"/>
            <a:ext cx="11983453" cy="6858000"/>
          </a:xfrm>
        </p:spPr>
        <p:txBody>
          <a:bodyPr>
            <a:noAutofit/>
          </a:bodyPr>
          <a:lstStyle/>
          <a:p>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LIBRE, SALVO DEL PECADO Y DEL TEMOR;</a:t>
            </a:r>
            <a:b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500" b="1" dirty="0">
                <a:solidFill>
                  <a:schemeClr val="bg1"/>
                </a:solidFill>
                <a:latin typeface="Arial" panose="020B0604020202020204" pitchFamily="34" charset="0"/>
                <a:ea typeface="Tahoma" panose="020B0604030504040204" pitchFamily="34" charset="0"/>
                <a:cs typeface="Arial" panose="020B0604020202020204" pitchFamily="34" charset="0"/>
              </a:rPr>
              <a:t>LIBRE, SALVO, EN LOS BRAZOS DE MI SALVADOR.</a:t>
            </a:r>
            <a:endParaRPr lang="es-CO" sz="75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503019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33889A-9C10-77BF-D3FB-29120B107C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4DAF7C-E2F3-9CE9-459A-40353C7B919B}"/>
              </a:ext>
            </a:extLst>
          </p:cNvPr>
          <p:cNvSpPr>
            <a:spLocks noGrp="1"/>
          </p:cNvSpPr>
          <p:nvPr>
            <p:ph type="ctrTitle"/>
          </p:nvPr>
        </p:nvSpPr>
        <p:spPr>
          <a:xfrm>
            <a:off x="0" y="136358"/>
            <a:ext cx="11983453" cy="6858000"/>
          </a:xfrm>
        </p:spPr>
        <p:txBody>
          <a:bodyPr>
            <a:noAutofit/>
          </a:bodyPr>
          <a:lstStyle/>
          <a:p>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¡CUÁN DULCE ES VIVIR, CUÁN DULCE ES GOZAR!</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EN LOS BRAZOS DE MI SALVADOR;</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ALLÍ QUIERO IR Y CON ÉL MORAR</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SIENDO OBJETO DE SU TIERNO AMOR</a:t>
            </a:r>
            <a:endParaRPr lang="es-CO" sz="63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605986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443DDB3-C606-CA5D-61B9-161B850E02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ABA7E3-5805-EBE1-1704-60152B3E60E3}"/>
              </a:ext>
            </a:extLst>
          </p:cNvPr>
          <p:cNvSpPr>
            <a:spLocks noGrp="1"/>
          </p:cNvSpPr>
          <p:nvPr>
            <p:ph type="ctrTitle"/>
          </p:nvPr>
        </p:nvSpPr>
        <p:spPr>
          <a:xfrm>
            <a:off x="0" y="0"/>
            <a:ext cx="11983453" cy="6858000"/>
          </a:xfrm>
        </p:spPr>
        <p:txBody>
          <a:bodyPr>
            <a:noAutofit/>
          </a:bodyPr>
          <a:lstStyle/>
          <a:p>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 NO HAY QUE TEMER, NI QUE DESCONFIAR,</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EN LOS BRAZOS DE MI SALVADOR;</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POR SU GRAN PODER ÉL ME GUARDARÁ</a:t>
            </a:r>
            <a:b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b="1" dirty="0">
                <a:solidFill>
                  <a:schemeClr val="bg1"/>
                </a:solidFill>
                <a:latin typeface="Arial" panose="020B0604020202020204" pitchFamily="34" charset="0"/>
                <a:ea typeface="Tahoma" panose="020B0604030504040204" pitchFamily="34" charset="0"/>
                <a:cs typeface="Arial" panose="020B0604020202020204" pitchFamily="34" charset="0"/>
              </a:rPr>
              <a:t>DE LOS LAZOS DEL ENGAÑADOR</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860555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2D244C9-0274-2F18-3159-EE91E349A5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B1D3E3-1D86-6193-23EA-6E9713476A02}"/>
              </a:ext>
            </a:extLst>
          </p:cNvPr>
          <p:cNvSpPr>
            <a:spLocks noGrp="1"/>
          </p:cNvSpPr>
          <p:nvPr>
            <p:ph type="ctrTitle"/>
          </p:nvPr>
        </p:nvSpPr>
        <p:spPr>
          <a:xfrm>
            <a:off x="0" y="866274"/>
            <a:ext cx="12192000" cy="6858000"/>
          </a:xfrm>
        </p:spPr>
        <p:txBody>
          <a:bodyPr>
            <a:noAutofit/>
          </a:bodyPr>
          <a:lstStyle/>
          <a:p>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CUANDO ACEPTÉ A MI CRISTO COMO MI SALVADOR</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DE PRONTO TODO CAMBIÓ</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MI VIDA DE PECADO POR SIEMPRE TERMINÓ</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SU ESPÍRITU JESÚS ME DIO</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718272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64E5A3C7-6957-5257-9934-EAFA2FCD6C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475036-65C9-6B87-5680-4125071B4A67}"/>
              </a:ext>
            </a:extLst>
          </p:cNvPr>
          <p:cNvSpPr>
            <a:spLocks noGrp="1"/>
          </p:cNvSpPr>
          <p:nvPr>
            <p:ph type="ctrTitle"/>
          </p:nvPr>
        </p:nvSpPr>
        <p:spPr>
          <a:xfrm>
            <a:off x="0" y="1794711"/>
            <a:ext cx="12192000" cy="6858000"/>
          </a:xfrm>
        </p:spPr>
        <p:txBody>
          <a:bodyPr>
            <a:noAutofit/>
          </a:bodyPr>
          <a:lstStyle/>
          <a:p>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PODER, MARAVILLOSO PODER</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QUE GOZO SIENTO YO EN MI SER</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YO SIENTO EL PODER DEL DÍA DE PENTECOSTÉS</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PODER, MARAVILLOSO PODER</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4265942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9C13ACE-4069-38C3-3E6C-31D23A02EC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73A13DC-3926-CFDC-5DE9-A4468D5879F5}"/>
              </a:ext>
            </a:extLst>
          </p:cNvPr>
          <p:cNvSpPr>
            <a:spLocks noGrp="1"/>
          </p:cNvSpPr>
          <p:nvPr>
            <p:ph type="ctrTitle"/>
          </p:nvPr>
        </p:nvSpPr>
        <p:spPr>
          <a:xfrm>
            <a:off x="0" y="-777039"/>
            <a:ext cx="12192000" cy="6858000"/>
          </a:xfrm>
        </p:spPr>
        <p:txBody>
          <a:bodyPr>
            <a:noAutofit/>
          </a:bodyPr>
          <a:lstStyle/>
          <a:p>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ANDUVE POR EL MUNDO CON UN VACÍO EN MI ALMA</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JESÚS LO VINO A LLENAR</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AHORA VIVO ALEGRE Y TENGO LA ESPERANZA</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DE SIEMPRE CON ÉL ESTAR</a:t>
            </a: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438664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65E336FB-EF38-2819-51D8-77F54CA46CF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CB0F279-9E48-B4B1-860C-46985A94581F}"/>
              </a:ext>
            </a:extLst>
          </p:cNvPr>
          <p:cNvSpPr>
            <a:spLocks noGrp="1"/>
          </p:cNvSpPr>
          <p:nvPr>
            <p:ph type="ctrTitle"/>
          </p:nvPr>
        </p:nvSpPr>
        <p:spPr>
          <a:xfrm>
            <a:off x="0" y="-777039"/>
            <a:ext cx="12192000" cy="6858000"/>
          </a:xfrm>
        </p:spPr>
        <p:txBody>
          <a:bodyPr>
            <a:noAutofit/>
          </a:bodyPr>
          <a:lstStyle/>
          <a:p>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DIOS DIJO A NICODEMO QUE AL REINO DE LOS CIELOS</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NADIE PODÍA ENTRAR</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PORQUE ES NECESARIO VOLVER A NACER</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TÚ NECESITAS DEL PODER.</a:t>
            </a:r>
            <a:endParaRPr lang="es-CO" sz="66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286076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0B03D2-4E04-6C8A-BB8F-8DA1E9FAEA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EA8B22-BD55-0C6B-671E-F57B80CE2899}"/>
              </a:ext>
            </a:extLst>
          </p:cNvPr>
          <p:cNvSpPr>
            <a:spLocks noGrp="1"/>
          </p:cNvSpPr>
          <p:nvPr>
            <p:ph type="ctrTitle"/>
          </p:nvPr>
        </p:nvSpPr>
        <p:spPr>
          <a:xfrm>
            <a:off x="0" y="-436099"/>
            <a:ext cx="12192000" cy="6858000"/>
          </a:xfrm>
          <a:solidFill>
            <a:schemeClr val="tx1"/>
          </a:solidFill>
        </p:spPr>
        <p:txBody>
          <a:bodyPr>
            <a:noAutofit/>
          </a:bodyPr>
          <a:lstStyle/>
          <a:p>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HABRÁ EN EL CIELO UNA GRAN FIESTA</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SERA UNA GLORIOSA REUNIÓN</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 REUNIRÁN DE TODAS RAZAS</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LOS REDIMIDOS DEL SEÑOR.</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CANTARAN CANCIONES DE ALEGRÍA</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LAGRIMAS DE GOZO LLORARAN</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SERA UNA FIESTA DE VICTORIA</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SOLO REDIMIDOS ENTRARAN.</a:t>
            </a:r>
            <a:endParaRPr lang="es-CO" sz="5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724735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5D23BC5-30BF-FB24-FA38-B4BB54C55A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49AE6D-AF2A-8DF4-770A-885F76DCA7C3}"/>
              </a:ext>
            </a:extLst>
          </p:cNvPr>
          <p:cNvSpPr>
            <a:spLocks noGrp="1"/>
          </p:cNvSpPr>
          <p:nvPr>
            <p:ph type="ctrTitle"/>
          </p:nvPr>
        </p:nvSpPr>
        <p:spPr>
          <a:xfrm>
            <a:off x="0" y="-323850"/>
            <a:ext cx="12192000" cy="6858000"/>
          </a:xfrm>
        </p:spPr>
        <p:txBody>
          <a:bodyPr>
            <a:noAutofit/>
          </a:bodyPr>
          <a:lstStyle/>
          <a:p>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LA FIESTA DE LOS VENCEDORES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NO ME LA VOY A PERDER</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EL CANTO DE LOS REDIMIDOS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CON ALEGRÍA CANTARE</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LA FIESTA DE LOS VENCEDORES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NO ME LA VOY A PERDER</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EL CANTO DE LOS REDIMIDOS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CON ALEGRÍA CANTARE</a:t>
            </a:r>
            <a:endParaRPr lang="es-CO" sz="54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977358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9C8318-D337-D17C-2752-0487C242E2A3}"/>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175247DF-ABC4-31C2-B228-5ED2EA2E5448}"/>
              </a:ext>
            </a:extLst>
          </p:cNvPr>
          <p:cNvSpPr>
            <a:spLocks noGrp="1"/>
          </p:cNvSpPr>
          <p:nvPr>
            <p:ph idx="1"/>
          </p:nvPr>
        </p:nvSpPr>
        <p:spPr/>
        <p:txBody>
          <a:bodyPr/>
          <a:lstStyle/>
          <a:p>
            <a:endParaRPr lang="es-CO"/>
          </a:p>
        </p:txBody>
      </p:sp>
    </p:spTree>
    <p:extLst>
      <p:ext uri="{BB962C8B-B14F-4D97-AF65-F5344CB8AC3E}">
        <p14:creationId xmlns:p14="http://schemas.microsoft.com/office/powerpoint/2010/main" val="1726229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91FBA24-A33B-A9F4-7539-10888B52D9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B20427-EDB0-0B6D-B86D-7A37D95F5357}"/>
              </a:ext>
            </a:extLst>
          </p:cNvPr>
          <p:cNvSpPr>
            <a:spLocks noGrp="1"/>
          </p:cNvSpPr>
          <p:nvPr>
            <p:ph type="ctrTitle"/>
          </p:nvPr>
        </p:nvSpPr>
        <p:spPr>
          <a:xfrm>
            <a:off x="0" y="-360948"/>
            <a:ext cx="12192000" cy="6858000"/>
          </a:xfrm>
        </p:spPr>
        <p:txBody>
          <a:bodyPr>
            <a:noAutofit/>
          </a:bodyPr>
          <a:lstStyle/>
          <a:p>
            <a: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t>POR MUCHO TIEMPO BUSQUÉ</a:t>
            </a:r>
            <a:b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t>UNA RAZÓN DE VIVIR</a:t>
            </a:r>
            <a:b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t>EN MEDIO DE MIL PREGUNTAS</a:t>
            </a:r>
            <a:b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t>TU AMOR ME RESPONDIÓ</a:t>
            </a:r>
            <a:endParaRPr lang="es-CO" sz="73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671859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A057128-F9D9-79D7-3B68-EB87057B1E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00C811-6B89-FEA6-BD51-CA1E3C291634}"/>
              </a:ext>
            </a:extLst>
          </p:cNvPr>
          <p:cNvSpPr>
            <a:spLocks noGrp="1"/>
          </p:cNvSpPr>
          <p:nvPr>
            <p:ph type="ctrTitle"/>
          </p:nvPr>
        </p:nvSpPr>
        <p:spPr>
          <a:xfrm>
            <a:off x="0" y="930441"/>
            <a:ext cx="12192000"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AHORA VEO LA LUZ</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Y YA NO TENGO TEMOR</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TU REINO VINO A MI VIDA</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Y AHORA VIVO PARA TI</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177532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3AB313A-5F65-01D5-5348-878AF1EDCC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B685A5-166B-7CC8-B068-550742D62968}"/>
              </a:ext>
            </a:extLst>
          </p:cNvPr>
          <p:cNvSpPr>
            <a:spLocks noGrp="1"/>
          </p:cNvSpPr>
          <p:nvPr>
            <p:ph type="ctrTitle"/>
          </p:nvPr>
        </p:nvSpPr>
        <p:spPr>
          <a:xfrm>
            <a:off x="0" y="1299410"/>
            <a:ext cx="12192000" cy="6858000"/>
          </a:xfrm>
        </p:spPr>
        <p:txBody>
          <a:bodyPr>
            <a:noAutofit/>
          </a:bodyPr>
          <a:lstStyle/>
          <a:p>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CANTARÉ DE TU AMOR</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RENDIRÉ MI CORAZÓN </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ANTE TI, TÚ SERÁS </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MI PASIÓN, Y MIS PASOS SE GUIARÁN POR TU VOZ, </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MI JESÚS Y MI REY</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DE TU GRAN AMOR CANTARÉ</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113100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013EB-9FD4-2410-6563-C86DD33F0E49}"/>
              </a:ext>
            </a:extLst>
          </p:cNvPr>
          <p:cNvSpPr>
            <a:spLocks noGrp="1"/>
          </p:cNvSpPr>
          <p:nvPr>
            <p:ph type="ctrTitle"/>
          </p:nvPr>
        </p:nvSpPr>
        <p:spPr>
          <a:xfrm>
            <a:off x="0" y="-420180"/>
            <a:ext cx="12192000" cy="6858000"/>
          </a:xfrm>
        </p:spPr>
        <p:txBody>
          <a:bodyPr>
            <a:noAutofit/>
          </a:bodyPr>
          <a:lstStyle/>
          <a:p>
            <a:r>
              <a:rPr lang="es-ES" sz="8000" b="1" i="0" dirty="0">
                <a:solidFill>
                  <a:schemeClr val="bg1"/>
                </a:solidFill>
                <a:effectLst/>
                <a:latin typeface="Arial" panose="020B0604020202020204" pitchFamily="34" charset="0"/>
                <a:cs typeface="Arial" panose="020B0604020202020204" pitchFamily="34" charset="0"/>
              </a:rPr>
              <a:t>EL ESPÍRITU DE DIOS ESTÁ EN ESTE LUGAR</a:t>
            </a:r>
            <a:br>
              <a:rPr lang="es-ES" sz="8000" b="1" i="0" dirty="0">
                <a:solidFill>
                  <a:schemeClr val="bg1"/>
                </a:solidFill>
                <a:effectLst/>
                <a:latin typeface="Arial" panose="020B0604020202020204" pitchFamily="34" charset="0"/>
                <a:cs typeface="Arial" panose="020B0604020202020204" pitchFamily="34" charset="0"/>
              </a:rPr>
            </a:br>
            <a:r>
              <a:rPr lang="es-ES" sz="8000" b="1" i="0" dirty="0">
                <a:solidFill>
                  <a:schemeClr val="bg1"/>
                </a:solidFill>
                <a:effectLst/>
                <a:latin typeface="Arial" panose="020B0604020202020204" pitchFamily="34" charset="0"/>
                <a:cs typeface="Arial" panose="020B0604020202020204" pitchFamily="34" charset="0"/>
              </a:rPr>
              <a:t>EL ESPÍRITU DE DIOS SE MUEVE EN ESTE LUGAR</a:t>
            </a:r>
            <a:endParaRPr lang="es-CO" sz="8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0997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25CD35D-DF00-13AB-7336-7A987C068E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2B3E3B-5763-48DD-3B12-DB0F31AFA89A}"/>
              </a:ext>
            </a:extLst>
          </p:cNvPr>
          <p:cNvSpPr>
            <a:spLocks noGrp="1"/>
          </p:cNvSpPr>
          <p:nvPr>
            <p:ph type="ctrTitle"/>
          </p:nvPr>
        </p:nvSpPr>
        <p:spPr>
          <a:xfrm>
            <a:off x="0" y="-384269"/>
            <a:ext cx="12192000" cy="6858000"/>
          </a:xfrm>
        </p:spPr>
        <p:txBody>
          <a:bodyPr>
            <a:noAutofit/>
          </a:bodyPr>
          <a:lstStyle/>
          <a:p>
            <a:r>
              <a:rPr lang="es-ES" sz="7200" b="1" i="0" dirty="0">
                <a:solidFill>
                  <a:schemeClr val="bg1"/>
                </a:solidFill>
                <a:effectLst/>
                <a:latin typeface="Arial" panose="020B0604020202020204" pitchFamily="34" charset="0"/>
                <a:cs typeface="Arial" panose="020B0604020202020204" pitchFamily="34" charset="0"/>
              </a:rPr>
              <a:t>ESTÁ AQUÍ PARA CONSOLAR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ESTÁ AQUÍ PARA LIBERAR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ESTÁ AQUÍ PARA GUIAR, EL ESPÍRITU DE DIOS ESTÁ AQUÍ</a:t>
            </a:r>
            <a:endParaRPr lang="es-CO" sz="7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4910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DB117244-06F6-5EC5-F916-2BAD05F4A70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3803DD-D988-019D-E6C8-9E317D0A3ED2}"/>
              </a:ext>
            </a:extLst>
          </p:cNvPr>
          <p:cNvSpPr>
            <a:spLocks noGrp="1"/>
          </p:cNvSpPr>
          <p:nvPr>
            <p:ph type="ctrTitle"/>
          </p:nvPr>
        </p:nvSpPr>
        <p:spPr>
          <a:xfrm>
            <a:off x="56148" y="-336885"/>
            <a:ext cx="12135852" cy="6858000"/>
          </a:xfrm>
        </p:spPr>
        <p:txBody>
          <a:bodyPr>
            <a:noAutofit/>
          </a:bodyPr>
          <a:lstStyle/>
          <a:p>
            <a:r>
              <a:rPr lang="es-ES" sz="6200" b="1" i="0" dirty="0">
                <a:solidFill>
                  <a:schemeClr val="bg1"/>
                </a:solidFill>
                <a:effectLst/>
                <a:latin typeface="Arial" panose="020B0604020202020204" pitchFamily="34" charset="0"/>
                <a:cs typeface="Arial" panose="020B0604020202020204" pitchFamily="34" charset="0"/>
              </a:rPr>
              <a:t>MUÉVETE EN MÍ</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MUÉVETE EN MÍ</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TOCA MI MENTE, MI CORAZÓN</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LLENA MI VIDA DE TU AMOR</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MUÉVETE EN MÍ</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SANTO ESPÍRITU, MUÉVETE EN MÍ</a:t>
            </a:r>
            <a:endParaRPr lang="es-CO" sz="6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1444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7CB10F-901A-3B06-18A8-E02ED37635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D97892-FABC-BE78-5D7A-C43E535CFA66}"/>
              </a:ext>
            </a:extLst>
          </p:cNvPr>
          <p:cNvSpPr>
            <a:spLocks noGrp="1"/>
          </p:cNvSpPr>
          <p:nvPr>
            <p:ph type="ctrTitle"/>
          </p:nvPr>
        </p:nvSpPr>
        <p:spPr>
          <a:xfrm>
            <a:off x="0" y="850234"/>
            <a:ext cx="12192000" cy="6858000"/>
          </a:xfrm>
        </p:spPr>
        <p:txBody>
          <a:bodyPr>
            <a:noAutofit/>
          </a:bodyPr>
          <a:lstStyle/>
          <a:p>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A TUS PIES ARDE MI CORAZÓN</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A TUS PIES ENTREGO LO QUE SOY, ES EL LUGAR DE MI SEGURIDAD</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DONDE NADIE ME PUEDE SEÑALAR</a:t>
            </a:r>
            <a:br>
              <a:rPr lang="es-ES" sz="75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182739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7FBD454-F13E-B5AB-D3A6-233EE4C83F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12F324-4C24-D8FB-4C9F-79F444368A74}"/>
              </a:ext>
            </a:extLst>
          </p:cNvPr>
          <p:cNvSpPr>
            <a:spLocks noGrp="1"/>
          </p:cNvSpPr>
          <p:nvPr>
            <p:ph type="ctrTitle"/>
          </p:nvPr>
        </p:nvSpPr>
        <p:spPr>
          <a:xfrm>
            <a:off x="0" y="0"/>
            <a:ext cx="12192000" cy="6858000"/>
          </a:xfrm>
        </p:spPr>
        <p:txBody>
          <a:bodyPr>
            <a:noAutofit/>
          </a:bodyPr>
          <a:lstStyle/>
          <a:p>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ME PERDONASTE</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ME ACERCASTE A TU PRESENCIA</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ME LEVANTASTE</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HOY ME POSTRO A ADORARTE</a:t>
            </a:r>
            <a:endParaRPr lang="es-CO" sz="88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790559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FF89335-27ED-67A3-E003-5EAEF5C68A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EC034D-846F-3F1F-5BEC-AB9D21B5B0A9}"/>
              </a:ext>
            </a:extLst>
          </p:cNvPr>
          <p:cNvSpPr>
            <a:spLocks noGrp="1"/>
          </p:cNvSpPr>
          <p:nvPr>
            <p:ph type="ctrTitle"/>
          </p:nvPr>
        </p:nvSpPr>
        <p:spPr>
          <a:xfrm>
            <a:off x="0" y="-417096"/>
            <a:ext cx="12192000" cy="6858000"/>
          </a:xfrm>
        </p:spPr>
        <p:txBody>
          <a:bodyPr>
            <a:noAutofit/>
          </a:bodyPr>
          <a:lstStyle/>
          <a:p>
            <a:r>
              <a:rPr lang="es-ES" sz="8200" b="1" dirty="0">
                <a:solidFill>
                  <a:schemeClr val="bg1"/>
                </a:solidFill>
                <a:latin typeface="Arial" panose="020B0604020202020204" pitchFamily="34" charset="0"/>
                <a:ea typeface="Tahoma" panose="020B0604030504040204" pitchFamily="34" charset="0"/>
                <a:cs typeface="Arial" panose="020B0604020202020204" pitchFamily="34" charset="0"/>
              </a:rPr>
              <a:t>NO HAY LUGAR MÁS ALTO MÁS GRANDE</a:t>
            </a:r>
            <a:br>
              <a:rPr lang="es-ES" sz="8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200" b="1" dirty="0">
                <a:solidFill>
                  <a:schemeClr val="bg1"/>
                </a:solidFill>
                <a:latin typeface="Arial" panose="020B0604020202020204" pitchFamily="34" charset="0"/>
                <a:ea typeface="Tahoma" panose="020B0604030504040204" pitchFamily="34" charset="0"/>
                <a:cs typeface="Arial" panose="020B0604020202020204" pitchFamily="34" charset="0"/>
              </a:rPr>
              <a:t>QUE ESTAR A TUS PIES,</a:t>
            </a:r>
            <a:br>
              <a:rPr lang="es-ES" sz="8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200" b="1" dirty="0">
                <a:solidFill>
                  <a:schemeClr val="bg1"/>
                </a:solidFill>
                <a:latin typeface="Arial" panose="020B0604020202020204" pitchFamily="34" charset="0"/>
                <a:ea typeface="Tahoma" panose="020B0604030504040204" pitchFamily="34" charset="0"/>
                <a:cs typeface="Arial" panose="020B0604020202020204" pitchFamily="34" charset="0"/>
              </a:rPr>
              <a:t>QUE ESTAR A TUS PIES</a:t>
            </a:r>
            <a:endParaRPr lang="es-CO" sz="82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950081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6814F6C-26B4-3055-43B7-2E8EA3E396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C431E5-1D92-A9A8-BF20-9997B988D9AE}"/>
              </a:ext>
            </a:extLst>
          </p:cNvPr>
          <p:cNvSpPr>
            <a:spLocks noGrp="1"/>
          </p:cNvSpPr>
          <p:nvPr>
            <p:ph type="ctrTitle"/>
          </p:nvPr>
        </p:nvSpPr>
        <p:spPr>
          <a:xfrm>
            <a:off x="0" y="-1074821"/>
            <a:ext cx="12192000" cy="6858000"/>
          </a:xfrm>
        </p:spPr>
        <p:txBody>
          <a:bodyPr>
            <a:noAutofit/>
          </a:bodyPr>
          <a:lstStyle/>
          <a:p>
            <a:r>
              <a:rPr lang="es-ES" sz="8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AQUÍ PERMANECERÉ</a:t>
            </a:r>
            <a:br>
              <a:rPr lang="es-ES" sz="8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POSTRADO A TUS PIES</a:t>
            </a:r>
            <a:br>
              <a:rPr lang="es-ES" sz="8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AQUÍ PERMANECERÉ</a:t>
            </a:r>
            <a:br>
              <a:rPr lang="es-ES" sz="8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A LOS PIES DE CRISTO</a:t>
            </a:r>
            <a:endParaRPr lang="es-CO" sz="8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586687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91FBA24-A33B-A9F4-7539-10888B52D9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B20427-EDB0-0B6D-B86D-7A37D95F5357}"/>
              </a:ext>
            </a:extLst>
          </p:cNvPr>
          <p:cNvSpPr>
            <a:spLocks noGrp="1"/>
          </p:cNvSpPr>
          <p:nvPr>
            <p:ph type="ctrTitle"/>
          </p:nvPr>
        </p:nvSpPr>
        <p:spPr>
          <a:xfrm>
            <a:off x="0" y="-264696"/>
            <a:ext cx="12192000" cy="6858000"/>
          </a:xfrm>
        </p:spPr>
        <p:txBody>
          <a:bodyPr>
            <a:noAutofit/>
          </a:bodyPr>
          <a:lstStyle/>
          <a:p>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CONOZCO QUE TODO LO PUEDES</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QUE MI PENSAMIENTO</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NO LO PUEDO ESCONDER</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HABLABA LO QUE NO ENTENDÍA</a:t>
            </a:r>
            <a:b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600" b="1" dirty="0">
                <a:solidFill>
                  <a:schemeClr val="bg1"/>
                </a:solidFill>
                <a:latin typeface="Arial" panose="020B0604020202020204" pitchFamily="34" charset="0"/>
                <a:ea typeface="Tahoma" panose="020B0604030504040204" pitchFamily="34" charset="0"/>
                <a:cs typeface="Arial" panose="020B0604020202020204" pitchFamily="34" charset="0"/>
              </a:rPr>
              <a:t>Y DE OIDAS TE HABÍA OÍDO</a:t>
            </a:r>
            <a:endParaRPr lang="es-CO" sz="66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997485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A057128-F9D9-79D7-3B68-EB87057B1E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00C811-6B89-FEA6-BD51-CA1E3C291634}"/>
              </a:ext>
            </a:extLst>
          </p:cNvPr>
          <p:cNvSpPr>
            <a:spLocks noGrp="1"/>
          </p:cNvSpPr>
          <p:nvPr>
            <p:ph type="ctrTitle"/>
          </p:nvPr>
        </p:nvSpPr>
        <p:spPr>
          <a:xfrm>
            <a:off x="0" y="911391"/>
            <a:ext cx="12192000" cy="6858000"/>
          </a:xfrm>
        </p:spPr>
        <p:txBody>
          <a:bodyPr>
            <a:noAutofit/>
          </a:bodyPr>
          <a:lstStyle/>
          <a:p>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MÁS AHORA MIS OJOS TE VEN</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YO TE PREGUNTARE Y TÚ ME ENSEÑARAS</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MÁS AHORA MIS OJOS TE VEN</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HOY ME RINDO A TUS PIES Y ME ARREPIENTO SEÑOR</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05443101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772</Words>
  <Application>Microsoft Office PowerPoint</Application>
  <PresentationFormat>Panorámica</PresentationFormat>
  <Paragraphs>27</Paragraphs>
  <Slides>28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28</vt:i4>
      </vt:variant>
    </vt:vector>
  </HeadingPairs>
  <TitlesOfParts>
    <vt:vector size="32" baseType="lpstr">
      <vt:lpstr>Arial</vt:lpstr>
      <vt:lpstr>Calibri</vt:lpstr>
      <vt:lpstr>Calibri Light</vt:lpstr>
      <vt:lpstr>Tema de Office</vt:lpstr>
      <vt:lpstr>ME HIRIÓ EL PECADO, FUI A JESÚS, MOSTRELE MI DOLOR; PERDIDO ERRANTE VI SU LUZ, BENDÍJOME EN SU AMOR.</vt:lpstr>
      <vt:lpstr>EN LA CRUZ, EN LA CRUZ, DO PRIMERO VI LA LUZ, Y LAS MANCHAS DE MI ALMA YO LAVÉ. FUE ALLÍ POR FE, DO VI A JESÚS, Y SIEMPRE FELIZ CON ÉL SERÉ</vt:lpstr>
      <vt:lpstr>SOBRE UNA CRUZ, MI BUEN SEÑOR, SU SANGRE DERRAMÓ, POR ESTE POBRE PECADOR A QUIEN ASÍ SALVÓ.</vt:lpstr>
      <vt:lpstr>VENCIÓ LA MUERTE CON PODER, Y AL CIELO SE EXALTÓ; CONFIAR EN ÉL ES MI PLACER, MORIR NO TEMO YO</vt:lpstr>
      <vt:lpstr>AUNQUE ÉL SE FUE  SOLO NO ESTOY, MANDÓ AL CONSOLADOR, DIVINO ESPÍRITU QUE HOY ME DA PERFECTO AMOR</vt:lpstr>
      <vt:lpstr>DULCE COMUNIÓN LA QUE GOZO YA EN LOS BRAZOS DE MI SALVADOR; ¡QUÉ GRAN BENDICIÓN EN SU PAZ ME DA! ¡OH! YO SIENTO EN MÍ SU TIERNO AMOR.</vt:lpstr>
      <vt:lpstr>LIBRE, SALVO DEL PECADO Y DEL TEMOR; LIBRE, SALVO, EN LOS BRAZOS DE MI SALVADOR.</vt:lpstr>
      <vt:lpstr>¡CUÁN DULCE ES VIVIR, CUÁN DULCE ES GOZAR! EN LOS BRAZOS DE MI SALVADOR; ALLÍ QUIERO IR Y CON ÉL MORAR SIENDO OBJETO DE SU TIERNO AMOR</vt:lpstr>
      <vt:lpstr> NO HAY QUE TEMER, NI QUE DESCONFIAR, EN LOS BRAZOS DE MI SALVADOR; POR SU GRAN PODER ÉL ME GUARDARÁ DE LOS LAZOS DEL ENGAÑADOR</vt:lpstr>
      <vt:lpstr>CUANDO ACEPTÉ A MI CRISTO COMO MI SALVADOR DE PRONTO TODO CAMBIÓ MI VIDA DE PECADO POR SIEMPRE TERMINÓ SU ESPÍRITU JESÚS ME DIO  </vt:lpstr>
      <vt:lpstr>PODER, MARAVILLOSO PODER QUE GOZO SIENTO YO EN MI SER YO SIENTO EL PODER DEL DÍA DE PENTECOSTÉS PODER, MARAVILLOSO PODER  </vt:lpstr>
      <vt:lpstr>ANDUVE POR EL MUNDO CON UN VACÍO EN MI ALMA JESÚS LO VINO A LLENAR AHORA VIVO ALEGRE Y TENGO LA ESPERANZA DE SIEMPRE CON ÉL ESTAR</vt:lpstr>
      <vt:lpstr>DIOS DIJO A NICODEMO QUE AL REINO DE LOS CIELOS NADIE PODÍA ENTRAR PORQUE ES NECESARIO VOLVER A NACER TÚ NECESITAS DEL PODER.</vt:lpstr>
      <vt:lpstr>HABRÁ EN EL CIELO UNA GRAN FIESTA SERA UNA GLORIOSA REUNIÓN SE REUNIRÁN DE TODAS RAZAS LOS REDIMIDOS DEL SEÑOR. CANTARAN CANCIONES DE ALEGRÍA LAGRIMAS DE GOZO LLORARAN SERA UNA FIESTA DE VICTORIA SOLO REDIMIDOS ENTRARAN.</vt:lpstr>
      <vt:lpstr>LA FIESTA DE LOS VENCEDORES NO ME LA VOY A PERDER EL CANTO DE LOS REDIMIDOS CON ALEGRÍA CANTARE LA FIESTA DE LOS VENCEDORES NO ME LA VOY A PERDER EL CANTO DE LOS REDIMIDOS CON ALEGRÍA CANTARE</vt:lpstr>
      <vt:lpstr>Presentación de PowerPoint</vt:lpstr>
      <vt:lpstr>POR MUCHO TIEMPO BUSQUÉ UNA RAZÓN DE VIVIR EN MEDIO DE MIL PREGUNTAS TU AMOR ME RESPONDIÓ</vt:lpstr>
      <vt:lpstr>AHORA VEO LA LUZ Y YA NO TENGO TEMOR TU REINO VINO A MI VIDA Y AHORA VIVO PARA TI  </vt:lpstr>
      <vt:lpstr>CANTARÉ DE TU AMOR RENDIRÉ MI CORAZÓN  ANTE TI, TÚ SERÁS  MI PASIÓN, Y MIS PASOS SE GUIARÁN POR TU VOZ,  MI JESÚS Y MI REY DE TU GRAN AMOR CANTARÉ  </vt:lpstr>
      <vt:lpstr>EL ESPÍRITU DE DIOS ESTÁ EN ESTE LUGAR EL ESPÍRITU DE DIOS SE MUEVE EN ESTE LUGAR</vt:lpstr>
      <vt:lpstr>ESTÁ AQUÍ PARA CONSOLAR ESTÁ AQUÍ PARA LIBERAR ESTÁ AQUÍ PARA GUIAR, EL ESPÍRITU DE DIOS ESTÁ AQUÍ</vt:lpstr>
      <vt:lpstr>MUÉVETE EN MÍ MUÉVETE EN MÍ TOCA MI MENTE, MI CORAZÓN LLENA MI VIDA DE TU AMOR MUÉVETE EN MÍ SANTO ESPÍRITU, MUÉVETE EN MÍ</vt:lpstr>
      <vt:lpstr>A TUS PIES ARDE MI CORAZÓN A TUS PIES ENTREGO LO QUE SOY, ES EL LUGAR DE MI SEGURIDAD DONDE NADIE ME PUEDE SEÑALAR </vt:lpstr>
      <vt:lpstr>ME PERDONASTE ME ACERCASTE A TU PRESENCIA ME LEVANTASTE Y HOY ME POSTRO A ADORARTE</vt:lpstr>
      <vt:lpstr>NO HAY LUGAR MÁS ALTO MÁS GRANDE QUE ESTAR A TUS PIES, QUE ESTAR A TUS PIES</vt:lpstr>
      <vt:lpstr>Y AQUÍ PERMANECERÉ POSTRADO A TUS PIES Y AQUÍ PERMANECERÉ A LOS PIES DE CRISTO</vt:lpstr>
      <vt:lpstr>CONOZCO QUE TODO LO PUEDES QUE MI PENSAMIENTO NO LO PUEDO ESCONDER HABLABA LO QUE NO ENTENDÍA Y DE OIDAS TE HABÍA OÍDO</vt:lpstr>
      <vt:lpstr>MÁS AHORA MIS OJOS TE VEN YO TE PREGUNTARE Y TÚ ME ENSEÑARAS MÁS AHORA MIS OJOS TE VEN HOY ME RINDO A TUS PIES Y ME ARREPIENTO SEÑOR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Andrés Windows</dc:creator>
  <cp:lastModifiedBy>Andrés Windows</cp:lastModifiedBy>
  <cp:revision>1</cp:revision>
  <dcterms:created xsi:type="dcterms:W3CDTF">2025-01-15T22:53:03Z</dcterms:created>
  <dcterms:modified xsi:type="dcterms:W3CDTF">2025-01-15T23:42:33Z</dcterms:modified>
</cp:coreProperties>
</file>