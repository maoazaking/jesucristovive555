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9EAA39-A217-4D9A-90BF-E0D6D255F3C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84C3E0-889C-4356-9ABB-782E9FCCBD8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D35A3E-C51D-4A7E-BAF8-708F28D5D0D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18550E-DDB3-492F-8C17-E4EA7B03137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353DCB-9C55-4594-805B-EF992D42008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C24E6F-7AE0-42B4-89B8-4667C384A51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8EBD9A-E6A0-4CA6-A27A-C6191AA5853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B65490-9F31-45AB-A6B6-2AD305F817E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10D6A9-D77E-4BEC-BB5E-D8B64CC77B0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7007202-53EE-4E2B-A2D8-7C98A7C0A43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3D9D26-5A9F-4316-95F2-ED9AAAAC7A5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-42012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//Gózate delante del Señor Porque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Rey//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Él es, Él es,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Rey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0" y="-42012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//Gózate delante del Señor Porque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roca//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Él es, Él es,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roca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0" y="-42012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//Gózate delante del Señor Porque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Escudo//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Él es, Él es, Él es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Tu Escudo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ítulo 5"/>
          <p:cNvSpPr/>
          <p:nvPr/>
        </p:nvSpPr>
        <p:spPr>
          <a:xfrm>
            <a:off x="0" y="-539640"/>
            <a:ext cx="12191040" cy="68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br>
              <a:rPr sz="7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Haré un altar para ti</a:t>
            </a:r>
            <a:br>
              <a:rPr sz="9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Para ti, para ti</a:t>
            </a:r>
            <a:br>
              <a:rPr sz="9500"/>
            </a:br>
            <a:r>
              <a:rPr lang="es-ES" sz="9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Con sacrificio de alabanza</a:t>
            </a:r>
            <a:endParaRPr lang="es-CO" sz="9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ítulo 6"/>
          <p:cNvSpPr/>
          <p:nvPr/>
        </p:nvSpPr>
        <p:spPr>
          <a:xfrm>
            <a:off x="0" y="-273960"/>
            <a:ext cx="12191040" cy="68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Con júbilo y danza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cantaré a Jehová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//Desciende el fuego// 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Desciende el fuego de Dios</a:t>
            </a:r>
            <a:endParaRPr lang="es-CO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ítulo 7"/>
          <p:cNvSpPr/>
          <p:nvPr/>
        </p:nvSpPr>
        <p:spPr>
          <a:xfrm>
            <a:off x="0" y="360"/>
            <a:ext cx="12191040" cy="68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gozare en tu presencia Jehová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todas mis fuerzas gritare ¡Hey!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gozare en tu presencia Jehová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todas mis fuerzas gritare</a:t>
            </a: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CO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ítulo 8"/>
          <p:cNvSpPr/>
          <p:nvPr/>
        </p:nvSpPr>
        <p:spPr>
          <a:xfrm>
            <a:off x="104400" y="-577080"/>
            <a:ext cx="11982240" cy="68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Ante ti con gozo, palmeare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alegre danza, celebrare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Saltare y me gozare </a:t>
            </a:r>
            <a:endParaRPr lang="es-CO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0" y="-4356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 es poder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victoria es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levantado está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nombre de Jesús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sublime es</a:t>
            </a: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-324000"/>
            <a:ext cx="119822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le canto y le alabo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le exalto y le adoro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el nombre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Jesús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¡ES PODER!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0" y="86616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Señor Vencedor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Invencible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Campeón Ganador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Batalla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mi Rey y mi Dios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que Cuida a su Pueblo//  </a:t>
            </a:r>
            <a:br>
              <a:rPr sz="5900"/>
            </a:br>
            <a:br>
              <a:rPr sz="6600"/>
            </a:b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0" y="179460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eso Yo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canto y te alabo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sé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me proteges porque estoy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tu lado  </a:t>
            </a:r>
            <a:br>
              <a:rPr sz="5900"/>
            </a:br>
            <a:br>
              <a:rPr sz="8500"/>
            </a:br>
            <a:endParaRPr lang="es-ES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0" y="-37764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eso Yo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canto y te alabo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sé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nunca jamás me dejaras desamparado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0" y="180000"/>
            <a:ext cx="12191040" cy="6839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//Cuando el Señor hiciere volver la cautividad, seremos como los que sueñan//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//Mi boca llenará de risa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Mis labios, de alabanza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Entonces dirán las naciones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Grandes cosas, ha hecho el Señor//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0" y="-32400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////Me gozaré//// (x4)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Jehová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ha llevado todo mi dolor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 hecho libre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60" y="180000"/>
            <a:ext cx="12191040" cy="6839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 como David cantaba, Así como David danzaba, Así como David fluía en Su presencia//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904360" y="42840"/>
            <a:ext cx="647892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cantaré, yo danzaré y en su presencia me gozare y solo así te alabare porque tu eres mi Dios y mi Rey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6" name="Título 11"/>
          <p:cNvSpPr/>
          <p:nvPr/>
        </p:nvSpPr>
        <p:spPr>
          <a:xfrm>
            <a:off x="-179640" y="18360"/>
            <a:ext cx="6478920" cy="68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gozaré (x4)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Jehová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ha llevado todo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dolor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 hecho libre </a:t>
            </a:r>
            <a:endParaRPr lang="es-CO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048000" y="0"/>
            <a:ext cx="360" cy="6839640"/>
          </a:xfrm>
          <a:prstGeom prst="line">
            <a:avLst/>
          </a:prstGeom>
          <a:ln w="72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81000" rIns="0" bIns="81000" anchor="ctr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" y="-18000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Hay muchas formas de alabar tu Nombre</a:t>
            </a:r>
            <a:br>
              <a:rPr sz="7600"/>
            </a:b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de exaltarte, oh Jehová</a:t>
            </a:r>
            <a:br>
              <a:rPr sz="7600"/>
            </a:b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Hay muchas formas de magnificarte</a:t>
            </a:r>
            <a:br>
              <a:rPr sz="7600"/>
            </a:br>
            <a:r>
              <a:rPr lang="es-ES" sz="7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Pero ahora lo haré así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60" y="-18000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celebraré a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Me haré más vil por causa de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//Lara, lara, lara//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60" y="-57600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 </a:t>
            </a: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Sacó mi vida del anonimato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dio corona y vestido real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es Jehová que exalta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 pequeño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causa de Él,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me haré mas vil </a:t>
            </a:r>
            <a:endParaRPr lang="es-ES" sz="7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60" y="-18000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celebraré a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//Remolineando// Me haré más vil por causa de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//Lara, lara, lara//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1040" cy="6839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//El Maestro de Galilea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pasando por aquí// Y déjalo que te toque (x3)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recibe la bendición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1040" cy="6839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 aquí se siente la presencia de Dios//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//Yo siento el fuego del Espíritu Santo//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gozo, yo siento paz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el amor que Dios me da 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1040" cy="6839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1040" cy="6839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1040" cy="6839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//Ya llegó, ya llegó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El Espíritu Santo ya llegó//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1040" cy="6839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//Como fuego cayendo sobre mi//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//Que quema, que quema y quema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Que quema, que quema y quema//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60" y="-73764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//Oh moradora de Sión alaba a Jehová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Grandes son sus maravillas//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60" y="3600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Sobre los montes y collados a mi amado buscaré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Grande es su hermosura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 al estar en su presencia gozoso danzaré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Al Señor alabaré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0" y="-7164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//Oh moradora de Sión alaba a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Grandes son sus maravillas//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//Grandes son sus maravillas//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60" y="-7164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//Grande es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Digno de alabar//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Digno de alabar (x2)</a:t>
            </a:r>
            <a:br>
              <a:rPr sz="8000"/>
            </a:b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//Tú eres grande Jehová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Grande es tu nombre//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4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42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MIQUEAS 6:6-8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	</a:t>
            </a: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	</a:t>
            </a: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	</a:t>
            </a: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	</a:t>
            </a:r>
            <a:r>
              <a:rPr lang="es-ES" sz="42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LO QUE PIDE JEHOVÁ</a:t>
            </a:r>
            <a:br>
              <a:rPr sz="3600"/>
            </a:br>
            <a:r>
              <a:rPr lang="es-ES" sz="3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es-ES" sz="38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6</a:t>
            </a:r>
            <a:r>
              <a:rPr lang="es-ES" sz="3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 ¿Con qué me presentaré ante Jehová, y adoraré al Dios Altísimo? ¿Me presentaré ante él con holocaustos, con becerros de un año?</a:t>
            </a:r>
            <a:br>
              <a:rPr sz="3800"/>
            </a:br>
            <a:br>
              <a:rPr sz="3800"/>
            </a:br>
            <a:r>
              <a:rPr lang="es-ES" sz="38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7</a:t>
            </a:r>
            <a:r>
              <a:rPr lang="es-ES" sz="3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 ¿Se agradará Jehová de millares de carneros, o de diez mil arroyos de aceite? ¿Daré mi primogénito por mi rebelión, el fruto de mis entrañas por el pecado de mi alma?</a:t>
            </a:r>
            <a:br>
              <a:rPr sz="3800"/>
            </a:br>
            <a:br>
              <a:rPr sz="3800"/>
            </a:br>
            <a:r>
              <a:rPr lang="es-ES" sz="38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8</a:t>
            </a:r>
            <a:r>
              <a:rPr lang="es-ES" sz="3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 Oh hombre, él te ha declarado lo que es bueno, y qué pide Jehová de ti: solamente hacer justicia, y amar misericordia, y humillarte ante tu Dios.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endParaRPr lang="es-ES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80" y="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tal manera me amó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Su vida no escatimó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Hasta el final Él se entregó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 la muerte fue, porque Él me amó 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80" y="-1692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tal manera me amó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no hay forma en que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podré pagar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precio de Su grande amor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Pero toda mi alma quiero dar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Su amor, yo viviré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Su amor, yo cantaré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 Jesús, caminaré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Él me amó a mí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Su amor, yo viviré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Su amor, yo cantaré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 Jesús, caminaré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Él murió por mí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Le seguiré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Tu fidelidad es grande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Tu fidelidad,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incomparable es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Nadie como Tú,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bendito Dios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Grande es Tu fidelidad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llenar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trono de alabanza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llenar</a:t>
            </a:r>
            <a:br>
              <a:rPr sz="6300"/>
            </a:b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trono de adoración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adorar, postrarme en Tu presencia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proclamarte Señor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Tu fidelidad es grande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Tu fidelidad,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incomparable es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Nadie como Tú,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bendito Dios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Grande es Tu fidelidad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mis labios y mi vida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//Te alabo, Señor//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mis labios y mi vida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 bendito Jesús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Tú has sido</a:t>
            </a:r>
            <a:br>
              <a:rPr sz="10700"/>
            </a:b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Precioso para mi</a:t>
            </a:r>
            <a:br>
              <a:rPr sz="10700"/>
            </a:b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Precioso para mi</a:t>
            </a:r>
            <a:br>
              <a:rPr sz="10700"/>
            </a:b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Precioso para mi</a:t>
            </a:r>
            <a:endParaRPr lang="es-ES" sz="107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//Jesús, haz</a:t>
            </a:r>
            <a:br>
              <a:rPr sz="12000"/>
            </a:br>
            <a:r>
              <a:rPr lang="es-ES" sz="1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 carácter</a:t>
            </a:r>
            <a:endParaRPr lang="es-ES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 como el tuyo</a:t>
            </a:r>
            <a:endParaRPr lang="es-ES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Yo quiero ser//</a:t>
            </a:r>
            <a:endParaRPr lang="es-ES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Porque en esta vida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Hay cosas que pasan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 yo no entiendo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Porque yo quiero demostrar tu amor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cada instante </a:t>
            </a:r>
            <a:endParaRPr lang="es-ES" sz="87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Hazme hacer tu voluntad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 morir a mi viejo hombre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Haz mi carácter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 como el tuyo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Yo quiero ser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Esperar en ti</a:t>
            </a:r>
            <a:endParaRPr lang="es-ES" sz="111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Difícil sé que es</a:t>
            </a:r>
            <a:endParaRPr lang="es-ES" sz="111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mente dice no</a:t>
            </a:r>
            <a:endParaRPr lang="es-ES" sz="111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es posible</a:t>
            </a:r>
            <a:endParaRPr lang="es-ES" sz="111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Pero mi corazón</a:t>
            </a:r>
            <a:endParaRPr lang="es-ES" sz="899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Confiado está en ti</a:t>
            </a:r>
            <a:endParaRPr lang="es-ES" sz="899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siempre has</a:t>
            </a:r>
            <a:br>
              <a:rPr sz="8990"/>
            </a:b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sido fiel</a:t>
            </a:r>
            <a:endParaRPr lang="es-ES" sz="899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99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has sostenido</a:t>
            </a:r>
            <a:endParaRPr lang="es-ES" sz="899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esperaré pacientemente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la duda me atormente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no confío con la mente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Lo hago con el corazón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esperaré en la tormenta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tardaré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respuesta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confiare en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providencia</a:t>
            </a:r>
            <a:br>
              <a:rPr sz="7600"/>
            </a:br>
            <a:r>
              <a:rPr lang="es-ES" sz="7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siempre tienes el control </a:t>
            </a:r>
            <a:endParaRPr lang="es-ES" sz="76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 decidiera negar mi fe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 no confiar nunca más en Él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 tengo a dónde ir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 despreciara</a:t>
            </a:r>
            <a:br>
              <a:rPr sz="9200"/>
            </a:b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 mi corazón</a:t>
            </a:r>
            <a:endParaRPr lang="es-ES" sz="9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La santa gracia</a:t>
            </a:r>
            <a:br>
              <a:rPr sz="9200"/>
            </a:b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 me salvó</a:t>
            </a:r>
            <a:endParaRPr lang="es-ES" sz="9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 tengo a dónde ir</a:t>
            </a:r>
            <a:endParaRPr lang="es-ES" sz="9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Convencido estoy que</a:t>
            </a:r>
            <a:br>
              <a:rPr sz="7800"/>
            </a:b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sin tu amor</a:t>
            </a:r>
            <a:endParaRPr lang="es-ES" sz="78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 acabarían mis</a:t>
            </a:r>
            <a:br>
              <a:rPr sz="7800"/>
            </a:b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fuerzas y</a:t>
            </a:r>
            <a:endParaRPr lang="es-ES" sz="78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Sin Ti mi corazón sediento se muere, se seca</a:t>
            </a:r>
            <a:endParaRPr lang="es-ES" sz="78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Cerca de Tiii yo quiero estar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 Tu presencia no</a:t>
            </a:r>
            <a:br>
              <a:rPr sz="6400"/>
            </a:b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quiero alejar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Cerca de ti Jesús yo quiero estar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 Tu presencia no</a:t>
            </a:r>
            <a:br>
              <a:rPr sz="6400"/>
            </a:br>
            <a:r>
              <a:rPr lang="es-ES" sz="6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quiero alejar</a:t>
            </a:r>
            <a:endParaRPr lang="es-ES" sz="64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mis ojos</a:t>
            </a:r>
            <a:endParaRPr lang="es-ES" sz="107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te puedan ver, te puedo sentir</a:t>
            </a:r>
            <a:endParaRPr lang="es-ES" sz="107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Sé que estás aquí</a:t>
            </a:r>
            <a:endParaRPr lang="es-ES" sz="107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Aunque mis manos</a:t>
            </a:r>
            <a:endParaRPr lang="es-ES" sz="107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pueden tocar tu rostro, Señor</a:t>
            </a:r>
            <a:endParaRPr lang="es-ES" sz="107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Sé que estás aquí</a:t>
            </a:r>
            <a:endParaRPr lang="es-ES" sz="107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corazón, puede sentir tu presencia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estás aquí, tú estás aquí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sentir, tu majestad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estás aquí, tú estás aquí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corazón, puede mirar tu hermosura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estás aquí, tú estás aquí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sentir, tu gran amor</a:t>
            </a:r>
            <a:br>
              <a:rPr sz="7500"/>
            </a:b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estás aquí (x 4)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Tus pies, arde mi corazón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Tus pies, entrego</a:t>
            </a:r>
            <a:br>
              <a:rPr sz="7500"/>
            </a:b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lo que soy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Ese lugar de mi seguridad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Donde nadie me puede señalar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perdonaste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acercaste a Tu presencia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 levantaste</a:t>
            </a:r>
            <a:br>
              <a:rPr sz="8700"/>
            </a:br>
            <a:r>
              <a:rPr lang="es-ES" sz="87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Hoy me postro a adorarte </a:t>
            </a:r>
            <a:endParaRPr lang="es-ES" sz="87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//No hay lugar más alto,</a:t>
            </a:r>
            <a:br>
              <a:rPr sz="7500"/>
            </a:b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más grande</a:t>
            </a:r>
            <a:br>
              <a:rPr sz="7500"/>
            </a:b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 estar a Tus pies,</a:t>
            </a:r>
            <a:br>
              <a:rPr sz="7500"/>
            </a:br>
            <a:r>
              <a:rPr lang="es-ES" sz="7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que estar a Tus pies//</a:t>
            </a:r>
            <a:endParaRPr lang="es-ES" sz="7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80" y="1080"/>
            <a:ext cx="12191040" cy="685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 aquí permaneceré</a:t>
            </a:r>
            <a:br>
              <a:rPr sz="10400"/>
            </a:br>
            <a:r>
              <a:rPr lang="es-ES" sz="10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Postrado a Tus pies</a:t>
            </a:r>
            <a:br>
              <a:rPr sz="10400"/>
            </a:br>
            <a:r>
              <a:rPr lang="es-ES" sz="10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Y aquí permaneceré</a:t>
            </a:r>
            <a:br>
              <a:rPr sz="10400"/>
            </a:br>
            <a:r>
              <a:rPr lang="es-ES" sz="10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los pies de Cristo </a:t>
            </a:r>
            <a:endParaRPr lang="es-ES" sz="104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LibreOffice/26.2.3.2$Windows_X86_64 LibreOffice_project/70e089b17412e4cb7773e41413306b17a2328c34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2026-06-06T21:04:13Z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