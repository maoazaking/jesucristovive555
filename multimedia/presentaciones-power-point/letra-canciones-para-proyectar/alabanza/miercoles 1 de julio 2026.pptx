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97AAD2-7B56-43D3-965D-0BE1D03EE4F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8B1E67-163F-4116-B0A8-0D2B20D9691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44B669-F083-4D9F-9F55-C9573A587A4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8C72F9-D632-4453-AAC7-8A425C263D8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AA28CB-1B25-4171-BFB6-354429A6B8C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B1F63D-A48A-458B-B0AD-FFD8809ADBF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24A134-06D4-45A3-86E0-39FA5C4567E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2E8D9F-31FB-4605-9B6D-3703D3B6185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0FC878-E39B-4456-B9E6-97D1689995D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17435C-B121-4873-95A7-938B3C69DD3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7D2F3D-ECD5-4C05-B767-B8E3DF0DC2E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BD4DA0BB-3162-4C1E-BDB1-F128280F8E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F3B715F-9C27-4046-A6E5-5F2E24F17A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B9B09C-438A-417B-A378-E0A9BA79149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1840"/>
            <a:ext cx="914184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0585F5-F457-4387-BAD3-668E5F4A851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Rey//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Rey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roca//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roca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Escudo//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Escudo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ítulo 5"/>
          <p:cNvSpPr/>
          <p:nvPr/>
        </p:nvSpPr>
        <p:spPr>
          <a:xfrm>
            <a:off x="0" y="-539640"/>
            <a:ext cx="12190320" cy="68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br>
              <a:rPr sz="7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Haré un altar para ti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Para ti, para ti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 sacrificio de alabanza</a:t>
            </a:r>
            <a:endParaRPr lang="es-CO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ítulo 6"/>
          <p:cNvSpPr/>
          <p:nvPr/>
        </p:nvSpPr>
        <p:spPr>
          <a:xfrm>
            <a:off x="0" y="-273960"/>
            <a:ext cx="12190320" cy="68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Con júbilo y danza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cantaré a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//Desciende el fuego//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Desciende el fuego de Dios</a:t>
            </a:r>
            <a:endParaRPr lang="es-CO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ítulo 7"/>
          <p:cNvSpPr/>
          <p:nvPr/>
        </p:nvSpPr>
        <p:spPr>
          <a:xfrm>
            <a:off x="0" y="360"/>
            <a:ext cx="12190320" cy="68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gozare en tu presencia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todas mis fuerzas gritare ¡Hey!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gozare en tu presencia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todas mis fuerzas gritare</a:t>
            </a: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CO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ítulo 8"/>
          <p:cNvSpPr/>
          <p:nvPr/>
        </p:nvSpPr>
        <p:spPr>
          <a:xfrm>
            <a:off x="104400" y="-577080"/>
            <a:ext cx="11981520" cy="68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ti con gozo, palmeare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alegre danza, celebrare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Saltare y me gozare </a:t>
            </a:r>
            <a:endParaRPr lang="es-CO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-4356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 es poder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victoria es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levantado está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sublime es</a:t>
            </a: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-32400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le canto y le alabo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le exalto y le adoro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el nombre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Jesús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¡ES PODER!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86616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Señor Vencedor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Invencible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Campeón Ganador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Batalla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mi Rey y mi Dios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que Cuida a su Pueblo//  </a:t>
            </a:r>
            <a:br>
              <a:rPr sz="5900"/>
            </a:br>
            <a:br>
              <a:rPr sz="6600"/>
            </a:b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79460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eso Yo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canto y te alabo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sé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me proteges porque estoy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lado  </a:t>
            </a:r>
            <a:br>
              <a:rPr sz="5900"/>
            </a:br>
            <a:br>
              <a:rPr sz="8500"/>
            </a:b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-37764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eso Yo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canto y te alabo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sé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jamás me dejaras desamparado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" y="180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//Cuando el Señor hiciere volver la cautividad, seremos como los que sueñan//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//Mi boca llenará de risa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Mis labios, de alabanza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Entonces dirán las naciones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Grandes cosas, ha hecho el Señor//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-32400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////Me gozaré//// (x4)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llevado todo mi dolor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 hecho libre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0" y="180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 como David cantaba, Así como David danzaba, Así como David fluía en Su presencia//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904360" y="42840"/>
            <a:ext cx="647820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cantaré, yo danzaré y en su presencia me gozare y solo así te alabare porque tu eres mi Dios y mi Rey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0" name="Título 11"/>
          <p:cNvSpPr/>
          <p:nvPr/>
        </p:nvSpPr>
        <p:spPr>
          <a:xfrm>
            <a:off x="-179640" y="18360"/>
            <a:ext cx="6478200" cy="68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gozaré (x4)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llevado todo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dolor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 hecho libre </a:t>
            </a:r>
            <a:endParaRPr lang="es-CO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048000" y="0"/>
            <a:ext cx="360" cy="6839640"/>
          </a:xfrm>
          <a:prstGeom prst="line">
            <a:avLst/>
          </a:prstGeom>
          <a:ln w="72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81000" rIns="0" bIns="81000" anchor="ctr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muchas formas de alabar tu Nombre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de exaltarte, oh Jehová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muchas formas de magnificarte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Pero ahora lo haré así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celebraré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Me haré más vil por causa 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//Lara, lara, lara//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" y="-57600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Sacó mi vida del anonimato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dio corona y vestido real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es Jehová que exalta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pequeño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causa de Él,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me haré mas vil </a:t>
            </a:r>
            <a:endParaRPr lang="es-ES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celebraré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Me haré más vil por causa 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//Lara, lara, lara//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//El Maestro de Galilea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pasando por aquí// Y déjalo que te toque (x3)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recibe la bendición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aquí se siente la presencia de Dios//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siento el fuego del Espíritu Santo//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gozo, yo siento paz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el amor que Dios me da 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//Ya llegó, ya llegó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El Espíritu Santo ya llegó//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//Como fuego cayendo sobre mi//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//Que quema, que quema y quema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Que quema, que quema y quema//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tal manera me amó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Su vida no escatimó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Hasta el final Él se entregó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 la muerte fue, porque Él me amó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De tal manera me amó</a:t>
            </a:r>
            <a:br>
              <a:rPr sz="7200"/>
            </a:b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Y no hay forma en que</a:t>
            </a: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7200"/>
            </a:b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podré pagar</a:t>
            </a:r>
            <a:br>
              <a:rPr sz="7200"/>
            </a:b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El precio de Su grande amor</a:t>
            </a:r>
            <a:br>
              <a:rPr sz="7200"/>
            </a:b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Pero toda mi alma quiero dar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Por Su amor, yo viviré</a:t>
            </a:r>
            <a:br>
              <a:rPr sz="8800"/>
            </a:b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De Su amor, yo cantaré</a:t>
            </a:r>
            <a:br>
              <a:rPr sz="8800"/>
            </a:b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Con mi Jesús, caminaré</a:t>
            </a:r>
            <a:br>
              <a:rPr sz="8800"/>
            </a:b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Porque Él me amó a mí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Por Su amor, yo viviré</a:t>
            </a:r>
            <a:br>
              <a:rPr sz="8500"/>
            </a:br>
            <a:r>
              <a:rPr lang="es-ES" sz="85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De Su amor, yo cantaré</a:t>
            </a:r>
            <a:br>
              <a:rPr sz="8500"/>
            </a:br>
            <a:r>
              <a:rPr lang="es-ES" sz="85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Con mi Jesús, caminaré</a:t>
            </a:r>
            <a:br>
              <a:rPr sz="8500"/>
            </a:br>
            <a:r>
              <a:rPr lang="es-ES" sz="85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Porque Él murió por mí</a:t>
            </a:r>
            <a:br>
              <a:rPr sz="8500"/>
            </a:br>
            <a:r>
              <a:rPr lang="es-ES" sz="8500" b="0" u="none" strike="noStrike">
                <a:solidFill>
                  <a:schemeClr val="dk1"/>
                </a:solidFill>
                <a:effectLst/>
                <a:uFillTx/>
                <a:latin typeface="Arial"/>
                <a:ea typeface="Tahoma"/>
              </a:rPr>
              <a:t>Le seguiré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del mundo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el sol de justicia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deja de brillar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no avergüenza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nunca condena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muestra tu gloria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 generación se expone a tu luz</a:t>
            </a:r>
            <a:br>
              <a:rPr sz="10560"/>
            </a:b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nación responde a tu voz 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del mundo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el sol de justicia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deja de brillar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no avergüenza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nunca condena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muestra tu gloria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 generación se expone a tu luz</a:t>
            </a:r>
            <a:br>
              <a:rPr sz="10560"/>
            </a:b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nación responde a tu voz 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del mundo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el sol de justicia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deja de brillar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no avergüenza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nunca condena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muestra tu gloria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 generación se expone a tu luz</a:t>
            </a:r>
            <a:br>
              <a:rPr sz="10560"/>
            </a:b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nación responde a tu voz 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//Todo se ilumina cuando tú estas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se ordena, todo se transforma//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que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alumbra mi vida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que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mundo ilumina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yo amo hacer tu voluntad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ES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Application>LibreOffice/26.2.4.2$Windows_X86_64 LibreOffice_project/0229ac93fcf0d7cbc6376066c6f35021cef002dc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2026-07-01T17:45:58Z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