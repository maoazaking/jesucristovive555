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6" r:id="rId4"/>
    <p:sldId id="287" r:id="rId5"/>
    <p:sldId id="288" r:id="rId6"/>
    <p:sldId id="259" r:id="rId7"/>
    <p:sldId id="262" r:id="rId8"/>
    <p:sldId id="260" r:id="rId9"/>
    <p:sldId id="265" r:id="rId10"/>
    <p:sldId id="266" r:id="rId11"/>
    <p:sldId id="267" r:id="rId12"/>
    <p:sldId id="280" r:id="rId13"/>
    <p:sldId id="268" r:id="rId14"/>
    <p:sldId id="269" r:id="rId15"/>
    <p:sldId id="272" r:id="rId16"/>
    <p:sldId id="289" r:id="rId17"/>
    <p:sldId id="290" r:id="rId18"/>
    <p:sldId id="275" r:id="rId19"/>
    <p:sldId id="291" r:id="rId20"/>
    <p:sldId id="292" r:id="rId21"/>
    <p:sldId id="283" r:id="rId22"/>
    <p:sldId id="293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258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4660"/>
  </p:normalViewPr>
  <p:slideViewPr>
    <p:cSldViewPr snapToGrid="0">
      <p:cViewPr>
        <p:scale>
          <a:sx n="60" d="100"/>
          <a:sy n="60" d="100"/>
        </p:scale>
        <p:origin x="114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C3626-AB6A-407A-8AF3-A89C0F69E745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24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7/12/2024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2018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HIRIÓ EL PECADO, FUI A JESÚS,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MOSTRELE MI DOLOR;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PERDIDO ERRANTE VI SU LUZ,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BENDÍJOME EN SU AMOR.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6610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LA CRUZ, EN LA CRUZ,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PRIMERO VI LA LUZ,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LAS MANCHAS DE MI ALMA YO LAVÉ.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FUE ALLÍ POR FE, DO VI A JESÚS,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SIEMPRE FELIZ CON ÉL SERÉ</a:t>
            </a: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46106"/>
            <a:ext cx="12192000" cy="6858000"/>
          </a:xfrm>
        </p:spPr>
        <p:txBody>
          <a:bodyPr>
            <a:noAutofit/>
          </a:bodyPr>
          <a:lstStyle/>
          <a:p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SOBRE UNA CRUZ, MI BUEN SEÑOR,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SANGRE DERRAMÓ,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ESTE POBRE PECADOR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QUIEN ASÍ SALVÓ.</a:t>
            </a:r>
          </a:p>
        </p:txBody>
      </p:sp>
    </p:spTree>
    <p:extLst>
      <p:ext uri="{BB962C8B-B14F-4D97-AF65-F5344CB8AC3E}">
        <p14:creationId xmlns:p14="http://schemas.microsoft.com/office/powerpoint/2010/main" val="317078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97E5C-3CC2-D1F2-6930-5451F3A5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563BE-F6B1-B47C-A314-A72C0ED1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74443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VENCIÓ LA MUERTE CON PODER,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AL CIELO SE EXALTÓ;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CONFIAR EN ÉL ES MI PLACER,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MORIR NO TEMO YO</a:t>
            </a:r>
          </a:p>
        </p:txBody>
      </p:sp>
    </p:spTree>
    <p:extLst>
      <p:ext uri="{BB962C8B-B14F-4D97-AF65-F5344CB8AC3E}">
        <p14:creationId xmlns:p14="http://schemas.microsoft.com/office/powerpoint/2010/main" val="145261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418FE-7C3B-D73F-5421-0795605F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6A4F3-7B33-B946-7462-1764DDC14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70695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AUNQUE ÉL SE FUE  SOLO NO ESTOY,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MANDÓ AL CONSOLADOR,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DIVINO ESPÍRITU QUE HOY ME DA PERFECTO AMOR</a:t>
            </a:r>
          </a:p>
        </p:txBody>
      </p:sp>
    </p:spTree>
    <p:extLst>
      <p:ext uri="{BB962C8B-B14F-4D97-AF65-F5344CB8AC3E}">
        <p14:creationId xmlns:p14="http://schemas.microsoft.com/office/powerpoint/2010/main" val="108780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PODER,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SIN IGUAL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JESÚS,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QUIEN MURIÓ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HAY PODER,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SIN IGUAL PODER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LA SANGRE QUE ÉL VERTIÓ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SER SALVO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TODA MALDAD?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MI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VIVIR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GOZAR SANTIDAD?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JESÚS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SER LIBRE DE ORGULLO Y PASIÓN?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 EN MI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¿QUIERES VENCER TODA CRUEL TENTACIÓN?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SOLO HAY PODER EN JESÚS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 COMUNIÓN LA QUE GOZO YA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¡QUÉ GRAN BENDICIÓN EN SU PAZ ME DA!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¡OH! YO SIENTO EN MÍ SU TIERNO AMOR.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77516"/>
            <a:ext cx="11983453" cy="6858000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SALVO DEL PECADO Y DEL TEMOR;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SALVO, EN LOS BRAZOS DE MI SALVADOR.</a:t>
            </a:r>
            <a:endParaRPr lang="es-CO" sz="7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6358"/>
            <a:ext cx="11983453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¡CUÁN DULCE ES VIVIR, CUÁN DULCE ES GOZAR!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QUIERO IR Y CON ÉL MORAR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SIENDO OBJETO DE SU TIERNO AMOR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3DDB3-C606-CA5D-61B9-161B850E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BA7E3-5805-EBE1-1704-60152B3E6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NO HAY QUE TEMER, NI QUE DESCONFIAR,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SU GRAN PODER ÉL ME GUARDARÁ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LOS LAZOS DEL ENGAÑADOR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5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3561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LIBRE, YO SOY LIBRE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LAS CADENAS DEL PECADO HAN SIDO ROTAS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YO SOY LIBRE</a:t>
            </a:r>
            <a:b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PARA CANTAR, PARA DANZAR, PARA GOZAR //</a:t>
            </a:r>
            <a:br>
              <a:rPr lang="es-ES" sz="7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6522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VENCIDO, AL ENEMIGO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 SANGRE DE JESUCRISTO YO SOY LIBRE</a:t>
            </a:r>
            <a:endParaRPr lang="es-CO" sz="8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F1672-0440-B1D6-E6A8-C47C4B1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14FD-45DC-17DC-4368-72E630A8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97305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CADA DÍA ME SIENTO MÁS ALEGRE,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AUNQUE TENGA QUE CRUZAR MONTES Y VALLES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91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D1877-9F49-312F-DF9F-A14CD742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7DC57-A366-F84E-19E4-8CA64A629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93558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//PORQUE YO SÉ QUE MI SEÑOR HA PROMETIDO,</a:t>
            </a:r>
            <a:b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ESTAR CONMIGO Y NO DEJARME DESMAYAR//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51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D71EF-E38E-84F2-DFE7-DBBD10DC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5B178-141A-E853-CE20-2B68BB723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13347"/>
            <a:ext cx="11983453" cy="6858000"/>
          </a:xfrm>
        </p:spPr>
        <p:txBody>
          <a:bodyPr>
            <a:noAutofit/>
          </a:bodyPr>
          <a:lstStyle/>
          <a:p>
            <a:r>
              <a:rPr lang="es-ES" sz="7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YO NO ESTOY SOLO NO, OIGO AL SEÑOR DECIR: SI ME ERES FIEL ESTARÉ CONTIGO HASTA EL FIN //</a:t>
            </a:r>
            <a:endParaRPr lang="es-CO" sz="7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53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2611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HABRÁ EN EL CIELO UNA GRAN FIESTA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SERA UNA GLORIOSA REUNIÓN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REUNIRÁN DE TODAS RAZAS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REDIMIDOS DEL SEÑOR.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2EF9B-7E0B-388A-2F6F-43F48CF8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185FD-19EB-9F4D-3F8B-A5C5519DB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CANTARAN CANCIONES DE ALEGRÍA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LAGRIMAS DE GOZO LLORARAN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SERA UNA FIESTA DE VICTORIA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REDIMIDOS ENTRARAN.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434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53980-78DF-5F33-71A0-744640AA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393E0-DBE1-5F9D-4DB3-2C191D273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FIESTA DE LOS VENCEDORES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ME LA VOY A PERDER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CANTO DE LOS REDIMIDOS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 ALEGRÍA CANTARÉ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40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D862-51D8-F714-0FCF-E0FAC36D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F828C-6CEF-09F3-A632-7DA84FF18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88495"/>
            <a:ext cx="11983453" cy="6545178"/>
          </a:xfrm>
        </p:spPr>
        <p:txBody>
          <a:bodyPr>
            <a:noAutofit/>
          </a:bodyPr>
          <a:lstStyle/>
          <a:p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HAS TOMADO EN TUS BRAZOS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ME HAS DADO SALVACIÓN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TU AMOR HAS DERRAMADO</a:t>
            </a:r>
            <a:b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MI CORAZÓN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13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56F34-A671-A542-6688-F4228821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21429-7D63-6C01-D3B2-8346CFE87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176463"/>
            <a:ext cx="11983453" cy="6545178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SABRÉ AGRADECERTE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 QUE HAS HECHO TU POR MÍ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SOLO PUEDO DARTE AHORA MI CANCIÓN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07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C337E-AE55-A4E1-6FDB-6A661A09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46BD1-55B8-36FE-0E84-1F02FD08C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156411"/>
            <a:ext cx="11983453" cy="6545178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LA CRUZ DISTE TU VIDA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ENTREGASTE TODO AHÍ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VIDA ETERNA REGALASTE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MORIR</a:t>
            </a:r>
            <a:endParaRPr lang="es-CO" sz="7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135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B4D4E-195A-FC4E-510E-3B110CAB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93B3E-63ED-0402-4EE4-9DA23CB47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312822"/>
            <a:ext cx="11983453" cy="6545178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TU SANGRE TENGO ENTRADA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ANTE EL TRONO CELESTIAL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PUEDO ENTRAR CONFIADAMENTE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ANTE TI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75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9A753-2ECB-DF27-9A6C-C2C5B0B4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B6BE7-5342-37F0-2669-9B067317E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37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EN LOS MONTES VEO LA GRANDEZA DE SU PODER Y SU AMOR //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//EN EL VIENTO SIENTO SU PRESENCIA Y EN EL BRISAR SU PAZ ME DA 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543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21FCF-A2C2-66D6-73A9-98BDE023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C0657-14D1-578C-94B2-CEE0463A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41157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 EN LAS FLORES SU HERMOSA EN EL TRINAR DE LAS AVES ESCUCHO SU VOZ//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58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6DFF7-E158-9AF8-E482-53F1640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2318F-4053-12DF-7010-B9D22A251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JESUS EL ARQUITECTO DEL CIELO EL CREADOR DE LA TIERRA QUIEN CUIDA DEL MAR</a:t>
            </a:r>
            <a:br>
              <a:rPr lang="es-ES" sz="51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19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AB467-1CF7-47C5-B272-D72C68B94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2C1B1-D7D6-5750-A958-BD667D22F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994611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JESUS QUIÉN NOS PROTEGE ES NUESTRO REY Y SEÑOR DE LA CREACIÓN</a:t>
            </a:r>
            <a:endParaRPr lang="es-CO" sz="51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512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189"/>
            <a:ext cx="12192000" cy="6858000"/>
          </a:xfrm>
        </p:spPr>
        <p:txBody>
          <a:bodyPr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CRISTO ES LA PEÑA DE HOREB QUE ESTÁ BROTANDO, AGUA DE VIDA SALUDABLE PARA TI, 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TODO AQUEL QUE SUFRE Y VA LLORANDO, LA PAZ LE OFRECE POR SU SANGRE CARMESÍ</a:t>
            </a:r>
            <a:endParaRPr lang="es-CO" sz="6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41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6569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VEN, A TOMARLA QUE ES MÁS DULCE QUE LA MIEL, REFRESCA EL ALMA Y SACIA TODO TU SER, CRISTO ES LA PEÑA DE HOREB QUE ESTÁ BROTANDO, AGUA DE VIDA SALUDABLE PARA TI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623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2F317-F42F-73CA-9297-0407F3F6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3E504-6560-2B6A-0B0A-86A0B53E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ES EL LIRIO DEL VALLE DE LAS FLORES, ÉL ES LA ROSA BLANCA Y PURA DE SHARON CRISTO ES LA VIDA Y AMOR DE LOS AMORES, ÉL ES LA ETERNA FUENTE DE LA SALVACIÓN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39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797</Words>
  <Application>Microsoft Office PowerPoint</Application>
  <PresentationFormat>Panorámica</PresentationFormat>
  <Paragraphs>32</Paragraphs>
  <Slides>31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de Office</vt:lpstr>
      <vt:lpstr>ME HIRIÓ EL PECADO, FUI A JESÚS, MOSTRELE MI DOLOR; PERDIDO ERRANTE VI SU LUZ, BENDÍJOME EN SU AMOR.</vt:lpstr>
      <vt:lpstr>EN LA CRUZ, EN LA CRUZ, DO PRIMERO VI LA LUZ, Y LAS MANCHAS DE MI ALMA YO LAVÉ. FUE ALLÍ POR FE, DO VI A JESÚS, Y SIEMPRE FELIZ CON ÉL SERÉ</vt:lpstr>
      <vt:lpstr>SOBRE UNA CRUZ, MI BUEN SEÑOR, SU SANGRE DERRAMÓ, POR ESTE POBRE PECADOR A QUIEN ASÍ SALVÓ.</vt:lpstr>
      <vt:lpstr>VENCIÓ LA MUERTE CON PODER, Y AL CIELO SE EXALTÓ; CONFIAR EN ÉL ES MI PLACER, MORIR NO TEMO YO</vt:lpstr>
      <vt:lpstr>AUNQUE ÉL SE FUE  SOLO NO ESTOY, MANDÓ AL CONSOLADOR, DIVINO ESPÍRITU QUE HOY ME DA PERFECTO AMOR</vt:lpstr>
      <vt:lpstr>HAY PODER, PODER SIN IGUAL PODER EN JESÚS, QUIEN MURIÓ HAY PODER, PODER SIN IGUAL PODER EN LA SANGRE QUE ÉL VERTIÓ</vt:lpstr>
      <vt:lpstr>¿QUIERES SER SALVO DE TODA MALDAD? TAN SOLO HAY PODER EN MI JESÚS ¿QUIERES VIVIR Y GOZAR SANTIDAD? TAN SOLO HAY PODER EN JESÚS</vt:lpstr>
      <vt:lpstr>¿QUIERES SER LIBRE DE ORGULLO Y PASIÓN? TAN SOLO HAY PODER EN MI JESÚS ¿QUIERES VENCER TODA CRUEL TENTACIÓN? TAN SOLO HAY PODER EN JESÚS</vt:lpstr>
      <vt:lpstr>DULCE COMUNIÓN LA QUE GOZO YA EN LOS BRAZOS DE MI SALVADOR; ¡QUÉ GRAN BENDICIÓN EN SU PAZ ME DA! ¡OH! YO SIENTO EN MÍ SU TIERNO AMOR.</vt:lpstr>
      <vt:lpstr>LIBRE, SALVO DEL PECADO Y DEL TEMOR; LIBRE, SALVO, EN LOS BRAZOS DE MI SALVADOR.</vt:lpstr>
      <vt:lpstr>¡CUÁN DULCE ES VIVIR, CUÁN DULCE ES GOZAR! EN LOS BRAZOS DE MI SALVADOR; ALLÍ QUIERO IR Y CON ÉL MORAR SIENDO OBJETO DE SU TIERNO AMOR</vt:lpstr>
      <vt:lpstr> NO HAY QUE TEMER, NI QUE DESCONFIAR, EN LOS BRAZOS DE MI SALVADOR; POR SU GRAN PODER ÉL ME GUARDARÁ DE LOS LAZOS DEL ENGAÑADOR</vt:lpstr>
      <vt:lpstr>// LIBRE, YO SOY LIBRE LAS CADENAS DEL PECADO HAN SIDO ROTAS LIBRE, YO SOY LIBRE PARA CANTAR, PARA DANZAR, PARA GOZAR // </vt:lpstr>
      <vt:lpstr>HE VENCIDO, AL ENEMIGO POR LA SANGRE DE JESUCRISTO YO SOY LIBRE</vt:lpstr>
      <vt:lpstr>// CADA DÍA ME SIENTO MÁS ALEGRE, AUNQUE TENGA QUE CRUZAR MONTES Y VALLES //</vt:lpstr>
      <vt:lpstr>//PORQUE YO SÉ QUE MI SEÑOR HA PROMETIDO, ESTAR CONMIGO Y NO DEJARME DESMAYAR//</vt:lpstr>
      <vt:lpstr>// YO NO ESTOY SOLO NO, OIGO AL SEÑOR DECIR: SI ME ERES FIEL ESTARÉ CONTIGO HASTA EL FIN //</vt:lpstr>
      <vt:lpstr>HABRÁ EN EL CIELO UNA GRAN FIESTA SERA UNA GLORIOSA REUNIÓN SE REUNIRÁN DE TODAS RAZAS LOS REDIMIDOS DEL SEÑOR. </vt:lpstr>
      <vt:lpstr>CANTARAN CANCIONES DE ALEGRÍA LAGRIMAS DE GOZO LLORARAN SERA UNA FIESTA DE VICTORIA SOLO REDIMIDOS ENTRARAN. </vt:lpstr>
      <vt:lpstr>LA FIESTA DE LOS VENCEDORES NO ME LA VOY A PERDER EL CANTO DE LOS REDIMIDOS CON ALEGRÍA CANTARÉ </vt:lpstr>
      <vt:lpstr>ME HAS TOMADO EN TUS BRAZOS Y ME HAS DADO SALVACIÓN DE TU AMOR HAS DERRAMADO EN MI CORAZÓN</vt:lpstr>
      <vt:lpstr>NO SABRÉ AGRADECERTE LO QUE HAS HECHO TU POR MÍ SOLO PUEDO DARTE AHORA MI CANCIÓN</vt:lpstr>
      <vt:lpstr>EN LA CRUZ DISTE TU VIDA ENTREGASTE TODO AHÍ VIDA ETERNA REGALASTE AL MORIR</vt:lpstr>
      <vt:lpstr>POR TU SANGRE TENGO ENTRADA ANTE EL TRONO CELESTIAL PUEDO ENTRAR CONFIADAMENTE ANTE TI</vt:lpstr>
      <vt:lpstr>// EN LOS MONTES VEO LA GRANDEZA DE SU PODER Y SU AMOR // //EN EL VIENTO SIENTO SU PRESENCIA Y EN EL BRISAR SU PAZ ME DA // </vt:lpstr>
      <vt:lpstr>// EN LAS FLORES SU HERMOSA EN EL TRINAR DE LAS AVES ESCUCHO SU VOZ// </vt:lpstr>
      <vt:lpstr>ES JESUS EL ARQUITECTO DEL CIELO EL CREADOR DE LA TIERRA QUIEN CUIDA DEL MAR </vt:lpstr>
      <vt:lpstr>ES JESUS QUIÉN NOS PROTEGE ES NUESTRO REY Y SEÑOR DE LA CREACIÓN</vt:lpstr>
      <vt:lpstr>CRISTO ES LA PEÑA DE HOREB QUE ESTÁ BROTANDO, AGUA DE VIDA SALUDABLE PARA TI,  A TODO AQUEL QUE SUFRE Y VA LLORANDO, LA PAZ LE OFRECE POR SU SANGRE CARMESÍ</vt:lpstr>
      <vt:lpstr>VEN, A TOMARLA QUE ES MÁS DULCE QUE LA MIEL, REFRESCA EL ALMA Y SACIA TODO TU SER, CRISTO ES LA PEÑA DE HOREB QUE ESTÁ BROTANDO, AGUA DE VIDA SALUDABLE PARA TI</vt:lpstr>
      <vt:lpstr>CRISTO ES EL LIRIO DEL VALLE DE LAS FLORES, ÉL ES LA ROSA BLANCA Y PURA DE SHARON CRISTO ES LA VIDA Y AMOR DE LOS AMORES, ÉL ES LA ETERNA FUENTE DE LA SALVACIÓN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4</cp:revision>
  <dcterms:created xsi:type="dcterms:W3CDTF">2024-11-24T01:13:55Z</dcterms:created>
  <dcterms:modified xsi:type="dcterms:W3CDTF">2024-12-08T04:24:52Z</dcterms:modified>
</cp:coreProperties>
</file>