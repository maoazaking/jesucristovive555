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  <p:sldMasterId id="21474836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Master" Target="slideMasters/slideMaster1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9CC205B-5187-4048-A6E3-83EB227730E5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600" cy="159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520" cy="486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600" cy="380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2A5887-924F-47D9-884D-519DD93ED62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27600" cy="1595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32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67520" cy="4869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E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s-CO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27600" cy="3807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AFE91CE-97A7-446B-AABD-3550170F84D9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D109736-6CB5-4382-A2AE-3E01566AD028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920" cy="434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86A9456-F451-47EF-B171-B619DAA89FD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4400" cy="580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29560" cy="580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2D03174-85EC-49B4-AD1C-EBDD5F3D40DB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0920" cy="434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5C42E84-3091-4D37-AE61-DE5C13ACC40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0920" cy="2847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0920" cy="1495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D429D88-494B-4137-B906-7ECBD5477EE6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6800" cy="434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6800" cy="434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35A3DD1-7A6F-4D19-8DAF-2CF5E0B5F8C3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3040" cy="81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3040" cy="367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78600" cy="81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78600" cy="367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Haga clic para modificar los estilos de texto del patrón</a:t>
            </a:r>
            <a:endParaRPr lang="es-E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</a:t>
            </a:r>
            <a:endParaRPr lang="es-E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</a:t>
            </a:r>
            <a:endParaRPr lang="es-E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</a:t>
            </a:r>
            <a:endParaRPr lang="es-E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9D8A689-9ADC-4A75-BD16-290292AAFDC1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0920" cy="132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Haga clic para modificar el estilo de título del patrón</a:t>
            </a:r>
            <a:endParaRPr lang="es-E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01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38520" cy="360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353E65-419F-40A3-A109-EE3A08549C24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5"/>
          </p:nvPr>
        </p:nvSpPr>
        <p:spPr/>
        <p:txBody>
          <a:bodyPr/>
          <a:p>
            <a:fld id="{7CDD46FF-4921-4D1E-98D3-B92147E245E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6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68120" cy="397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s-CO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3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8"/>
          </p:nvPr>
        </p:nvSpPr>
        <p:spPr/>
        <p:txBody>
          <a:bodyPr/>
          <a:p>
            <a:fld id="{BEC5A3FA-85A7-45D7-AF9B-080FFA9460F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9"/>
          </p:nvPr>
        </p:nvSpPr>
        <p:spPr/>
        <p:txBody>
          <a:bodyPr/>
          <a:p>
            <a:r>
              <a:rPr lang="es-C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523880" y="1490760"/>
            <a:ext cx="91393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6995CB6-2D69-4777-A752-B628746B28E2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CO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CO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CO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CO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CO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CO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523880" y="1490760"/>
            <a:ext cx="9139320" cy="164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Pulse para editar el formato del texto de título</a:t>
            </a:r>
            <a:endParaRPr lang="es-ES" sz="60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A5DBC1-5C6A-438A-AF27-AB91ABC8EA47}" type="slidenum">
              <a:rPr lang="es-CO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es-CO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CO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CO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Toda rodilla se doblara ante él; Es Jesucristo, Dios por siempre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Toda lengua, confesará ante él; Es Jesucristo, Dios por siempre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///No, no puedo parar de alabarte///</a:t>
            </a:r>
            <a:br>
              <a:rPr sz="11500"/>
            </a:br>
            <a:r>
              <a:rPr lang="es-ES" sz="1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¡CRISTO!</a:t>
            </a:r>
            <a:endParaRPr lang="es-ES" sz="1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Toda rodilla se doblara ante él; Es Jesucristo, Dios por siempre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Él es el alfa y la omega; Es Jesucristo, Dios por siempre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1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///No, no puedo parar de alabarte///</a:t>
            </a:r>
            <a:br>
              <a:rPr sz="11500"/>
            </a:br>
            <a:r>
              <a:rPr lang="es-ES" sz="11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¡CRISTO!</a:t>
            </a:r>
            <a:endParaRPr lang="es-ES" sz="1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//Bueno es alabarte, Jehová, y cantar salmos a tu nombre//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//Anunciar por la mañana tu misericordia y tu fidelidad de noche//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¿Quién es el que vive?</a:t>
            </a:r>
            <a:br>
              <a:rPr sz="8600"/>
            </a:b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el que vive</a:t>
            </a:r>
            <a:br>
              <a:rPr sz="8600"/>
            </a:br>
            <a:br>
              <a:rPr sz="8600"/>
            </a:b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¿Quién es el que salva?</a:t>
            </a:r>
            <a:br>
              <a:rPr sz="8600"/>
            </a:br>
            <a:r>
              <a:rPr lang="es-ES" sz="8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el que salva</a:t>
            </a:r>
            <a:endParaRPr lang="es-ES" sz="8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¿Quién es el que viene?</a:t>
            </a:r>
            <a:br>
              <a:rPr sz="8400"/>
            </a:b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el que viene</a:t>
            </a:r>
            <a:br>
              <a:rPr sz="8400"/>
            </a:br>
            <a:br>
              <a:rPr sz="8400"/>
            </a:b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¿Quién es el que sana?</a:t>
            </a:r>
            <a:br>
              <a:rPr sz="8400"/>
            </a:br>
            <a:r>
              <a:rPr lang="es-ES" sz="84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Cristo es el que sana</a:t>
            </a:r>
            <a:endParaRPr lang="es-ES" sz="8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046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//Anunciar por la mañana tu misericordia y tu fidelidad de noche//</a:t>
            </a:r>
            <a:endParaRPr lang="es-ES" sz="1046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 gloriosa será la mañana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Cuando venga Jesús El Salvador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Las naciones unidas como hermanas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Bienvenida daremos al señor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habrá necesidad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la luz ni el resplandor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 el Sol dara su luz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 tampoco su calor 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Allí llanto no habrá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 tristeza, ni dolor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entonces Jesús el rey del cielo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Para siempre será el consolador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Esperamos la mañana gloriosa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Para dar la bienvenida al Dios de amor; Dónde todo será color de rosa; En la santa fragancia del señor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habrá necesidad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la luz ni el resplandor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 el Sol dara su luz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 tampoco su calor 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Allí llanto no habrá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 tristeza, ni dolor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entonces Jesús el rey del cielo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Para siempre será el consolador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cristiano fiel y verdadero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también el obrero de valor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la iglesia la esposa del cordero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Estará en los brazos del señor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No habrá necesidad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De la luz ni el resplandor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 el Sol dara su luz</a:t>
            </a:r>
            <a:br>
              <a:rPr sz="9600"/>
            </a:br>
            <a:r>
              <a:rPr lang="es-ES" sz="96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 tampoco su calor 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Allí llanto no habrá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Ni tristeza, ni dolor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entonces Jesús el rey del cielo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8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Para siempre será el consolador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Tú diste al hombre un lenguaje muy bello, tú nos diste la música para alabarte; Estoy agradecido Y quiero cantarte, Estoy agradecido Y quiero adorarte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Tu me hiciste con un propósito, En tus planes estaba que yo te adorara, Estoy agradecido y quiero cantarte, Estoy agradecido y quiero adorarte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//Yo quiero ser un adorador// Contemplar la hermosura de tu santidad, Adorarte en espíritu y en verdad; Yo quiero ser Señor ¡un adorador!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Mi gozo será habitar en tu presencia; Mi gozo será contemplar tu santidad.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júbilo vendré a ti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te cantaré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júbilo vendré a ti</a:t>
            </a:r>
            <a:br>
              <a:rPr sz="7200"/>
            </a:b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y te adoraré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7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//Yo quiero ser un adorador// Contemplar la hermosura de tu santidad, Adorarte en espíritu y en verdad; Yo quiero ser Señor ¡un adorador!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 JEHOVÁ, DIOS DE LA CREACIÓN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 JEHOVÁ, DIOS PODEROSO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 DIOS FUERTE, LA ROCA ETERNA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3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 JEHOVÁ, TÚ DIOS, TÚ SANADOR</a:t>
            </a:r>
            <a:endParaRPr lang="es-ES" sz="6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 EL GRAN YO SOY, EL DIOS DE ABRAHAM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JEHOVÁ SHALOM, EL DIOS DE PAZ Y AMOR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DIOS DE ISRAEL, TU REY ETERNO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 JEHOVÁ, TU DIOS, TÚ SANADOR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//CANTA ALELUYA,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CANTA ALELUYA //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 JEHOVÁ, DIOS PODEROSO, EL ES JEHOVÁ, TÚ DIOS, TÚ SANADOR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 TÚ PROVEEDOR,</a:t>
            </a:r>
            <a:br>
              <a:rPr sz="6000"/>
            </a:br>
            <a:r>
              <a:rPr lang="es-ES" sz="6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JEHOVÁ JIREH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DIOS DE SALVACIÓN, ES EL MESÍAS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QUE ENTRE NOSOTROS TESTIFICÓ DE ÉL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s-ES" sz="60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 JEHOVÁ, TÚ DIOS, TÚ SALVADOR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//CANTA ALELUYA,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CANTA ALELUYA //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EL ES JEHOVÁ, DIOS PODEROSO, EL ES JEHOVÁ, TÚ DIOS, TÚ SANADOR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Calibri Light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mis labios y mi vida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Señor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alabo, Señor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Con mis labios y mi vida</a:t>
            </a:r>
            <a:br>
              <a:rPr sz="8500"/>
            </a:br>
            <a:r>
              <a:rPr lang="es-ES" sz="85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 bendito Señor</a:t>
            </a:r>
            <a:endParaRPr lang="es-ES" sz="8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Tú has sido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///Precioso para mi///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Porque Tú has sido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Precioso para mi</a:t>
            </a:r>
            <a:br>
              <a:rPr sz="8800"/>
            </a:br>
            <a:r>
              <a:rPr lang="es-ES" sz="8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Tahoma"/>
              </a:rPr>
              <a:t>Te alabo bendito Jesús</a:t>
            </a:r>
            <a:endParaRPr lang="es-ES" sz="8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DIOS ES NUESTRO AMPARO, NUESTRA FORTALEZA,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NUESTRO PRONTO AUXILIO EN LA TRIBULACIÓN; </a:t>
            </a:r>
            <a:br>
              <a:rPr sz="6000"/>
            </a:br>
            <a:r>
              <a:rPr lang="es-ES" sz="6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AUNQUE SE TRASPASEN LOS MONTES A LA MAR, AUNQUE ESTA TIERRA TIEMBLE, TENEMOS QUE CANTAR</a:t>
            </a:r>
            <a:endParaRPr lang="es-ES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6857280"/>
          </a:xfrm>
          <a:prstGeom prst="rect">
            <a:avLst/>
          </a:prstGeom>
          <a:solidFill>
            <a:srgbClr val="002060"/>
          </a:solidFill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CIELO Y TIERRA PASARÁN,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MAS SU PALABRA NO PASARÁ.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¡NO, NO, NO PASARÁ; </a:t>
            </a:r>
            <a:br>
              <a:rPr sz="8000"/>
            </a:br>
            <a:r>
              <a:rPr lang="es-ES" sz="8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NO, NO, NO PASARÁ!</a:t>
            </a:r>
            <a:endParaRPr lang="es-ES" sz="8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//SI TUVIERAS FE </a:t>
            </a:r>
            <a:br>
              <a:rPr sz="9000"/>
            </a:b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COMO UN GRANITO DE MOSTAZA, </a:t>
            </a:r>
            <a:br>
              <a:rPr sz="9000"/>
            </a:b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ESO LO DICE EL SEÑOR//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LE DIRÍAS A ESA MONTAÑA, MUÉVETE, MUÉVETEEE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LE DIRÍAS A ESA MONTAÑA,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MUÉVETE, MUÉVETE, </a:t>
            </a: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MUÉVETE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//ESA MONTAÑA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 MOVERÁ, 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 MOVERÁ,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 MOVERÁ//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//SI TUVIERAS FE </a:t>
            </a:r>
            <a:br>
              <a:rPr sz="9000"/>
            </a:b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COMO UN GRANITO DE MOSTAZA, </a:t>
            </a:r>
            <a:br>
              <a:rPr sz="9000"/>
            </a:br>
            <a:r>
              <a:rPr lang="es-ES" sz="90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ESO LO DICE EL SEÑOR//</a:t>
            </a:r>
            <a:endParaRPr lang="es-ES" sz="9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LE DIRÍAS A ESA MONTAÑA, MUÉVETE, MUÉVETEEE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TU LE DIRÍAS A ESA MONTAÑA,</a:t>
            </a:r>
            <a:br>
              <a:rPr sz="7200"/>
            </a:b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MUÉVETE, MUÉVETE, </a:t>
            </a:r>
            <a:r>
              <a:rPr lang="es-ES" sz="72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MUÉVETE</a:t>
            </a:r>
            <a:endParaRPr lang="es-ES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04400" y="0"/>
            <a:ext cx="11980080" cy="6854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//Y LOS ENFERMOS SE SANARÁN,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 SANARÁN,</a:t>
            </a:r>
            <a:br>
              <a:rPr sz="9600"/>
            </a:br>
            <a:r>
              <a:rPr lang="es-ES" sz="9600" b="1" u="none" strike="noStrike">
                <a:solidFill>
                  <a:schemeClr val="lt1"/>
                </a:solidFill>
                <a:effectLst/>
                <a:uFillTx/>
                <a:latin typeface="Arial"/>
                <a:ea typeface="Tahoma"/>
              </a:rPr>
              <a:t>SE SANARÁN//</a:t>
            </a:r>
            <a:endParaRPr lang="es-ES" sz="9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</TotalTime>
  <Application>LibreOffice/26.2.5.2$Windows_X86_64 LibreOffice_project/cd7284b4cbbfeb507e630c1aac019f4157393acb</Application>
  <AppVersion>15.0000</AppVersion>
  <Words>772</Words>
  <Paragraphs>27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2025-01-15T22:53:03Z</dcterms:created>
  <dc:creator>Andrés Windows</dc:creator>
  <dc:description/>
  <dc:language>es-CO</dc:language>
  <cp:lastModifiedBy/>
  <dcterms:modified xsi:type="dcterms:W3CDTF">2026-08-16T16:10:20Z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Panorámica</vt:lpwstr>
  </property>
  <property fmtid="{D5CDD505-2E9C-101B-9397-08002B2CF9AE}" pid="3" name="Slides">
    <vt:i4>28</vt:i4>
  </property>
</Properties>
</file>