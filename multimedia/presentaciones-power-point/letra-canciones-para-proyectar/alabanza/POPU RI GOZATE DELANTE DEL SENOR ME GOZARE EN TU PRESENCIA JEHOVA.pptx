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9.xml" ContentType="application/vnd.openxmlformats-officedocument.presentationml.slide+xml"/>
  <Override PartName="/ppt/slides/slide14.xml" ContentType="application/vnd.openxmlformats-officedocument.presentationml.slide+xml"/>
  <Override PartName="/ppt/slides/slide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7640" cy="581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2800" cy="581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9CE015-299C-4419-A2E0-74E01980BF5C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0F934DC-6101-4658-8157-7369F6D4E0CC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160" cy="285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16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E225B4-E394-49D7-92F0-9B7EF05D891E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04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04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2DCAB50-E148-4B09-928C-9E85BDF252C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280" cy="82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280" cy="368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840" cy="82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840" cy="368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9D68C3E-E4A5-4301-AFA6-91EFC47B0F37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BE22B66-B519-41E6-AD02-9DD4FDFD0406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B90EF28-8D90-47E8-A2CC-466CD81098F2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840" cy="159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760" cy="487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840" cy="381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E8810A-8F19-4915-A9CD-7C0DDF15D7BD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840" cy="159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760" cy="4872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840" cy="381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4CB0AA-38A1-43D9-B373-90DA63F9B80E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7E402C2-9DEE-4582-B88E-B1A8E2ADA927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8DD823B-F771-4B91-B8AC-D5F961490070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0" y="-42012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//Gózate delante del Señor Porque Él es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tu Rey//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Él es, Él es, Él es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Tu Rey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0" y="-42012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//Gózate delante del Señor Porque Él es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tu roca//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Él es, Él es, Él es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tu roca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0" y="-42012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//Gózate delante del Señor Porque Él es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tu Escudo//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Él es, Él es, Él es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Tu Escudo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ítulo 5"/>
          <p:cNvSpPr/>
          <p:nvPr/>
        </p:nvSpPr>
        <p:spPr>
          <a:xfrm>
            <a:off x="0" y="-539640"/>
            <a:ext cx="12190680" cy="68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br>
              <a:rPr sz="7500"/>
            </a:br>
            <a:r>
              <a:rPr lang="es-ES" sz="95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Haré un altar para ti</a:t>
            </a:r>
            <a:br>
              <a:rPr sz="9500"/>
            </a:br>
            <a:r>
              <a:rPr lang="es-ES" sz="95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Para ti, para ti</a:t>
            </a:r>
            <a:br>
              <a:rPr sz="9500"/>
            </a:br>
            <a:r>
              <a:rPr lang="es-ES" sz="95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Con sacrificio de alabanza</a:t>
            </a:r>
            <a:endParaRPr lang="es-CO" sz="9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ítulo 6"/>
          <p:cNvSpPr/>
          <p:nvPr/>
        </p:nvSpPr>
        <p:spPr>
          <a:xfrm>
            <a:off x="0" y="-273960"/>
            <a:ext cx="12190680" cy="68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Con júbilo y danza 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cantaré a Jehová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//Desciende el fuego// 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Desciende el fuego de Dios</a:t>
            </a:r>
            <a:endParaRPr lang="es-CO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ítulo 7"/>
          <p:cNvSpPr/>
          <p:nvPr/>
        </p:nvSpPr>
        <p:spPr>
          <a:xfrm>
            <a:off x="0" y="360"/>
            <a:ext cx="12190680" cy="68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gozare en tu presencia Jehová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todas mis fuerzas gritare ¡Hey!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gozare en tu presencia Jehová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todas mis fuerzas gritare</a:t>
            </a: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</a:t>
            </a:r>
            <a:endParaRPr lang="es-CO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ítulo 8"/>
          <p:cNvSpPr/>
          <p:nvPr/>
        </p:nvSpPr>
        <p:spPr>
          <a:xfrm>
            <a:off x="104400" y="-577080"/>
            <a:ext cx="11981880" cy="68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Ante ti con gozo, palmeare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alegre danza, celebrare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Saltare y me gozare </a:t>
            </a:r>
            <a:endParaRPr lang="es-CO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0" y="-43560"/>
            <a:ext cx="119818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nombre de Jesús es poder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nombre de Jesús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victoria es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nombre de Jesús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levantado está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nombre de Jesús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sublime es</a:t>
            </a: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</a:t>
            </a:r>
            <a:endParaRPr lang="es-E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0" y="-324000"/>
            <a:ext cx="119818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</a:t>
            </a: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le canto y le alabo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le exalto y le adoro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Porque el nombre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de Jesús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¡ES PODER!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0" y="86616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Señor Vencedor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Invencible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Campeón Ganador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Batalla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mi Rey y mi Dios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que Cuida a su Pueblo//  </a:t>
            </a:r>
            <a:br>
              <a:rPr sz="5900"/>
            </a:br>
            <a:br>
              <a:rPr sz="6600"/>
            </a:b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0" y="179460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 </a:t>
            </a: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 eso Yo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Te canto y te alabo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Porque sé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 me proteges porque estoy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De tu lado  </a:t>
            </a:r>
            <a:br>
              <a:rPr sz="5900"/>
            </a:br>
            <a:br>
              <a:rPr sz="8500"/>
            </a:b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0" y="-37764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 </a:t>
            </a: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 eso Yo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Te canto y te alabo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Porque sé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 nunca jamás me dejaras desamparado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60" y="180000"/>
            <a:ext cx="12190680" cy="68389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//Cuando el Señor hiciere volver la cautividad, seremos como los que sueñan//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//Mi boca llenará de risa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Mis labios, de alabanza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Entonces dirán las naciones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Grandes cosas, ha hecho el Señor//</a:t>
            </a:r>
            <a:endParaRPr lang="es-ES" sz="6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0" y="-32400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////Me gozaré//// (x4)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Jehová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Pues ha llevado todo mi dolor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ha hecho libre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60" y="180000"/>
            <a:ext cx="12190680" cy="68389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//Así como David cantaba, Así como David danzaba, Así como David fluía en Su presencia//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904360" y="42840"/>
            <a:ext cx="647856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cantaré, yo danzaré y en su presencia me gozare y solo así te alabare porque tu eres mi Dios y mi Rey</a:t>
            </a:r>
            <a:endParaRPr lang="es-E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6" name="Título 11"/>
          <p:cNvSpPr/>
          <p:nvPr/>
        </p:nvSpPr>
        <p:spPr>
          <a:xfrm>
            <a:off x="-179640" y="18360"/>
            <a:ext cx="6478560" cy="68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gozaré (x4)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Jehová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Pues ha llevado todo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mi dolor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ha hecho libre </a:t>
            </a:r>
            <a:endParaRPr lang="es-CO" sz="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048000" y="0"/>
            <a:ext cx="360" cy="6839640"/>
          </a:xfrm>
          <a:prstGeom prst="line">
            <a:avLst/>
          </a:prstGeom>
          <a:ln w="72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81000" rIns="0" bIns="81000" anchor="ctr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60" y="-18000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 </a:t>
            </a:r>
            <a:r>
              <a:rPr lang="es-ES" sz="7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Hay muchas formas de alabar tu Nombre</a:t>
            </a:r>
            <a:br>
              <a:rPr sz="7600"/>
            </a:br>
            <a:r>
              <a:rPr lang="es-ES" sz="7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de exaltarte, oh Jehová</a:t>
            </a:r>
            <a:br>
              <a:rPr sz="7600"/>
            </a:br>
            <a:r>
              <a:rPr lang="es-ES" sz="7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Hay muchas formas de magnificarte</a:t>
            </a:r>
            <a:br>
              <a:rPr sz="7600"/>
            </a:br>
            <a:r>
              <a:rPr lang="es-ES" sz="7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Pero ahora lo haré así</a:t>
            </a: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60" y="-18000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//Remolineando// celebraré a Jehová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//Remolineando// Me haré más vil por causa de Jehová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//Lara, lara, lara//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360" y="-57600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 </a:t>
            </a: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Sacó mi vida del anonimato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dio corona y vestido real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Así es Jehová que exalta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al pequeño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 causa de Él,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me haré mas vil </a:t>
            </a:r>
            <a:endParaRPr lang="es-ES" sz="7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60" y="-18000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//Remolineando// celebraré a Jehová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//Remolineando// Me haré más vil por causa de Jehová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//Lara, lara, lara//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0680" cy="68389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//El Maestro de Galilea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Está pasando por aquí// Y déjalo que te toque (x3)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recibe la bendición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0680" cy="68389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//Y aquí se siente la presencia de Dios//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//Yo siento el fuego del Espíritu Santo//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siento gozo, yo siento paz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siento el amor que Dios me da 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0680" cy="68389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//Así, así, así se alaba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 Dios//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Levanten las manos todos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Levanten las manos todos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Levanten las manos todos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Así se alaba a Dios 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0680" cy="68389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//Así, así, así se alaba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 Dios//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mucha alegría y gozo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mucha alegría y gozo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mucha alegría y gozo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Así se alaba a Dios 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0680" cy="68389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//Ya llegó, ya llegó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El Espíritu Santo ya llegó//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déjalo que se mueva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déjalo que se mueva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déjalo que se mueva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déjalo que se mueva 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0680" cy="68389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//Como fuego cayendo sobre mi//</a:t>
            </a:r>
            <a:br>
              <a:rPr sz="7800"/>
            </a:b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//Que quema, que quema y quema</a:t>
            </a:r>
            <a:br>
              <a:rPr sz="7800"/>
            </a:b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Que quema, que quema y quema//</a:t>
            </a:r>
            <a:endParaRPr lang="es-ES" sz="7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3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42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MIQUEAS 6:6-8</a:t>
            </a:r>
            <a:br>
              <a:rPr sz="3600"/>
            </a:br>
            <a:r>
              <a:rPr lang="es-E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	</a:t>
            </a:r>
            <a:r>
              <a:rPr lang="es-E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	</a:t>
            </a:r>
            <a:r>
              <a:rPr lang="es-E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	</a:t>
            </a:r>
            <a:r>
              <a:rPr lang="es-E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	</a:t>
            </a:r>
            <a:r>
              <a:rPr lang="es-ES" sz="42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LO QUE PIDE JEHOVÁ</a:t>
            </a:r>
            <a:br>
              <a:rPr sz="3600"/>
            </a:br>
            <a:r>
              <a:rPr lang="es-ES" sz="3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lang="es-ES" sz="38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6</a:t>
            </a:r>
            <a:r>
              <a:rPr lang="es-ES" sz="3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 ¿Con qué me presentaré ante Jehová, y adoraré al Dios Altísimo? ¿Me presentaré ante él con holocaustos, con becerros de un año?</a:t>
            </a:r>
            <a:br>
              <a:rPr sz="3800"/>
            </a:br>
            <a:br>
              <a:rPr sz="3800"/>
            </a:br>
            <a:r>
              <a:rPr lang="es-ES" sz="38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7</a:t>
            </a:r>
            <a:r>
              <a:rPr lang="es-ES" sz="3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 ¿Se agradará Jehová de millares de carneros, o de diez mil arroyos de aceite? ¿Daré mi primogénito por mi rebelión, el fruto de mis entrañas por el pecado de mi alma?</a:t>
            </a:r>
            <a:br>
              <a:rPr sz="3800"/>
            </a:br>
            <a:br>
              <a:rPr sz="3800"/>
            </a:br>
            <a:r>
              <a:rPr lang="es-ES" sz="38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8</a:t>
            </a:r>
            <a:r>
              <a:rPr lang="es-ES" sz="3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 Oh hombre, él te ha declarado lo que es bueno, y qué pide Jehová de ti: solamente hacer justicia, y amar misericordia, y humillarte ante tu Dios.</a:t>
            </a:r>
            <a:r>
              <a:rPr lang="es-ES" sz="36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endParaRPr lang="es-ES" sz="3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080" y="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tal manera me amó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Su vida no escatimó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Hasta el final Él se entregó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a la muerte fue, porque Él me amó 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080" y="-1692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tal manera me amó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no hay forma en que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podré pagar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precio de Su grande amor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Pero toda mi alma quiero dar 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 Su amor, yo viviré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Su amor, yo cantaré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mi Jesús, caminaré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Él me amó a mí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 Su amor, yo viviré</a:t>
            </a: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Su amor, yo cantaré</a:t>
            </a: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mi Jesús, caminaré</a:t>
            </a: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Él murió por mí</a:t>
            </a: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Le seguiré</a:t>
            </a: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Tu fidelidad es grande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Tu fidelidad,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incomparable es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Nadie como Tú,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bendito Dios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Grande es Tu fidelidad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Quiero llenar</a:t>
            </a:r>
            <a:br>
              <a:rPr sz="6300"/>
            </a:b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 trono de alabanza</a:t>
            </a:r>
            <a:endParaRPr lang="es-E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Quiero llenar</a:t>
            </a:r>
            <a:br>
              <a:rPr sz="6300"/>
            </a:b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 trono de adoración</a:t>
            </a:r>
            <a:endParaRPr lang="es-E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Quiero adorar, postrarme en Tu presencia</a:t>
            </a:r>
            <a:endParaRPr lang="es-E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proclamarte Señor</a:t>
            </a:r>
            <a:endParaRPr lang="es-E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Tu fidelidad es grande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Tu fidelidad,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incomparable es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Nadie como Tú,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bendito Dios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Grande es Tu fidelidad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mis labios y mi vida</a:t>
            </a: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//Te alabo, Señor//</a:t>
            </a: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mis labios y mi vida</a:t>
            </a: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alabo bendito Jesús</a:t>
            </a: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Tú has sido</a:t>
            </a:r>
            <a:br>
              <a:rPr sz="10700"/>
            </a:br>
            <a:r>
              <a:rPr lang="es-ES" sz="10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Precioso para mi</a:t>
            </a:r>
            <a:br>
              <a:rPr sz="10700"/>
            </a:br>
            <a:r>
              <a:rPr lang="es-ES" sz="10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Precioso para mi</a:t>
            </a:r>
            <a:br>
              <a:rPr sz="10700"/>
            </a:br>
            <a:r>
              <a:rPr lang="es-ES" sz="10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Precioso para mi</a:t>
            </a:r>
            <a:endParaRPr lang="es-ES" sz="10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//Jesús, haz</a:t>
            </a:r>
            <a:br>
              <a:rPr sz="12000"/>
            </a:br>
            <a:r>
              <a:rPr lang="es-ES" sz="1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mi carácter</a:t>
            </a:r>
            <a:endParaRPr lang="es-ES" sz="12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Más como el tuyo</a:t>
            </a:r>
            <a:endParaRPr lang="es-ES" sz="12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Yo quiero ser//</a:t>
            </a:r>
            <a:endParaRPr lang="es-ES" sz="12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Porque en esta vida</a:t>
            </a:r>
            <a:br>
              <a:rPr sz="8700"/>
            </a:br>
            <a:r>
              <a:rPr lang="es-ES" sz="8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Hay cosas que pasan</a:t>
            </a:r>
            <a:br>
              <a:rPr sz="8700"/>
            </a:br>
            <a:r>
              <a:rPr lang="es-ES" sz="8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Que yo no entiendo</a:t>
            </a:r>
            <a:br>
              <a:rPr sz="8700"/>
            </a:br>
            <a:r>
              <a:rPr lang="es-ES" sz="8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Porque yo quiero demostrar tu amor</a:t>
            </a:r>
            <a:br>
              <a:rPr sz="8700"/>
            </a:br>
            <a:r>
              <a:rPr lang="es-ES" sz="8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 cada instante </a:t>
            </a:r>
            <a:endParaRPr lang="es-ES" sz="8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Hazme hacer tu voluntad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Y morir a mi viejo hombre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Haz mi carácter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Más como el tuyo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Yo quiero ser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11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Esperar en ti</a:t>
            </a:r>
            <a:endParaRPr lang="es-ES" sz="111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11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Difícil sé que es</a:t>
            </a:r>
            <a:endParaRPr lang="es-ES" sz="111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11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 mente dice no</a:t>
            </a:r>
            <a:endParaRPr lang="es-ES" sz="111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11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es posible</a:t>
            </a:r>
            <a:endParaRPr lang="es-ES" sz="111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99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Pero mi corazón</a:t>
            </a:r>
            <a:endParaRPr lang="es-ES" sz="899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99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Confiado está en ti</a:t>
            </a:r>
            <a:endParaRPr lang="es-ES" sz="899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99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Tú siempre has</a:t>
            </a:r>
            <a:br>
              <a:rPr sz="8990"/>
            </a:br>
            <a:r>
              <a:rPr lang="es-ES" sz="899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sido fiel</a:t>
            </a:r>
            <a:endParaRPr lang="es-ES" sz="899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99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Me has sostenido</a:t>
            </a:r>
            <a:endParaRPr lang="es-ES" sz="899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esperaré pacientemente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Aunque la duda me atormente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Yo no confío con la mente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Lo hago con el corazón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esperaré en la tormenta</a:t>
            </a:r>
            <a:br>
              <a:rPr sz="7600"/>
            </a:br>
            <a:r>
              <a:rPr lang="es-ES" sz="7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Aunque tardaré</a:t>
            </a:r>
            <a:br>
              <a:rPr sz="7600"/>
            </a:br>
            <a:r>
              <a:rPr lang="es-ES" sz="7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 respuesta</a:t>
            </a:r>
            <a:br>
              <a:rPr sz="7600"/>
            </a:br>
            <a:r>
              <a:rPr lang="es-ES" sz="7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Yo confiare en</a:t>
            </a:r>
            <a:br>
              <a:rPr sz="7600"/>
            </a:br>
            <a:r>
              <a:rPr lang="es-ES" sz="7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 providencia</a:t>
            </a:r>
            <a:br>
              <a:rPr sz="7600"/>
            </a:br>
            <a:r>
              <a:rPr lang="es-ES" sz="7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Tú siempre tienes el control </a:t>
            </a:r>
            <a:endParaRPr lang="es-ES" sz="7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 decidiera negar mi fe</a:t>
            </a:r>
            <a:endParaRPr lang="es-ES" sz="9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Y no confiar nunca más en Él</a:t>
            </a:r>
            <a:endParaRPr lang="es-ES" sz="9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No tengo a dónde ir</a:t>
            </a:r>
            <a:endParaRPr lang="es-ES" sz="9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 despreciara</a:t>
            </a:r>
            <a:br>
              <a:rPr sz="9200"/>
            </a:br>
            <a:r>
              <a:rPr lang="es-ES" sz="9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en mi corazón</a:t>
            </a:r>
            <a:endParaRPr lang="es-ES" sz="9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La santa gracia</a:t>
            </a:r>
            <a:br>
              <a:rPr sz="9200"/>
            </a:br>
            <a:r>
              <a:rPr lang="es-ES" sz="9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que me salvó</a:t>
            </a:r>
            <a:endParaRPr lang="es-ES" sz="9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No tengo a dónde ir</a:t>
            </a:r>
            <a:endParaRPr lang="es-ES" sz="9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Convencido estoy que</a:t>
            </a:r>
            <a:br>
              <a:rPr sz="7800"/>
            </a:br>
            <a:r>
              <a:rPr lang="es-ES" sz="7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sin tu amor</a:t>
            </a:r>
            <a:endParaRPr lang="es-ES" sz="7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 acabarían mis</a:t>
            </a:r>
            <a:br>
              <a:rPr sz="7800"/>
            </a:br>
            <a:r>
              <a:rPr lang="es-ES" sz="7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fuerzas y</a:t>
            </a:r>
            <a:endParaRPr lang="es-ES" sz="7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Sin Ti mi corazón sediento se muere, se seca</a:t>
            </a:r>
            <a:endParaRPr lang="es-ES" sz="7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Cerca de Tiii yo quiero estar</a:t>
            </a:r>
            <a:endParaRPr lang="es-ES" sz="6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De Tu presencia no</a:t>
            </a:r>
            <a:br>
              <a:rPr sz="6400"/>
            </a:br>
            <a:r>
              <a:rPr lang="es-ES" sz="6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me quiero alejar</a:t>
            </a:r>
            <a:endParaRPr lang="es-ES" sz="6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Cerca de ti Jesús yo quiero estar</a:t>
            </a:r>
            <a:endParaRPr lang="es-ES" sz="6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De Tu presencia no</a:t>
            </a:r>
            <a:br>
              <a:rPr sz="6400"/>
            </a:br>
            <a:r>
              <a:rPr lang="es-ES" sz="6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me quiero alejar</a:t>
            </a:r>
            <a:endParaRPr lang="es-ES" sz="6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Aunque mis ojos</a:t>
            </a:r>
            <a:endParaRPr lang="es-ES" sz="10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te puedan ver, te puedo sentir</a:t>
            </a:r>
            <a:endParaRPr lang="es-ES" sz="10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Sé que estás aquí</a:t>
            </a:r>
            <a:endParaRPr lang="es-ES" sz="10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Aunque mis manos</a:t>
            </a:r>
            <a:endParaRPr lang="es-ES" sz="10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pueden tocar tu rostro, Señor</a:t>
            </a:r>
            <a:endParaRPr lang="es-ES" sz="10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Sé que estás aquí</a:t>
            </a:r>
            <a:endParaRPr lang="es-ES" sz="10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 corazón, puede sentir tu presencia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Tú estás aquí, tú estás aquí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Puedo sentir, tu majestad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Tú estás aquí, tú estás aquí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 corazón, puede mirar tu hermosura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Tú estás aquí, tú estás aquí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Puedo sentir, tu gran amor</a:t>
            </a:r>
            <a:br>
              <a:rPr sz="7500"/>
            </a:b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Tú estás aquí (x 4)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 Tus pies, arde mi corazón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 Tus pies, entrego</a:t>
            </a:r>
            <a:br>
              <a:rPr sz="7500"/>
            </a:b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lo que soy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Ese lugar de mi seguridad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Donde nadie me puede señalar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Me perdonaste</a:t>
            </a:r>
            <a:br>
              <a:rPr sz="8700"/>
            </a:br>
            <a:r>
              <a:rPr lang="es-ES" sz="8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Me acercaste a Tu presencia</a:t>
            </a:r>
            <a:br>
              <a:rPr sz="8700"/>
            </a:br>
            <a:r>
              <a:rPr lang="es-ES" sz="8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Me levantaste</a:t>
            </a:r>
            <a:br>
              <a:rPr sz="8700"/>
            </a:br>
            <a:r>
              <a:rPr lang="es-ES" sz="8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Hoy me postro a adorarte </a:t>
            </a:r>
            <a:endParaRPr lang="es-ES" sz="8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//No hay lugar más alto,</a:t>
            </a:r>
            <a:br>
              <a:rPr sz="7500"/>
            </a:b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más grande</a:t>
            </a:r>
            <a:br>
              <a:rPr sz="7500"/>
            </a:b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Que estar a Tus pies,</a:t>
            </a:r>
            <a:br>
              <a:rPr sz="7500"/>
            </a:b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que estar a Tus pies//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Y aquí permaneceré</a:t>
            </a:r>
            <a:br>
              <a:rPr sz="10400"/>
            </a:br>
            <a:r>
              <a:rPr lang="es-ES" sz="10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Postrado a Tus pies</a:t>
            </a:r>
            <a:br>
              <a:rPr sz="10400"/>
            </a:br>
            <a:r>
              <a:rPr lang="es-ES" sz="10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Y aquí permaneceré</a:t>
            </a:r>
            <a:br>
              <a:rPr sz="10400"/>
            </a:br>
            <a:r>
              <a:rPr lang="es-ES" sz="10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 los pies de Cristo </a:t>
            </a:r>
            <a:endParaRPr lang="es-ES" sz="10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//Oh moradora de Sión alaba a Jehová</a:t>
            </a:r>
            <a:r>
              <a:rPr lang="es-ES" sz="8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Grandes son sus maravillas//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Sobre los montes y collados a mi amado buscaré</a:t>
            </a:r>
            <a:r>
              <a:rPr lang="es-ES" sz="72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Grande es su hermosura</a:t>
            </a:r>
            <a:r>
              <a:rPr lang="es-ES" sz="72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al estar en su presencia gozoso danzaré</a:t>
            </a:r>
            <a:r>
              <a:rPr lang="es-ES" sz="72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Al Señor alabaré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//Oh moradora de Sión alaba a Jehová</a:t>
            </a:r>
            <a:r>
              <a:rPr lang="es-ES" sz="8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Microsoft YaHei"/>
              </a:rPr>
              <a:t> 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Grandes son sus maravillas//</a:t>
            </a:r>
            <a:r>
              <a:rPr lang="es-ES" sz="8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Microsoft YaHei"/>
              </a:rPr>
              <a:t> 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//Grandes son sus maravillas//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//Grande es Jehová</a:t>
            </a:r>
            <a:r>
              <a:rPr lang="es-ES" sz="8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Digno de alabar//</a:t>
            </a:r>
            <a:r>
              <a:rPr lang="es-ES" sz="8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Digno de alabar (x2)</a:t>
            </a:r>
            <a:r>
              <a:rPr lang="es-ES" sz="8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8000"/>
            </a:br>
            <a:r>
              <a:rPr lang="es-ES" sz="8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//Tú eres grande Jehová</a:t>
            </a:r>
            <a:r>
              <a:rPr lang="es-ES" sz="8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Grande es tu nombre//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Application>LibreOffice/26.2.3.2$Windows_X86_64 LibreOffice_project/70e089b17412e4cb7773e41413306b17a2328c34</Application>
  <AppVersion>15.0000</AppVersion>
  <Words>772</Words>
  <Paragraphs>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2025-01-15T22:53:03Z</dcterms:created>
  <dc:creator>Andrés Windows</dc:creator>
  <dc:description/>
  <dc:language>es-CO</dc:language>
  <cp:lastModifiedBy/>
  <dcterms:modified xsi:type="dcterms:W3CDTF">2026-06-07T07:31:49Z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28</vt:i4>
  </property>
</Properties>
</file>