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DEB2E8-D04C-4833-9B81-CFF471E3BCB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BAF6BD-076A-4425-849F-044FDA561A4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9F9391-98C6-42DD-A88F-F70A1041B7D0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846DD0-9760-4D52-9DF3-8DD661895D6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C51A56-207A-4C62-9385-95D10402A2E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B9B6A1-BBF4-4721-9B31-6266241C489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E5C10B-3928-46F1-964A-91D490BC106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5D6D94-0E4C-4313-B6BA-30559D2B003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01506F-5B07-41E4-AE96-A7228857CCF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42539DA-3B28-4480-897E-48554895E44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0FECAD-7BBA-418A-A064-5C27DC87136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1159B76A-31FA-4BDE-BA6A-B9BA7FFC6F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C25D5C-7F3E-41B7-B5D5-C97A154BB3C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//El Maestro de Galilea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pasando por aquí// Y déjalo que te toque (x3)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recibe la bendición 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 aquí se siente la presencia de Dios//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//Yo siento el fuego del Espíritu Santo//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gozo, yo siento paz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el amor que Dios me da 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Levanten las manos todos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//Así, así, así se alaba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 Dios//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mucha alegría y gozo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Así se alaba a Dios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//Ya llegó, ya llegó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El Espíritu Santo ya llegó//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Y déjalo que se mueva </a:t>
            </a:r>
            <a:endParaRPr lang="es-ES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0" y="-216000"/>
            <a:ext cx="12190320" cy="68385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//Como fuego cayendo sobre mi//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//Que quema, que quema y quema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Microsoft YaHei"/>
              </a:rPr>
              <a:t>Que quema, que quema y quema//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-14436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QUE YO QUIERO SERVIRTE CON AMOR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-57924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 JESÚS ERES MI VIDA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 JESÚS ERES MI AMOR</a:t>
            </a:r>
            <a:endParaRPr lang="es-CO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00520" y="-738000"/>
            <a:ext cx="1179072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/SALVASTE MI ALMA PERDIDA</a:t>
            </a:r>
            <a:br>
              <a:rPr sz="9000"/>
            </a:b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POR ESO TE ALABO CON EL CORAZÓN /</a:t>
            </a:r>
            <a:endParaRPr lang="es-CO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723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DE LA CREACIÓN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PODEROSO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DIOS FUERTE, LA ROCA ETERNA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TÚ DIOS, TÚ SANADOR</a:t>
            </a:r>
            <a:endParaRPr lang="es-CO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29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EL GRAN YO SOY, EL DIOS DE ABRAHAM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JEHOVÁ SHALOM, EL DIOS DE PAZ Y AMOR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DIOS DE ISRAEL, TU REY ETERNO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TU DIOS, TÚ SANADOR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136440"/>
            <a:ext cx="119829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//CANTA ALELUYA,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CANTA ALELUYA //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DIOS PODEROSO, EL ES JEHOVÁ, TÚ DIOS, TÚ SANADOR</a:t>
            </a:r>
            <a:endParaRPr lang="es-CO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9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TÚ PROVEEDOR, JEHOVÁ JIREH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DIOS DE SALVACIÓN, ES EL MESÍAS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ENTRE NOSOTROS TESTIFICÓ DE ÉL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 JEHOVÁ, TÚ DIOS, TÚ SALVADOR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3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//CON MI DIOS YO SALTARÉ LOS MUROS,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CON MI DIOS EJÉRCITOS DERRIBARÉ//</a:t>
            </a:r>
            <a:endParaRPr lang="es-CO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74304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ADIESTRA MIS MANOS PARA LA BATALLA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PUEDO TOMAR CON MIS MANOS EL ARCO DE BRONCE.</a:t>
            </a:r>
            <a:br>
              <a:rPr sz="5400"/>
            </a:br>
            <a:endParaRPr lang="es-CO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9540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ESCUDO, LA ROCA MÍA,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LA FUERZA DE MI SALVACIÓN.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ALTO REFUGIO, MI FORTALEZA,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ÉL ES MI LIBERTADOR</a:t>
            </a:r>
            <a:endParaRPr lang="es-CO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-6267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CUANDO EL PUEBLO DEL SEÑOR ALABA A DIOS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//SUCEDEN COSAS//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MARAVILLOSAS.</a:t>
            </a:r>
            <a:endParaRPr lang="es-CO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121608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//HAY SANIDAD, LIBERACIÓN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DESCIENDE EL FUEGO BAJA LA UNCIÓN//.</a:t>
            </a:r>
            <a:br>
              <a:rPr sz="5900"/>
            </a:br>
            <a:br>
              <a:rPr sz="5900"/>
            </a:br>
            <a:endParaRPr lang="es-CO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145980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 ES EL SEÑOR MARAVILLOSOS SUS PRODIGIOS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EN LA FUERZA DE SU MANO HAY PODER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PARA VENCER</a:t>
            </a:r>
            <a:br>
              <a:rPr sz="5900"/>
            </a:br>
            <a:br>
              <a:rPr sz="5900"/>
            </a:br>
            <a:endParaRPr lang="es-CO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171864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UN RÍO DE ALABANZA DARÉ Y SOLO ANTE ÉL DANZARÉ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PUES HA CAMBIADO MI LAMENTO EN BAILE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GRANDE ES EL SEÑOR</a:t>
            </a:r>
            <a:br>
              <a:rPr sz="5900"/>
            </a:br>
            <a:br>
              <a:rPr sz="5900"/>
            </a:br>
            <a:endParaRPr lang="es-CO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-245520"/>
            <a:ext cx="12191760" cy="685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CON ELLOS LAS CADENAS.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br>
              <a:rPr sz="8000"/>
            </a:br>
            <a:r>
              <a:rPr lang="pt-BR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LOS MUROS CAEN</a:t>
            </a:r>
            <a:endParaRPr lang="es-CO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-19044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DERRUMBA LA FORTALEZA.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SEÑOR ENTREGÓ EN MIS MANOS JERICÓ GRITA. HEY!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TOCAD LA TROMPETA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GRITA. ¡HEY!</a:t>
            </a:r>
            <a:br>
              <a:rPr sz="6700"/>
            </a:br>
            <a:r>
              <a:rPr lang="es-ES" sz="67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TOCAD LA TROMPETA. //</a:t>
            </a:r>
            <a:endParaRPr lang="es-CO" sz="67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ESPÍRITU DE DIOS ESTÁ EN ESTE LUGAR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ESPÍRITU DE DIOS SE MUEVE EN ESTE LUGAR</a:t>
            </a:r>
            <a:endParaRPr lang="es-CO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3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AQUÍ PARA CONSOLAR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AQUÍ PARA LIBERAR 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ESTÁ AQUÍ PARA GUIAR, EL ESPÍRITU DE DIOS ESTÁ AQUÍ</a:t>
            </a:r>
            <a:endParaRPr lang="es-CO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36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 EN MÍ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 EN MÍ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TOCA MI MENTE, MI CORAZÓN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LLENA MI VIDA DE TU AMOR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 EN MÍ </a:t>
            </a:r>
            <a:br>
              <a:rPr sz="6200"/>
            </a:br>
            <a:r>
              <a:rPr lang="es-ES" sz="6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SANTO ESPÍRITU, MUÉVETE EN MÍ</a:t>
            </a:r>
            <a:endParaRPr lang="es-CO" sz="6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3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44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Santiago 4:6-10</a:t>
            </a:r>
            <a:br>
              <a:rPr sz="4000"/>
            </a:br>
            <a:br>
              <a:rPr sz="4000"/>
            </a:br>
            <a:r>
              <a:rPr lang="es-ES" sz="4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</a:t>
            </a:r>
            <a:r>
              <a:rPr lang="es-ES" sz="4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6</a:t>
            </a:r>
            <a:r>
              <a:rPr lang="es-ES" sz="4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Pero él da mayor gracia. Por esto dice: Dios resiste a los soberbios, y da gracia a los humildes.</a:t>
            </a:r>
            <a:br>
              <a:rPr sz="4000"/>
            </a:br>
            <a:r>
              <a:rPr lang="es-ES" sz="4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7</a:t>
            </a:r>
            <a:r>
              <a:rPr lang="es-ES" sz="4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Someteos, pues, a Dios; resistid al diablo, y huirá de vosotros.</a:t>
            </a:r>
            <a:br>
              <a:rPr sz="4000"/>
            </a:br>
            <a:r>
              <a:rPr lang="es-ES" sz="4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8</a:t>
            </a:r>
            <a:r>
              <a:rPr lang="es-ES" sz="4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Acercaos a Dios, y él se acercará a vosotros. Pecadores, limpiad las manos; y vosotros los de doble ánimo, purificad vuestros corazones.</a:t>
            </a:r>
            <a:br>
              <a:rPr sz="4000"/>
            </a:br>
            <a:r>
              <a:rPr lang="es-ES" sz="4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9</a:t>
            </a:r>
            <a:r>
              <a:rPr lang="es-ES" sz="4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Afligíos, y lamentad, y llorad. Vuestra risa se convierta en lloro, y vuestro gozo en tristeza.</a:t>
            </a:r>
            <a:br>
              <a:rPr sz="4000"/>
            </a:br>
            <a:r>
              <a:rPr lang="es-ES" sz="40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10</a:t>
            </a:r>
            <a:r>
              <a:rPr lang="es-ES" sz="4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Humillaos delante del Señor, y él os exaltará. </a:t>
            </a:r>
            <a:endParaRPr lang="es-ES" sz="4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4400" y="188640"/>
            <a:ext cx="11982960" cy="654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ME HAS TOMADO EN TUS BRAZOS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ME HAS DADO SALVACIÓN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TU AMOR HAS DERRAMADO</a:t>
            </a:r>
            <a:br>
              <a:rPr sz="6800"/>
            </a:br>
            <a:r>
              <a:rPr lang="es-ES" sz="6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MI CORAZÓN</a:t>
            </a:r>
            <a:endParaRPr lang="es-CO" sz="6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4400" y="-176400"/>
            <a:ext cx="11982960" cy="654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 SABRÉ AGRADECERTE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LO QUE HAS HECHO TU POR MÍ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PUEDO DARTE AHORA MI CANCIÓN</a:t>
            </a:r>
            <a:endParaRPr lang="es-CO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04400" y="156240"/>
            <a:ext cx="11982960" cy="654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 LA CRUZ DISTE TU VIDA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ENTREGASTE TODO AHÍ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VIDA ETERNA REGALASTE</a:t>
            </a:r>
            <a:br>
              <a:rPr sz="7500"/>
            </a:br>
            <a:r>
              <a:rPr lang="es-ES" sz="7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 MORIR</a:t>
            </a:r>
            <a:endParaRPr lang="es-CO" sz="7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4400" y="312840"/>
            <a:ext cx="11982960" cy="654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 TU SANGRE TENGO ENTRADA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ANTE EL TRONO CELESTIAL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PUEDO ENTRAR CONFIADAMENTE</a:t>
            </a:r>
            <a:br>
              <a:rPr sz="7000"/>
            </a:br>
            <a:r>
              <a:rPr lang="es-ES" sz="7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ANTE TI</a:t>
            </a:r>
            <a:endParaRPr lang="es-CO" sz="7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SEÑOR TU ERES MI LUZ Y MI SALVACIÓN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SEÑOR TU ERES LA FUERZA DE MI POBRE CORAZON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CONFIARÉ ETERNAMENTE EN TI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EN TUS BRAZOS DESCANSARÉ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-112320"/>
            <a:ext cx="12191760" cy="68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ALABARÉ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EXALTARÉ OH DIOS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CANCIÓN ALZARÉ, Y EN TI ESPERARÉ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ALABARÉ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TE EXALTARÉ OH DIOS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CANCIÓN ALZARÉ, Y EN TI...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ESPERARÉ</a:t>
            </a:r>
            <a:endParaRPr lang="es-CO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96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CO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4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del mundo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el sol de justicia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nunca deja de brillar </a:t>
            </a:r>
            <a:endParaRPr lang="es-CO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4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Cristo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no avergüenza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luz nunca condena</a:t>
            </a:r>
            <a:br>
              <a:rPr sz="8800"/>
            </a:b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Solo muestra tu gloria </a:t>
            </a:r>
            <a:endParaRPr lang="es-CO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4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Esta generación se expone a tu luz</a:t>
            </a:r>
            <a:br>
              <a:rPr sz="10560"/>
            </a:br>
            <a:r>
              <a:rPr lang="es-ES" sz="1056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 cada nación responde a tu voz </a:t>
            </a:r>
            <a:endParaRPr lang="es-CO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4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en este lugar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todo se ordena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hágase tu voluntad </a:t>
            </a:r>
            <a:endParaRPr lang="es-CO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982960" cy="6858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1685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//OHH OHH OHH OHH//</a:t>
            </a:r>
            <a:endParaRPr lang="es-CO" sz="168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4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//Todo se ilumina cuando tú estas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Todo se ordena, todo se transforma//</a:t>
            </a:r>
            <a:r>
              <a:rPr lang="es-ES" sz="8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CO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4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que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alumbra mi vida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que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el mundo ilumina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Eres la luz yo amo hacer tu voluntad </a:t>
            </a:r>
            <a:endParaRPr lang="es-CO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4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en este lugar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todo se ordena</a:t>
            </a:r>
            <a:br>
              <a:rPr sz="8500"/>
            </a:br>
            <a:r>
              <a:rPr lang="es-ES" sz="85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Sea la luz y hágase tu voluntad </a:t>
            </a:r>
            <a:endParaRPr lang="es-CO" sz="8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Application>LibreOffice/26.2.3.2$Windows_X86_64 LibreOffice_project/70e089b17412e4cb7773e41413306b17a2328c34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2026-06-17T14:27:23Z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