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0" r:id="rId5"/>
    <p:sldId id="259" r:id="rId6"/>
    <p:sldId id="262" r:id="rId7"/>
    <p:sldId id="260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1" r:id="rId16"/>
    <p:sldId id="275" r:id="rId17"/>
    <p:sldId id="276" r:id="rId18"/>
    <p:sldId id="279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43174-F63E-4DED-83D2-6DE4667AAAF0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C8F90-BD6E-4411-AFA1-95979F5B58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446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C8F90-BD6E-4411-AFA1-95979F5B5852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6845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C8F90-BD6E-4411-AFA1-95979F5B5852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5899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474D-1356-156E-BEDC-55AF23FF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6C88E2-A3D8-7432-327B-5EDEAFD4F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E523BC-D6E8-5233-528F-5ADFB5655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4B0BBE-9D58-AE89-9F70-6C3216CFE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C8F90-BD6E-4411-AFA1-95979F5B5852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754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F2209-0D31-08A9-735A-6BC506AA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89B70E-B09F-F68C-1F49-DDC2A7733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3AB50F-0C2C-ACF9-BBB9-68D47AFF4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69DC7A-BBA9-3C34-EF26-42DD63CA6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C8F90-BD6E-4411-AFA1-95979F5B5852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0761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RECORDARÉ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AQUELLA CRUZ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DONDE SANGRÓ Y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MURIÓ JESÚS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HERIDAS QUE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MÍ SUFRIÓ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CRUCIFICADO SALVADOR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6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6569"/>
            <a:ext cx="12192000" cy="6858000"/>
          </a:xfrm>
        </p:spPr>
        <p:txBody>
          <a:bodyPr>
            <a:noAutofit/>
          </a:bodyPr>
          <a:lstStyle/>
          <a:p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 CUERPO ENVUELTO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DOLOR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EL SEPULCRO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REPOSÓ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EN SOLEDAD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ÉL SE QUEDÓ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JESÚS, MESÍAS, EL SEÑOR</a:t>
            </a:r>
            <a:endParaRPr lang="es-CO" sz="6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0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2F317-F42F-73CA-9297-0407F3F6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3E504-6560-2B6A-0B0A-86A0B53E9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60421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ALABARÉ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 SEÑOR, MI DIOS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NOMBRE YO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PROCLAMARÉ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ETERNAMENTE TE CANTARÉ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</a:t>
            </a: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 MI DIOS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23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29202-4334-B309-B472-A96633D9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73FC5-2574-FDF4-6EC8-B01A9036E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PERO AL TERCER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AMANECER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 GRAN ESTRUENDO SE ESCUCHÓ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¿DÓNDE ESTÁ, MUERTE, TU AGUIJÓN?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JESÚS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RESUCITÓ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06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PROCLAMAMOS TU GRANDEZA, MI SEÑOR!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EXALTAMOS TU PRESENCIA, MI SALVADOR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</a:t>
            </a:r>
            <a:r>
              <a:rPr lang="es-ES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</a:t>
            </a: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TU CREACIÓN, TE DA GLORIA Y HONOR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SON GRANDES TUS MARAVILLAS, OH SEÑOR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35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EXALTAMOS TU VICTORIA, OH JESÚS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PROCLAMAMOS TODA GLORIA REY Y LUZ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</a:t>
            </a:r>
            <a:r>
              <a:rPr lang="es-ES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</a:t>
            </a: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TU CREACIÓN, TE DA GLORIA Y HONOR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SON GRANDES TUS MARAVILLAS OH SEÑOR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5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F8D86-CC95-278B-ECB3-F8FFF1A0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8D5E-B65B-0EC2-79E1-B7C159C48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HICISTE LOS CIELOS Y LA TIERRA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MAR Y TODO LO QUE EN ELLOS HAY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LIBERTAS LOS CAUTIVOS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LEVANTAS AL CAÍDO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REINARAS POR TODA LA ETERNIDAD.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... MI JESÚS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71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031E6-7B0D-B8B0-3F44-2C818EE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207D7-E09F-C3E2-1C18-994DFC692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TÚ, VICTORIOSO SALVADOR DIGNO DE ADORACIÓN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VENCISTE A LA MUERTE EN LA CRUZ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TU LLAGA SANO (SALVO) SOY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8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D1E0-9A8C-24C8-0EA4-5F07EF34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3131B-641F-8714-8A55-17D8058D6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155032"/>
            <a:ext cx="11983453" cy="6858000"/>
          </a:xfrm>
        </p:spPr>
        <p:txBody>
          <a:bodyPr>
            <a:noAutofit/>
          </a:bodyPr>
          <a:lstStyle/>
          <a:p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NO DAREMOS GLORIA A NADIE MÁS</a:t>
            </a:r>
            <a:b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JESUCRISTO HAS VENIDO A LIBERTAR</a:t>
            </a:r>
            <a:endParaRPr lang="es-CO" sz="7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019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3889A-9C10-77BF-D3FB-29120B10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DAF7C-E2F3-9CE9-459A-40353C7B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631" y="-184484"/>
            <a:ext cx="11710737" cy="6858000"/>
          </a:xfrm>
        </p:spPr>
        <p:txBody>
          <a:bodyPr>
            <a:noAutofit/>
          </a:bodyPr>
          <a:lstStyle/>
          <a:p>
            <a: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SOY SANO, SOY LIBRE EN JESÚS</a:t>
            </a:r>
            <a:b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FUE ALLÁ EN AQUELLA CRUZ QUE ÉL VENCIÓ LA ENFERMEDAD</a:t>
            </a:r>
            <a:b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ÉL SEA LA GLORIA Y EL PODER</a:t>
            </a:r>
            <a:b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HA TOCADO CON SU MANO, HE RECIBIDO SANIDAD (SANTIDAD)</a:t>
            </a:r>
            <a:endParaRPr lang="es-CO" sz="5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86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29390"/>
            <a:ext cx="12192000" cy="6858000"/>
          </a:xfrm>
        </p:spPr>
        <p:txBody>
          <a:bodyPr>
            <a:noAutofit/>
          </a:bodyPr>
          <a:lstStyle/>
          <a:p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HE AQUÍ YO ESTOY A TU PUERTA HOY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ÁBREME QUE QUIERO ENTRAR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DULCEMENTE ME DIJO EL SEÑOR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HE AQUÍ YO ESTOY A TU PUERTA HOY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ÁBREME QUE QUIERO ENTRAR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DULCEMENTE ME DIJO EL SEÑOR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9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625642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ESCUCHÉ SU VOZ, HOY EN MI INTERIOR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LE ABRÍ POR ENTERO LAS PUERTAS DE MI CORAZÓN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59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89335-27ED-67A3-E003-5EAEF5C6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C034D-846F-3F1F-5BEC-AB9D21B5B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802105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ALELUYA, CRISTO ES MI SEÑOR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ALELUYA, GLORIA A DIOS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ALELUYA, CRISTO ES MI SEÑOR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ALELUYA, GLORIA A DIOS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81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14F6C-26B4-3055-43B7-2E8EA3E3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431E5-1D92-A9A8-BF20-9997B988D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24589"/>
            <a:ext cx="12192000" cy="6858000"/>
          </a:xfrm>
        </p:spPr>
        <p:txBody>
          <a:bodyPr>
            <a:noAutofit/>
          </a:bodyPr>
          <a:lstStyle/>
          <a:p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HE AQUÍ YO ESTOY A TU PUERTA HOY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ÁBREME QUE QUIERO ENTRAR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DULCEMENTE ME DIJO EL SEÑOR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HE AQUÍ YO ESTOY A TU PUERTA HOY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ÁBREME QUE QUIERO ENTRAR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DULCEMENTE ME DIJO EL SEÑOR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87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2785F-F5CC-EB14-2B6E-3DFA76E4C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C15E5-334B-3C75-6E26-436CE9BC3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24589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ESCUCHÉ SU VOZ, HOY EN MI INTERIOR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ESE DÍA CENAMOS LOS DOS Y SU PAZ ME DEJÓ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918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FBA24-A33B-A9F4-7539-10888B52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20427-EDB0-0B6D-B86D-7A37D95F5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60948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//ESTAMOS DE FIESTA CON JESÚS, AL CIELO QUEREMOS IR Y TODOS REUNIDOS EN LA MESA ES CRISTO QUIEN VA A SERVIR//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85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57128-F9D9-79D7-3B68-EB87057B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0C811-6B89-FEA6-BD51-CA1E3C291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1893"/>
            <a:ext cx="12192000" cy="6858000"/>
          </a:xfrm>
        </p:spPr>
        <p:txBody>
          <a:bodyPr>
            <a:no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//PODEROSO ES NUESTRO DIOS, PODEROSO ES NUESTRO DIOS//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431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B313A-5F65-01D5-5348-878AF1ED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685A5-166B-7CC8-B068-550742D62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99410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//ÉL SANA, ÉL SALVA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PODEROSO ES NUESTRO DIOS//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//PODEROSO ES NUESTRO DIOS, PODEROSO ES NUESTRO DIOS//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100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2560D-C5B9-9323-4CFB-AC21388F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0C160-E2D1-0165-2505-22B900B32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81263"/>
            <a:ext cx="12192000" cy="6858000"/>
          </a:xfrm>
        </p:spPr>
        <p:txBody>
          <a:bodyPr>
            <a:noAutofit/>
          </a:bodyPr>
          <a:lstStyle/>
          <a:p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LA GRACIA DEL SEÑOR</a:t>
            </a:r>
            <a:b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HOY TENGO SALVACIÓN</a:t>
            </a:r>
            <a:b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PUES LA GRACIA Y EL PODER</a:t>
            </a:r>
            <a:b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SON DE DIOS, NUESTRO SEÑOR</a:t>
            </a:r>
            <a:b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//GOCÉMONOS Y ALEGRÉMONOS</a:t>
            </a:r>
            <a:b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DÉMOSLE GLORIA EN LA IGLESIA AL SEÑOR//</a:t>
            </a:r>
            <a:endParaRPr lang="es-CO" sz="5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113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3F7F0-F073-BDE5-701C-45BE85CA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DE5F4-2A58-DB08-53E6-F35475C9C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JESUCRISTO ES MI PASTOR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 PODEROSO Y REINA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REY DE REYES, EL SEÑOR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 EL CORDERO DE DIOS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//GOCÉMONOS Y ALEGRÉMONOS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DÉMOSLE GLORIA EN LA IGLESIA AL SEÑOR//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295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244C9-0274-2F18-3159-EE91E349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1D3E3-1D86-6193-23EA-6E9713476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6274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ACEPTÉ A MI CRISTO COMO MI SALVADOR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PRONTO TODO CAMBIÓ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VIDA DE PECADO POR SIEMPRE TERMINÓ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 ESPÍRITU JESÚS ME DIO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272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5A3C7-6957-5257-9934-EAFA2FCD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75036-65C9-6B87-5680-4125071B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PODER, MARAVILLOSO PODER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GOZO SIENTO YO EN MI SER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SIENTO EL PODER DEL DÍA DE PENTECOSTÉS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PODER, MARAVILLOSO PODER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942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13ACE-4069-38C3-3E6C-31D23A02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A13DC-3926-CFDC-5DE9-A4468D587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77039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ANDUVE POR EL MUNDO CON UN VACÍO EN MI ALMA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JESÚS LO VINO A LLENAR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AHORA VIVO ALEGRE Y TENGO LA ESPERANZA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SIEMPRE CON ÉL ESTAR</a:t>
            </a: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664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336FB-EF38-2819-51D8-77F54CA4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0F279-9E48-B4B1-860C-46985A945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77039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DIOS DIJO A NICODEMO QUE AL REINO DE LOS CIELOS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NADIE PODÍA ENTRAR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ES NECESARIO VOLVER A NACER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 NECESITAS DEL PODER.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76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51799-17D2-9313-639E-AFEC9DE88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B4E51-95DA-D3AA-5E13-A1021752A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HASTA QUE ÉL VENGA SONARÁ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 MELODÍA DEL CLAMOR DE TU IGLESIA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JESÚS, ¡REGRESA!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HASTA QUE ÉL VENGA SUBIRÁ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 ADORACIÓN DE LOS QUE ANHELAN TU BELLEZA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JESÚS, ¡REGRESA!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08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CB51E-B793-F41A-E2AA-20583590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35EA4-68F2-515A-ADFA-B8F5EF8BE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76250"/>
            <a:ext cx="12192000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MIENTRAS TE ESPERAMOS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FUEGO NO SE APAGARÁ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FUEGO NO SE APAGARÁ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ÁBRANSE LAS PUERTAS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REY DE GLORIA VIENE YA, 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TODO OJO LO VERÁ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940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8AFDF-99C8-AF31-BB24-12585CDE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3FDDD-1802-59CC-89EF-2E275D209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2400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LENGUA Y TODA NACIÓN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LENGUA Y TODA NACIÓN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LENGUA Y TODA NACIÓN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ALABE TU NOMBRE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ALABE TU NOMBRE</a:t>
            </a:r>
            <a:endParaRPr lang="es-CO" sz="6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505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FDF59-25B1-8BE9-C9D6-383697EE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54D8F-B5CB-F80C-1DD5-21CB1D44C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OH, OH-OH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SANTO Y DIGNO ES EL CORDERO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MURIÓ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RESUCITÓ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3824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795</Words>
  <Application>Microsoft Office PowerPoint</Application>
  <PresentationFormat>Panorámica</PresentationFormat>
  <Paragraphs>32</Paragraphs>
  <Slides>28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Tema de Office</vt:lpstr>
      <vt:lpstr>RECORDARÉ AQUELLA CRUZ DONDE SANGRÓ Y MURIÓ JESÚS HERIDAS QUE POR MÍ SUFRIÓ CRUCIFICADO SALVADOR</vt:lpstr>
      <vt:lpstr>SU CUERPO ENVUELTO EN DOLOR EN EL SEPULCRO REPOSÓ Y EN SOLEDAD ÉL SE QUEDÓ JESÚS, MESÍAS, EL SEÑOR</vt:lpstr>
      <vt:lpstr>ALABARÉ AL SEÑOR, MI DIOS TU NOMBRE YO PROCLAMARÉ ETERNAMENTE TE CANTARÉ SEÑOR SEÑOR, MI DIOS</vt:lpstr>
      <vt:lpstr>PERO AL TERCER AMANECER UN GRAN ESTRUENDO SE ESCUCHÓ ¿DÓNDE ESTÁ, MUERTE, TU AGUIJÓN? CRISTO JESÚS RESUCITÓ</vt:lpstr>
      <vt:lpstr>PROCLAMAMOS TU GRANDEZA, MI SEÑOR! EXALTAMOS TU PRESENCIA, MI SALVADOR TODA TODA TU CREACIÓN, TE DA GLORIA Y HONOR SON GRANDES TUS MARAVILLAS, OH SEÑOR</vt:lpstr>
      <vt:lpstr>EXALTAMOS TU VICTORIA, OH JESÚS PROCLAMAMOS TODA GLORIA REY Y LUZ TODA TODA TU CREACIÓN, TE DA GLORIA Y HONOR SON GRANDES TUS MARAVILLAS OH SEÑOR</vt:lpstr>
      <vt:lpstr>TU HICISTE LOS CIELOS Y LA TIERRA EL MAR Y TODO LO QUE EN ELLOS HAY TU LIBERTAS LOS CAUTIVOS Y LEVANTAS AL CAÍDO REINARAS POR TODA LA ETERNIDAD. ... MI JESÚS</vt:lpstr>
      <vt:lpstr>TÚ, VICTORIOSO SALVADOR DIGNO DE ADORACIÓN VENCISTE A LA MUERTE EN LA CRUZ POR TU LLAGA SANO (SALVO) SOY</vt:lpstr>
      <vt:lpstr>Y NO DAREMOS GLORIA A NADIE MÁS JESUCRISTO HAS VENIDO A LIBERTAR</vt:lpstr>
      <vt:lpstr>SOY SANO, SOY LIBRE EN JESÚS FUE ALLÁ EN AQUELLA CRUZ QUE ÉL VENCIÓ LA ENFERMEDAD A ÉL SEA LA GLORIA Y EL PODER ME HA TOCADO CON SU MANO, HE RECIBIDO SANIDAD (SANTIDAD)</vt:lpstr>
      <vt:lpstr>HE AQUÍ YO ESTOY A TU PUERTA HOY ÁBREME QUE QUIERO ENTRAR DULCEMENTE ME DIJO EL SEÑOR HE AQUÍ YO ESTOY A TU PUERTA HOY ÁBREME QUE QUIERO ENTRAR DULCEMENTE ME DIJO EL SEÑOR </vt:lpstr>
      <vt:lpstr>YO ESCUCHÉ SU VOZ, HOY EN MI INTERIOR Y LE ABRÍ POR ENTERO LAS PUERTAS DE MI CORAZÓN</vt:lpstr>
      <vt:lpstr>ALELUYA, CRISTO ES MI SEÑOR ALELUYA, GLORIA A DIOS ALELUYA, CRISTO ES MI SEÑOR ALELUYA, GLORIA A DIOS</vt:lpstr>
      <vt:lpstr>HE AQUÍ YO ESTOY A TU PUERTA HOY ÁBREME QUE QUIERO ENTRAR DULCEMENTE ME DIJO EL SEÑOR HE AQUÍ YO ESTOY A TU PUERTA HOY ÁBREME QUE QUIERO ENTRAR DULCEMENTE ME DIJO EL SEÑOR</vt:lpstr>
      <vt:lpstr>YO ESCUCHÉ SU VOZ, HOY EN MI INTERIOR Y ESE DÍA CENAMOS LOS DOS Y SU PAZ ME DEJÓ</vt:lpstr>
      <vt:lpstr>//ESTAMOS DE FIESTA CON JESÚS, AL CIELO QUEREMOS IR Y TODOS REUNIDOS EN LA MESA ES CRISTO QUIEN VA A SERVIR//</vt:lpstr>
      <vt:lpstr>//PODEROSO ES NUESTRO DIOS, PODEROSO ES NUESTRO DIOS//  </vt:lpstr>
      <vt:lpstr>//ÉL SANA, ÉL SALVA PODEROSO ES NUESTRO DIOS// //PODEROSO ES NUESTRO DIOS, PODEROSO ES NUESTRO DIOS//  </vt:lpstr>
      <vt:lpstr>POR LA GRACIA DEL SEÑOR HOY TENGO SALVACIÓN PUES LA GRACIA Y EL PODER SON DE DIOS, NUESTRO SEÑOR //GOCÉMONOS Y ALEGRÉMONOS DÉMOSLE GLORIA EN LA IGLESIA AL SEÑOR//</vt:lpstr>
      <vt:lpstr>JESUCRISTO ES MI PASTOR ES PODEROSO Y REINA REY DE REYES, EL SEÑOR ES EL CORDERO DE DIOS //GOCÉMONOS Y ALEGRÉMONOS DÉMOSLE GLORIA EN LA IGLESIA AL SEÑOR//</vt:lpstr>
      <vt:lpstr>CUANDO ACEPTÉ A MI CRISTO COMO MI SALVADOR DE PRONTO TODO CAMBIÓ MI VIDA DE PECADO POR SIEMPRE TERMINÓ SU ESPÍRITU JESÚS ME DIO  </vt:lpstr>
      <vt:lpstr>PODER, MARAVILLOSO PODER QUE GOZO SIENTO YO EN MI SER YO SIENTO EL PODER DEL DÍA DE PENTECOSTÉS PODER, MARAVILLOSO PODER  </vt:lpstr>
      <vt:lpstr>ANDUVE POR EL MUNDO CON UN VACÍO EN MI ALMA JESÚS LO VINO A LLENAR AHORA VIVO ALEGRE Y TENGO LA ESPERANZA DE SIEMPRE CON ÉL ESTAR</vt:lpstr>
      <vt:lpstr>DIOS DIJO A NICODEMO QUE AL REINO DE LOS CIELOS NADIE PODÍA ENTRAR PORQUE ES NECESARIO VOLVER A NACER TÚ NECESITAS DEL PODER.</vt:lpstr>
      <vt:lpstr>HASTA QUE ÉL VENGA SONARÁ LA MELODÍA DEL CLAMOR DE TU IGLESIA JESÚS, ¡REGRESA!  HASTA QUE ÉL VENGA SUBIRÁ LA ADORACIÓN DE LOS QUE ANHELAN TU BELLEZA JESÚS, ¡REGRESA!</vt:lpstr>
      <vt:lpstr>Y MIENTRAS TE ESPERAMOS EL FUEGO NO SE APAGARÁ EL FUEGO NO SE APAGARÁ  ÁBRANSE LAS PUERTAS EL REY DE GLORIA VIENE YA,  Y TODO OJO LO VERÁ</vt:lpstr>
      <vt:lpstr>TODA LENGUA Y TODA NACIÓN TODA LENGUA Y TODA NACIÓN TODA LENGUA Y TODA NACIÓN ALABE TU NOMBRE ALABE TU NOMBRE</vt:lpstr>
      <vt:lpstr>OH, OH-OH  SANTO Y DIGNO ES EL CORDERO QUE MURIÓ Y RESUCITÓ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3</cp:revision>
  <dcterms:created xsi:type="dcterms:W3CDTF">2024-11-24T01:13:55Z</dcterms:created>
  <dcterms:modified xsi:type="dcterms:W3CDTF">2024-12-15T21:57:56Z</dcterms:modified>
</cp:coreProperties>
</file>