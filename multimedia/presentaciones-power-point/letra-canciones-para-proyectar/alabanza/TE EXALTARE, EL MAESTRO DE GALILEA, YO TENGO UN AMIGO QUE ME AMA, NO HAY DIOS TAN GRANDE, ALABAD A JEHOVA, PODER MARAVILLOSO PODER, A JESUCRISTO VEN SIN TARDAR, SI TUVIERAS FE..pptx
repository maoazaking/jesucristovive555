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9" r:id="rId2"/>
    <p:sldId id="303" r:id="rId3"/>
    <p:sldId id="268" r:id="rId4"/>
    <p:sldId id="275" r:id="rId5"/>
    <p:sldId id="291" r:id="rId6"/>
    <p:sldId id="304" r:id="rId7"/>
    <p:sldId id="305" r:id="rId8"/>
    <p:sldId id="272" r:id="rId9"/>
    <p:sldId id="289" r:id="rId10"/>
    <p:sldId id="306" r:id="rId11"/>
    <p:sldId id="307" r:id="rId12"/>
    <p:sldId id="308" r:id="rId13"/>
    <p:sldId id="309" r:id="rId14"/>
    <p:sldId id="284" r:id="rId15"/>
    <p:sldId id="285" r:id="rId16"/>
    <p:sldId id="286" r:id="rId17"/>
    <p:sldId id="287" r:id="rId18"/>
    <p:sldId id="310" r:id="rId19"/>
    <p:sldId id="311" r:id="rId20"/>
    <p:sldId id="312" r:id="rId21"/>
    <p:sldId id="313" r:id="rId22"/>
    <p:sldId id="314" r:id="rId23"/>
    <p:sldId id="315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4660"/>
  </p:normalViewPr>
  <p:slideViewPr>
    <p:cSldViewPr snapToGrid="0">
      <p:cViewPr>
        <p:scale>
          <a:sx n="40" d="100"/>
          <a:sy n="40" d="100"/>
        </p:scale>
        <p:origin x="190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65221"/>
            <a:ext cx="12192000" cy="6858000"/>
          </a:xfrm>
        </p:spPr>
        <p:txBody>
          <a:bodyPr>
            <a:noAutofit/>
          </a:bodyPr>
          <a:lstStyle/>
          <a:p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EXALTARÉ, MI DIOS, MI REY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BENDECIRÉ TU NOMBRE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1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7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0E139-0F9F-49F8-FC05-113E5241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AC81B-EB81-CFE2-8C59-FBA2AC163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21" y="-192505"/>
            <a:ext cx="12031579" cy="6858000"/>
          </a:xfrm>
        </p:spPr>
        <p:txBody>
          <a:bodyPr>
            <a:noAutofit/>
          </a:bodyPr>
          <a:lstStyle/>
          <a:p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ALABARÉ TU NOMBRE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Y PARA SIEMPRE,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GRANDE ES JEHOVÁ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DIGNO DE SUPREMA ALABANZA,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SU GRANDEZA ES INESCRUTABLE,</a:t>
            </a:r>
            <a:b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CADA DÍA TE BENDECIRÉ</a:t>
            </a:r>
            <a:endParaRPr lang="es-CO" sz="5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4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3561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//EL MAESTRO DE GALILEA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ESTÁ PASANDO POR AQUÍ//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///Y DÉJALO QUE TE TOQUE</a:t>
            </a: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RECIBE LA BENDICIÓN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1839"/>
            <a:ext cx="12192000" cy="6858000"/>
          </a:xfrm>
        </p:spPr>
        <p:txBody>
          <a:bodyPr>
            <a:noAutofit/>
          </a:bodyPr>
          <a:lstStyle/>
          <a:p>
            <a:r>
              <a:rPr lang="es-ES" sz="85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 AQUÍ SE SIENTE LA PRESENCIA DE DIOS//</a:t>
            </a:r>
            <a:br>
              <a:rPr lang="es-ES" sz="8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s-ES" sz="8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</a:t>
            </a:r>
            <a:r>
              <a:rPr lang="es-ES" sz="85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SIENTO EL FUEGO DEL ESPÍRITU SANTO//</a:t>
            </a:r>
            <a:br>
              <a:rPr lang="es-ES" sz="48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2EF9B-7E0B-388A-2F6F-43F48CF8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185FD-19EB-9F4D-3F8B-A5C5519DB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37937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//YO SIENTO GOZO, YO SIENTO PAZ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SIENTO EL AMOR QUE DIOS ME DA//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//SENTIMOS GOZO, SENTIMOS PAZ</a:t>
            </a:r>
            <a:b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SENTIMOS EL AMOR QUE DIOS NOS DA//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434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3646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TENGO UN AMIGO QUE ME AMA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AMA, ME AMA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TENGO UN AMIGO QUE ME AMA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NOMBRE ES JESÚS.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55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7630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ME AMA, QUE ME AMA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ME AMA, SI, CON TIERNO AMOR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ME AMA, QUE ME AMA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NOMBRE ES JESUS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6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121945"/>
            <a:ext cx="11983453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HAY DIOS TAN GRANDE COMO TÚ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LO HAY, NO LO HAY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HAY DIOS TAN GRANDE COMO TÚ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LO HAY, NO LO HAY</a:t>
            </a:r>
            <a:b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4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4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D1877-9F49-312F-DF9F-A14CD742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DC57-A366-F84E-19E4-8CA64A62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6263"/>
            <a:ext cx="11983453" cy="68580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//NO HAY DIOS QUE PUEDA HACER LAS OBRAS</a:t>
            </a:r>
            <a:b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COMO LAS QUE HACES TÚ//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51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3FEA1-2A0D-8C9C-94A9-03033A2A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3A2A-CAAA-E1E5-945C-179283B9B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811272"/>
            <a:ext cx="11983453" cy="6858000"/>
          </a:xfrm>
        </p:spPr>
        <p:txBody>
          <a:bodyPr>
            <a:noAutofit/>
          </a:bodyPr>
          <a:lstStyle/>
          <a:p>
            <a:r>
              <a:rPr lang="es-ES" sz="8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//NO ES CON ESPADA NI CON EJERCITO, MAS CON TU SANTO ESPIRITU//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81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BB436-3E2B-C14D-B94C-F12E2F77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FA1C3-065A-46EE-CDD8-32CF87444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376" y="-608072"/>
            <a:ext cx="11983453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///Y ESOS MONTES SE MOVERÁN///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TU SANTO ESPIRITU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25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55E07-F08E-769F-606E-D68526A5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8AAF1-E76B-4D41-C5FB-612676FB9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15" y="1254578"/>
            <a:ext cx="12932229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ALABAD A JEHOVÁ, NACIONES TODAS, PUEBLOS TODOS</a:t>
            </a: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ALABADLE. 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HA ENGRANDECIDO 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SOBRE NOSOTROS SU MISERICORDIA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49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F88B0-07DE-D736-AEB0-9BD3B210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B2E53-65E4-2452-7268-F2600FF37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1412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LA VERDAD DE JEHOVÁ ES PARA SIEMPRE, ALELUYA, AMÉN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LA VERDAD DE JEHOVÁ ES PARA SIEMPRE, ALELUYA, AMÉN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44C9-0274-2F18-3159-EE91E349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1D3E3-1D86-6193-23EA-6E971347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627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ACEPTÉ A MI CRISTO COMO MI SALVADOR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PRONTO TODO CAMBIÓ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EN EL PECADO POR SIEMPRE TERMINÓ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ESPÍRITU JESÚS ME DIO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72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A3C7-6957-5257-9934-EAFA2FCD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75036-65C9-6B87-5680-4125071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GOZO SIENTO YO EN MI SER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SIENTO EL PODER DEL DÍA DE PENTECOSTÉS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42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3ACE-4069-38C3-3E6C-31D23A02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A13DC-3926-CFDC-5DE9-A4468D587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77039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ANDANDO POR EL MUNDO CON UN VACÍO EN MI ALMA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 LO VINO A LLENAR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AHORA VIVO ALEGRE Y TENGO LA ESPERANZA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SIEMPRE CON ÉL ESTAR</a:t>
            </a: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664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336FB-EF38-2819-51D8-77F54CA4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F279-9E48-B4B1-860C-46985A945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877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JESUS DIJO A NICODEMO QUE AL REINO DE LOS CIELOS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NADIE PODÍA ENTRAR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ES NECESARIO VOLVER A NACER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NECESITAS DEL PODER.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76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DC69E-BFB1-D317-7BDF-FBB329EE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59F89-F4C8-0DEC-1F96-A42672494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JESUCRISTO VEN SIN TARDAR,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ENTRE NOSOTROS HOY ÉL ESTÁ,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TE CONVIDA CON DULCE AFÁN,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TIERNO DICIENDO: VEN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480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A45EC-84D7-49F7-FC2A-56E579E1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EE94C-78C8-D530-1656-3CE307DE6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8442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¡OH CUÁN GRATA ES NUESTRA REUNIÓN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ALLÁ SEÑOR, EN TU MANSIÓN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CONTIGO ESTEMOS EN COMUNIÓN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¡¡GOZANDO ETERNO BIEN!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548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64EA4-9A13-E222-6E3C-1BEE3C30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7B756-BF3C-4633-E368-F98D5F42A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8442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PIENSA QUE EL SÓLO PUEDE COLMAR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TRISTE PECHO DE GOZO Y PAZ;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PORQUE ANHELA TU BIENESTAR,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VUELVE A DECIRTE: VEN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339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33635-42D2-2F6B-6FA5-52042D87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7530F-7850-0FB0-4B86-B238F5724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8442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VOZ ESCUCHA SIN VACILAR,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GRATO ACEPTA LO QUE HOY TE DA,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TAL VEZ MAÑANA NO HABRÁ LUGAR,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TE DETENGAS, VEN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502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22D16-5A81-E15B-9C1D-C9FD3287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0A80C-C9E6-6034-09F6-EFEF22C76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5626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//SI TUVIERAS FE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COMO UN GRANO DE MOSTAZA,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ESO LO DIJO EL SEÑOR.//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//TU LE DIRÍAS A ESA MONTAÑA,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MUÉVETE, MUÉVETE.//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ES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810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716F5-B776-4352-B647-C8213AF5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56CD7-EB4B-2128-AA5B-A2F2CFEC3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79722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//ESA MONTAÑA SE MOVERÁ,</a:t>
            </a:r>
            <a:b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MOVERÁ, SE MOVERÁ//</a:t>
            </a:r>
          </a:p>
        </p:txBody>
      </p:sp>
    </p:spTree>
    <p:extLst>
      <p:ext uri="{BB962C8B-B14F-4D97-AF65-F5344CB8AC3E}">
        <p14:creationId xmlns:p14="http://schemas.microsoft.com/office/powerpoint/2010/main" val="1773466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594</Words>
  <Application>Microsoft Office PowerPoint</Application>
  <PresentationFormat>Panorámica</PresentationFormat>
  <Paragraphs>23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TE EXALTARÉ, MI DIOS, MI REY Y BENDECIRÉ TU NOMBRE ETERNAMENTE Y PARA SIEMPRE, CADA DÍA TE BENDECIRÉ</vt:lpstr>
      <vt:lpstr>Y ALABARÉ TU NOMBRE ETERNAMENTE Y PARA SIEMPRE, GRANDE ES JEHOVÁ Y DIGNO DE SUPREMA ALABANZA, Y SU GRANDEZA ES INESCRUTABLE, CADA DÍA TE BENDECIRÉ</vt:lpstr>
      <vt:lpstr>//EL MAESTRO DE GALILEA ESTÁ PASANDO POR AQUÍ// ///Y DÉJALO QUE TE TOQUE/// Y RECIBE LA BENDICIÓN </vt:lpstr>
      <vt:lpstr>//Y AQUÍ SE SIENTE LA PRESENCIA DE DIOS// //YO SIENTO EL FUEGO DEL ESPÍRITU SANTO//  </vt:lpstr>
      <vt:lpstr>//YO SIENTO GOZO, YO SIENTO PAZ YO SIENTO EL AMOR QUE DIOS ME DA// //SENTIMOS GOZO, SENTIMOS PAZ SENTIMOS EL AMOR QUE DIOS NOS DA// </vt:lpstr>
      <vt:lpstr>YO TENGO UN AMIGO QUE ME AMA ME AMA, ME AMA YO TENGO UN AMIGO QUE ME AMA SU NOMBRE ES JESÚS. </vt:lpstr>
      <vt:lpstr>QUE ME AMA, QUE ME AMA QUE ME AMA, SI, CON TIERNO AMOR QUE ME AMA, QUE ME AMA SU NOMBRE ES JESUS</vt:lpstr>
      <vt:lpstr>NO HAY DIOS TAN GRANDE COMO TÚ NO LO HAY, NO LO HAY NO HAY DIOS TAN GRANDE COMO TÚ NO LO HAY, NO LO HAY  </vt:lpstr>
      <vt:lpstr>//NO HAY DIOS QUE PUEDA HACER LAS OBRAS COMO LAS QUE HACES TÚ// </vt:lpstr>
      <vt:lpstr>//NO ES CON ESPADA NI CON EJERCITO, MAS CON TU SANTO ESPIRITU//</vt:lpstr>
      <vt:lpstr>///Y ESOS MONTES SE MOVERÁN/// CON TU SANTO ESPIRITU</vt:lpstr>
      <vt:lpstr>ALABAD A JEHOVÁ, NACIONES TODAS, PUEBLOS TODOS, ALABADLE.  PORQUE HA ENGRANDECIDO  SOBRE NOSOTROS SU MISERICORDIA  </vt:lpstr>
      <vt:lpstr>Y LA VERDAD DE JEHOVÁ ES PARA SIEMPRE, ALELUYA, AMÉN Y LA VERDAD DE JEHOVÁ ES PARA SIEMPRE, ALELUYA, AMÉN</vt:lpstr>
      <vt:lpstr>CUANDO ACEPTÉ A MI CRISTO COMO MI SALVADOR DE PRONTO TODO CAMBIÓ MI VIDA EN EL PECADO POR SIEMPRE TERMINÓ SU ESPÍRITU JESÚS ME DIO  </vt:lpstr>
      <vt:lpstr>PODER, MARAVILLOSO PODER QUE GOZO SIENTO YO EN MI SER YO SIENTO EL PODER DEL DÍA DE PENTECOSTÉS PODER, MARAVILLOSO PODER  </vt:lpstr>
      <vt:lpstr>ANDANDO POR EL MUNDO CON UN VACÍO EN MI ALMA JESÚS LO VINO A LLENAR AHORA VIVO ALEGRE Y TENGO LA ESPERANZA DE SIEMPRE CON ÉL ESTAR</vt:lpstr>
      <vt:lpstr>JESUS DIJO A NICODEMO QUE AL REINO DE LOS CIELOS NADIE PODÍA ENTRAR PORQUE ES NECESARIO VOLVER A NACER TÚ NECESITAS DEL PODER.</vt:lpstr>
      <vt:lpstr>A JESUCRISTO VEN SIN TARDAR, QUE ENTRE NOSOTROS HOY ÉL ESTÁ, Y TE CONVIDA CON DULCE AFÁN, TIERNO DICIENDO: VEN</vt:lpstr>
      <vt:lpstr>¡OH CUÁN GRATA ES NUESTRA REUNIÓN CUANDO ALLÁ SEÑOR, EN TU MANSIÓN CONTIGO ESTEMOS EN COMUNIÓN ¡¡GOZANDO ETERNO BIEN!</vt:lpstr>
      <vt:lpstr>PIENSA QUE EL SÓLO PUEDE COLMAR TÚ TRISTE PECHO DE GOZO Y PAZ; Y PORQUE ANHELA TU BIENESTAR, VUELVE A DECIRTE: VEN</vt:lpstr>
      <vt:lpstr>SU VOZ ESCUCHA SIN VACILAR, Y GRATO ACEPTA LO QUE HOY TE DA, TAL VEZ MAÑANA NO HABRÁ LUGAR, NO TE DETENGAS, VEN</vt:lpstr>
      <vt:lpstr>//SI TUVIERAS FE COMO UN GRANO DE MOSTAZA, ESO LO DIJO EL SEÑOR.// //TU LE DIRÍAS A ESA MONTAÑA, MUÉVETE, MUÉVETE.// </vt:lpstr>
      <vt:lpstr>//ESA MONTAÑA SE MOVERÁ, SE MOVERÁ, SE MOVERÁ//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6</cp:revision>
  <dcterms:created xsi:type="dcterms:W3CDTF">2024-11-24T01:13:55Z</dcterms:created>
  <dcterms:modified xsi:type="dcterms:W3CDTF">2026-06-13T23:54:19Z</dcterms:modified>
</cp:coreProperties>
</file>