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9" r:id="rId2"/>
    <p:sldId id="290" r:id="rId3"/>
    <p:sldId id="291" r:id="rId4"/>
    <p:sldId id="300" r:id="rId5"/>
    <p:sldId id="304" r:id="rId6"/>
    <p:sldId id="305" r:id="rId7"/>
    <p:sldId id="268" r:id="rId8"/>
    <p:sldId id="269" r:id="rId9"/>
    <p:sldId id="270" r:id="rId10"/>
    <p:sldId id="275" r:id="rId11"/>
    <p:sldId id="276" r:id="rId12"/>
    <p:sldId id="284" r:id="rId13"/>
    <p:sldId id="285" r:id="rId14"/>
    <p:sldId id="259" r:id="rId15"/>
    <p:sldId id="262" r:id="rId16"/>
    <p:sldId id="307" r:id="rId17"/>
    <p:sldId id="308" r:id="rId18"/>
    <p:sldId id="295" r:id="rId19"/>
    <p:sldId id="296" r:id="rId20"/>
    <p:sldId id="306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E73B6-FE5A-4374-8308-3FE252E0676B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1B287-CC88-4DD8-8C8A-9E260736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830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C4441-103F-CFED-1AE7-2D0A8B793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62DDE4-F2A2-0D16-9FAE-63AEB9C46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1E5324-3B7A-D710-5582-D270D423E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C48166-5CCD-833E-069E-E474D430F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D908C-73D5-9109-9B5A-202997DF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140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9E87D-449A-3E13-1C26-BF2E08B68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F20C96-53C5-444F-C65A-7230A8A82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884B70-DD95-3964-A213-C2238A6D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BA0903-FA67-2F9C-047D-23FD791B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92E11E-91F6-B03A-2D87-DE0148B2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844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45D37-0CA9-570A-1AAD-12A806CAA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8DE635-AC83-EE28-413C-AC73BCF6B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B169D-B06B-AAE6-4EF7-5353FAD0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355D70-6BD3-2EBC-9068-C2C59273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E8F30B-927E-0DCB-B0A5-50798244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2829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087D5-2920-592E-44A5-D878434F8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3CD0FC-949D-D694-E245-7E547D942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730F4A-1CCE-BCD5-6188-E52F4112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64EB94-2CA6-92B6-1A9D-6C0FD83CE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90B8E5-CBFA-A0DD-0133-2CA5050B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1B1F7F-F2B7-DBF7-ED9A-6C3E2464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99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575CD-406C-106F-B306-0AD0A952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70F4DA-8A49-51D3-A896-6A73703FB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0FA44C-2563-7587-F91F-4DE7D15CD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CA9601-6A0C-6D6A-5EFE-92394737C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5F9CAE0-5AAD-E36F-8553-4FE26522F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DFAC3C-EC5A-2D75-F6CE-768E0E64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1F6D609-44D3-9B86-B303-3D7009A3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7762DD4-E4BD-CA5C-28AB-85703CA8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8743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2F04E-EAED-8284-FA77-2759DCA4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CD32E7-B041-213C-922E-724D8A9A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834E8F-6E88-34CA-84B7-5777AAF7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04E17F-3B04-82F0-DB8F-E0EE2BD6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021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813437-9992-B2B8-F6F8-9F0157C7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ACF9AF-CE51-BC66-1A3F-9F117078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EC13DE-59C6-585F-8E61-A99C824D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962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04F57-89D9-A46B-0E65-BCD128DC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B31AFA-A34C-BF15-B19B-9DCB172EA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2D30BA-F600-A1EE-D66B-D04C09591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2DACE0-A0C9-E125-6726-658AACE8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404C1A-6FB0-4D2D-9247-95E549BC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E76D54-06A8-7F65-AF0A-3291D0AF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9251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14919-01EF-9563-B40A-13217F26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4126FA-3852-442B-63A5-87D124E1A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9C9517-F068-F5C9-E01F-BBDE777ED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370EB7-B026-E73F-34D5-AA1A0991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89078A-654D-2EF3-376E-E96818CE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CCF5D1-CB39-E31C-1CB2-2B393CB9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537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E8932-B577-467B-4A17-52F898510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E548A7-D723-42DF-9935-BD698C345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FA502-2B95-E2F3-EBCB-40A1D3CB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FB97D6-E42A-68FE-ADEC-A9D260F6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7D624-6233-8ED8-3F07-CC34DE39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506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92CA67-8B24-AE22-F97D-9C1DD682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A99431-2234-0CF3-A685-3F3CDDE76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1EDAF5-AE91-F5E4-8C02-9A2FA076B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1DDC36-5C7C-09E3-57FB-7038476B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A5D9E3-DE48-5139-B1FD-992BB04A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709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7907065-75AF-4057-A228-22FE9E3C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346DF1-E869-9656-FBAD-0B97A7821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E1E0A6-0E30-C9CF-A218-1AFDCAF00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4D546-A27D-4A88-A8D8-CFE18D774EC6}" type="datetimeFigureOut">
              <a:rPr lang="es-CO" smtClean="0"/>
              <a:t>8/02/2025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4D2A59-90D7-5124-AD6E-24F039E9A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837DB1-0888-F0D5-7E18-5241FDDDA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682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\\ YO QUIERO QUE TÚ SEAS LUZ EN MÍ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QUIERO LLEVAR TU PRESENCIA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HONRARTE, Y ADORARTE..EE Y CONTAR QUE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TENGO UN PADRE DE INMENSO AMOR//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3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\\ CAMINAR EN LA VERDAD TOTAL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LLEVANDO A CRISTO COMO NUESTRA BANDERA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ESPIRITU Y VERDAD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ENTREGARTE MI VIDA ENTERA//</a:t>
            </a:r>
          </a:p>
        </p:txBody>
      </p:sp>
    </p:spTree>
    <p:extLst>
      <p:ext uri="{BB962C8B-B14F-4D97-AF65-F5344CB8AC3E}">
        <p14:creationId xmlns:p14="http://schemas.microsoft.com/office/powerpoint/2010/main" val="136295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AA484-AF74-C06D-FBA5-D8BEA37D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A94C1-585B-A718-13A9-2C1888F3C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4379" y="-1926780"/>
            <a:ext cx="12192000" cy="6858000"/>
          </a:xfrm>
        </p:spPr>
        <p:txBody>
          <a:bodyPr>
            <a:noAutofit/>
          </a:bodyPr>
          <a:lstStyle/>
          <a:p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\\\TE AMO CRISTO///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 AMO CRISTO</a:t>
            </a:r>
          </a:p>
        </p:txBody>
      </p:sp>
    </p:spTree>
    <p:extLst>
      <p:ext uri="{BB962C8B-B14F-4D97-AF65-F5344CB8AC3E}">
        <p14:creationId xmlns:p14="http://schemas.microsoft.com/office/powerpoint/2010/main" val="177432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031E6-7B0D-B8B0-3F44-2C818EE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07D7-E09F-C3E2-1C18-994DFC69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6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ESTAS AQUÍ PARA DAR SALVACION A MI VIDA, 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PAZ A MI ALMA, DESCANSO A MIS DIAS.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PARA DAR VISTA A LOS CIEGOS, OIDOS A LOS SORDOS PARA SALVAR Y RESTAURAR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188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3A8A6-DEC5-ED92-0FCB-EB6F4665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303B3-5EA1-C4ED-AB26-4286B4C04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90024"/>
            <a:ext cx="12192000" cy="6858000"/>
          </a:xfrm>
        </p:spPr>
        <p:txBody>
          <a:bodyPr>
            <a:noAutofit/>
          </a:bodyPr>
          <a:lstStyle/>
          <a:p>
            <a: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//TU ERES EL AUTOR DE LA VIDA, PRINCIPIO Y FIN DE LOS DIAS, CORDERO DE DIOS, EL VENCEDOR//</a:t>
            </a:r>
            <a:endParaRPr lang="es-CO" sz="8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71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8C0B9-7955-6DEB-7B70-0DB0ECD6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31CB7-7318-363C-A15C-472891B4B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6200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ESTAS AQUÍ PARA DAR CONSUELO A MI SER, Y DAR BONANZA A MI EXISTENCIA, PARA BENDECIR MI TIERRA Y DARME VIDA, VIDA ETERNA CALLAR LA TORMENTA, CALLAR TORMENTA, CALLAR LA TORMENTA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94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0234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//CON MI DIOS YO ASALTARÉ LOS MUROS,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MI DIOS EJÉRCITOS DERRIBARÉ//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4295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ADIESTRA MIS MANOS PARA LA BATALLA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PUEDO TOMAR CON MIS MANOS EL ARCO DE BRONCE.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89335-27ED-67A3-E003-5EAEF5C6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C034D-846F-3F1F-5BEC-AB9D21B5B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5250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ÉL ES ESCUDO, LA ROCA MÍA,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ÉL ES LA FUERZA DE MI SALVACIÓN.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ALTO REFUGIO, MI FORTALEZA,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ÉL ES MI LIBERTADOR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1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FBA24-A33B-A9F4-7539-10888B52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20427-EDB0-0B6D-B86D-7A37D95F5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626646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EL PUEBLO DEL SEÑOR ALABA A DIOS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//SUCEDEN COSAS//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MARAVILLOSAS.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85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57128-F9D9-79D7-3B68-EB87057B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0C811-6B89-FEA6-BD51-CA1E3C291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16191"/>
            <a:ext cx="12192000" cy="6858000"/>
          </a:xfrm>
        </p:spPr>
        <p:txBody>
          <a:bodyPr>
            <a:noAutofit/>
          </a:bodyPr>
          <a:lstStyle/>
          <a:p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//HAY SANIDAD, LIBERACIÓN</a:t>
            </a:r>
            <a:b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DESCIENDE EL FUEGO BAJA LA UNCIÓN//.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431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244C9-0274-2F18-3159-EE91E349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1D3E3-1D86-6193-23EA-6E9713476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59832"/>
            <a:ext cx="12192000" cy="6858000"/>
          </a:xfrm>
        </p:spPr>
        <p:txBody>
          <a:bodyPr>
            <a:noAutofit/>
          </a:bodyPr>
          <a:lstStyle/>
          <a:p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GRANDE ES EL SEÑOR MARAVILLOSOS SUS PRODIGIOS</a:t>
            </a:r>
            <a:b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EN LA FUERZA DE SU MANO HAY PODER</a:t>
            </a:r>
            <a:b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PARA VENCER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272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5A3C7-6957-5257-9934-EAFA2FCD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75036-65C9-6B87-5680-4125071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18511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 RÍO DE ALABANZA DARÉ Y SOLO ANTE ÉL DANZARÉ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PUES HA CAMBIADO MI LAMENTO EN BAILE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GRANDE ES EL SEÑOR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942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45599"/>
            <a:ext cx="12192000" cy="685800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pt-BR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LOS MUROS CAEN</a:t>
            </a:r>
            <a:br>
              <a:rPr lang="pt-BR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pt-BR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LOS MUROS CAEN</a:t>
            </a:r>
            <a:br>
              <a:rPr lang="pt-BR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pt-BR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CON ELLOS LAS CADENAS.</a:t>
            </a:r>
            <a:br>
              <a:rPr lang="pt-BR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pt-BR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LOS MUROS CAEN</a:t>
            </a:r>
            <a:br>
              <a:rPr lang="pt-BR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pt-BR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LOS MUROS CAEN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35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90500"/>
            <a:ext cx="12192000" cy="6858000"/>
          </a:xfrm>
        </p:spPr>
        <p:txBody>
          <a:bodyPr>
            <a:noAutofit/>
          </a:bodyPr>
          <a:lstStyle/>
          <a:p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DERRUMBA LA FORTALEZA.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SEÑOR ENTREGÓ EN MIS MANOS JERICÓ GRITA. HEY!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TOCAD LA TROMPETA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GRITA. ¡HEY!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TOCAD LA TROMPETA. //</a:t>
            </a:r>
            <a:endParaRPr lang="es-CO" sz="6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8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288CE-7745-7E2F-6E61-71838DFC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1A305-EFF8-D0CE-95C9-AB0A4404D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SUENA LA TROMPETA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LA NOVIA ESTA DE VIAJE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INVITA A LOS CRISTIANOS A PREPARARSE//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961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137A4-5044-E929-CC23-E05D0BB5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C64B6-30FD-43B8-F53E-BFA85B6EE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7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//CRISTO VIENE PRONTO,</a:t>
            </a:r>
            <a:br>
              <a:rPr lang="es-ES" sz="7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VIENE POR SU NOVIA</a:t>
            </a:r>
            <a:br>
              <a:rPr lang="es-ES" sz="7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EL QUE NO ESTÉ LISTO</a:t>
            </a:r>
            <a:br>
              <a:rPr lang="es-ES" sz="7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TRISTEMENTE SE QUEDARÁ//</a:t>
            </a:r>
            <a:endParaRPr lang="es-CO" sz="7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744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84269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//LOS QUE ESPERAN, LOS QUE ESPERAN EN JEHOVÁ//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//COMO LAS ÁGUILAS, COMO LAS ÁGUILAS, SUS ALAS LEVANTARÁN//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910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17244-06F6-5EC5-F916-2BAD05F4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803DD-D988-019D-E6C8-9E317D0A3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48" y="-660735"/>
            <a:ext cx="12135852" cy="6858000"/>
          </a:xfrm>
        </p:spPr>
        <p:txBody>
          <a:bodyPr>
            <a:noAutofit/>
          </a:bodyPr>
          <a:lstStyle/>
          <a:p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CORRERÁN Y NO SE CANSARÁN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CAMINARÁN, NO SE FATIGARÁN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444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073D7-4F15-9791-DAD8-22D861E1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B6CBE-46A3-2606-E344-783A180D2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74" y="-736935"/>
            <a:ext cx="12135852" cy="6858000"/>
          </a:xfrm>
        </p:spPr>
        <p:txBody>
          <a:bodyPr>
            <a:noAutofit/>
          </a:bodyPr>
          <a:lstStyle/>
          <a:p>
            <a:r>
              <a:rPr lang="es-ES" sz="9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//COMO LAS ÁGUILAS, COMO LAS ÁGUILAS, SUS ALAS LEVANTARÁN//</a:t>
            </a:r>
            <a:endParaRPr lang="es-CO" sz="9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9985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452</Words>
  <Application>Microsoft Office PowerPoint</Application>
  <PresentationFormat>Panorámica</PresentationFormat>
  <Paragraphs>20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de Office</vt:lpstr>
      <vt:lpstr>\\ YO QUIERO QUE TÚ SEAS LUZ EN MÍ YO QUIERO LLEVAR TU PRESENCIA Y HONRARTE, Y ADORARTE..EE Y CONTAR QUE TENGO UN PADRE DE INMENSO AMOR//</vt:lpstr>
      <vt:lpstr>\\ CAMINAR EN LA VERDAD TOTAL LLEVANDO A CRISTO COMO NUESTRA BANDERA EN ESPIRITU Y VERDAD ENTREGARTE MI VIDA ENTERA//</vt:lpstr>
      <vt:lpstr>\\\TE AMO CRISTO/// TE AMO CRISTO</vt:lpstr>
      <vt:lpstr>ESTAS AQUÍ PARA DAR SALVACION A MI VIDA,  PAZ A MI ALMA, DESCANSO A MIS DIAS. PARA DAR VISTA A LOS CIEGOS, OIDOS A LOS SORDOS PARA SALVAR Y RESTAURAR</vt:lpstr>
      <vt:lpstr>//TU ERES EL AUTOR DE LA VIDA, PRINCIPIO Y FIN DE LOS DIAS, CORDERO DE DIOS, EL VENCEDOR//</vt:lpstr>
      <vt:lpstr>ESTAS AQUÍ PARA DAR CONSUELO A MI SER, Y DAR BONANZA A MI EXISTENCIA, PARA BENDECIR MI TIERRA Y DARME VIDA, VIDA ETERNA CALLAR LA TORMENTA, CALLAR TORMENTA, CALLAR LA TORMENTA</vt:lpstr>
      <vt:lpstr>//CON MI DIOS YO ASALTARÉ LOS MUROS, CON MI DIOS EJÉRCITOS DERRIBARÉ// </vt:lpstr>
      <vt:lpstr>EL ADIESTRA MIS MANOS PARA LA BATALLA PUEDO TOMAR CON MIS MANOS EL ARCO DE BRONCE. </vt:lpstr>
      <vt:lpstr>ÉL ES ESCUDO, LA ROCA MÍA, ÉL ES LA FUERZA DE MI SALVACIÓN. MI ALTO REFUGIO, MI FORTALEZA, ÉL ES MI LIBERTADOR</vt:lpstr>
      <vt:lpstr>CUANDO EL PUEBLO DEL SEÑOR ALABA A DIOS //SUCEDEN COSAS// MARAVILLOSAS.</vt:lpstr>
      <vt:lpstr>//HAY SANIDAD, LIBERACIÓN DESCIENDE EL FUEGO BAJA LA UNCIÓN//.  </vt:lpstr>
      <vt:lpstr>GRANDE ES EL SEÑOR MARAVILLOSOS SUS PRODIGIOS Y EN LA FUERZA DE SU MANO HAY PODER PARA VENCER  </vt:lpstr>
      <vt:lpstr>UN RÍO DE ALABANZA DARÉ Y SOLO ANTE ÉL DANZARÉ PUES HA CAMBIADO MI LAMENTO EN BAILE GRANDE ES EL SEÑOR  </vt:lpstr>
      <vt:lpstr>LOS MUROS CAEN LOS MUROS CAEN Y CON ELLOS LAS CADENAS. LOS MUROS CAEN LOS MUROS CAEN</vt:lpstr>
      <vt:lpstr>SE DERRUMBA LA FORTALEZA. EL SEÑOR ENTREGÓ EN MIS MANOS JERICÓ GRITA. HEY! TOCAD LA TROMPETA GRITA. ¡HEY! TOCAD LA TROMPETA. //</vt:lpstr>
      <vt:lpstr>// SUENA LA TROMPETA Y LA NOVIA ESTA DE VIAJE CRISTO INVITA A LOS CRISTIANOS A PREPARARSE//</vt:lpstr>
      <vt:lpstr>//CRISTO VIENE PRONTO, VIENE POR SU NOVIA Y EL QUE NO ESTÉ LISTO TRISTEMENTE SE QUEDARÁ//</vt:lpstr>
      <vt:lpstr>//LOS QUE ESPERAN, LOS QUE ESPERAN EN JEHOVÁ// //COMO LAS ÁGUILAS, COMO LAS ÁGUILAS, SUS ALAS LEVANTARÁN//</vt:lpstr>
      <vt:lpstr>CORRERÁN Y NO SE CANSARÁN CAMINARÁN, NO SE FATIGARÁN</vt:lpstr>
      <vt:lpstr>//COMO LAS ÁGUILAS, COMO LAS ÁGUILAS, SUS ALAS LEVANTARÁN//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2</cp:revision>
  <dcterms:created xsi:type="dcterms:W3CDTF">2025-01-15T22:53:03Z</dcterms:created>
  <dcterms:modified xsi:type="dcterms:W3CDTF">2025-02-09T03:31:36Z</dcterms:modified>
</cp:coreProperties>
</file>