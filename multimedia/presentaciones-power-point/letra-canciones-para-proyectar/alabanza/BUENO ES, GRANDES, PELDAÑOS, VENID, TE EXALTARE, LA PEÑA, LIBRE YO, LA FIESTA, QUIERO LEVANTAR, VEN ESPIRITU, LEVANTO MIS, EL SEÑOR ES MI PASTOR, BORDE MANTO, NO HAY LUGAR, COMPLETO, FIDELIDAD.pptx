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2" r:id="rId2"/>
    <p:sldId id="308" r:id="rId3"/>
    <p:sldId id="310" r:id="rId4"/>
    <p:sldId id="311" r:id="rId5"/>
    <p:sldId id="309" r:id="rId6"/>
    <p:sldId id="256" r:id="rId7"/>
    <p:sldId id="313" r:id="rId8"/>
    <p:sldId id="314" r:id="rId9"/>
    <p:sldId id="315" r:id="rId10"/>
    <p:sldId id="312" r:id="rId11"/>
    <p:sldId id="257" r:id="rId12"/>
    <p:sldId id="286" r:id="rId13"/>
    <p:sldId id="318" r:id="rId14"/>
    <p:sldId id="319" r:id="rId15"/>
    <p:sldId id="269" r:id="rId16"/>
    <p:sldId id="303" r:id="rId17"/>
    <p:sldId id="301" r:id="rId18"/>
    <p:sldId id="302" r:id="rId19"/>
    <p:sldId id="258" r:id="rId20"/>
    <p:sldId id="320" r:id="rId21"/>
    <p:sldId id="321" r:id="rId22"/>
    <p:sldId id="322" r:id="rId23"/>
    <p:sldId id="323" r:id="rId24"/>
    <p:sldId id="292" r:id="rId25"/>
    <p:sldId id="317" r:id="rId26"/>
    <p:sldId id="324" r:id="rId27"/>
    <p:sldId id="325" r:id="rId28"/>
    <p:sldId id="326" r:id="rId29"/>
    <p:sldId id="327" r:id="rId30"/>
    <p:sldId id="328" r:id="rId31"/>
    <p:sldId id="268" r:id="rId32"/>
    <p:sldId id="329" r:id="rId33"/>
    <p:sldId id="270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>
        <p:scale>
          <a:sx n="60" d="100"/>
          <a:sy n="60" d="100"/>
        </p:scale>
        <p:origin x="114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//BUENO ES ALABARTE, JEHOVÁ, Y CANTAR SALMOS A TU NOMBRE//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A6ED8-2F7F-B92F-7F0C-CD806E65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51759-75CB-07ED-8F90-B894AF80F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//ANUNCIAR POR LA MAÑANA TU MISERICORDIA Y TU FIDELIDAD DE NOCHE//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7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E86AC-E39A-E743-906D-D3559134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57A84-6A7D-A4E4-C801-8978D502C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16" y="-267286"/>
            <a:ext cx="11716167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¿QUIÉN ES EL QUE VIVE?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QUE VIVE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¿QUIÉN ES EL QUE SALVA?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QUE SALVA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9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C774F-4A27-3637-1F17-EE5F4A02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59C61-0D52-DBF3-9CC2-273621088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16" y="-534573"/>
            <a:ext cx="11716167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¿QUIÉN ES EL QUE VIENE?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QUE VIENE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¿QUIÉN ES EL QUE SANA?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QUE SANA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40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E496C-2902-C75F-BBAA-64F72C3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D1742-691C-6008-8E8A-FAEB93F13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//ANUNCIAR POR LA MAÑANA TU MISERICORDIA Y TU FIDELIDAD DE NOCHE//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94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7959" y="-209165"/>
            <a:ext cx="12347917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GRANDES Y MARAVILLOSAS SON TUS OBRAS,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 DIOS TODOPODEROSO;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JUSTOS Y VERDADEROS SON TUS CAMINOS,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///REY DE LOS SANTOS///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8CC73-7D0F-5D8C-3680-122F6F46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B479A-AFAD-768F-68F2-D24437EEF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" y="-256674"/>
            <a:ext cx="11887201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¿QUIÉN NO TE TEMERÁ, OH SEÑOR,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GLORIFICARÁ TU NOMBRE?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PUES SÓLO TÚ ERES SANTO;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LO CUAL TODAS LAS NACIONES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VENDRÁN Y TE ADORARÁN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45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FC2B0-A6A5-AAAA-568C-1DF4511C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F4A26-360A-2E62-D613-AFF4FF822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" y="-1909011"/>
            <a:ext cx="11887201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¡ALELUYA, AMÉN!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¡ALELUYA, AMÉN!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4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E023F-9849-54E4-F03D-C968B21C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E0B64-A4AB-1EE0-05BF-7EB43AC31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" y="0"/>
            <a:ext cx="11887201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TEMED A DIOS Y DADLE GLORIA,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SU JUICIO HA LLEGADO;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ADORAD A AQUEL QUE HIZO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 CIELOS, LA TIERRA Y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MAR Y LAS FUENTES DE LAS AGUAS.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08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3F0B2-8046-E1A7-251C-5A8DAB16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60583-08F2-6955-6E05-248DF27F7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1834" y="-307638"/>
            <a:ext cx="12815668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/VAMOS ESCALANDO PELDAÑOS,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VAMOS LLEVANDO ESTA CRUZ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PROSIGO EL CAMINO ANGOSTO,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CRISTO MUCHO MEJOR/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13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//YA VIENE LA RECOMPENSA,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 NO VOY A LLORAR,</a:t>
            </a: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TENGO A CRISTO EN MI VIDA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POR ESO PUEDO ESCALAR//.</a:t>
            </a: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08813"/>
            <a:ext cx="12192000" cy="6858000"/>
          </a:xfrm>
        </p:spPr>
        <p:txBody>
          <a:bodyPr>
            <a:noAutofit/>
          </a:bodyPr>
          <a:lstStyle/>
          <a:p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//A VECES ME SIENTO DÉBIL,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 NO PUEDO ESCALAR,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LEVANTO MIS MANOS AL CIELO</a:t>
            </a:r>
            <a:b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CRISTO FUERZAS ME DA//.</a:t>
            </a:r>
          </a:p>
        </p:txBody>
      </p:sp>
    </p:spTree>
    <p:extLst>
      <p:ext uri="{BB962C8B-B14F-4D97-AF65-F5344CB8AC3E}">
        <p14:creationId xmlns:p14="http://schemas.microsoft.com/office/powerpoint/2010/main" val="31707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CF2D3-6555-CFE0-A658-5A9CDF5F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10792-C615-3A90-B54F-27B30FC05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-417095"/>
            <a:ext cx="120396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VENID TODOS Y CELEBRAD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VENID TODOS Y CELEBRAD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MARAVILLAS DE SUS PRODIGIOS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PUEBLOS TODOS ACLAMAD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3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C8283-514B-5924-D605-6A0A3B4C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F644D-5DA1-E7AE-B406-94F9EDB22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-192505"/>
            <a:ext cx="12115800" cy="6858000"/>
          </a:xfrm>
        </p:spPr>
        <p:txBody>
          <a:bodyPr>
            <a:noAutofit/>
          </a:bodyPr>
          <a:lstStyle/>
          <a:p>
            <a: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GRANDES SON SUS OBRAS</a:t>
            </a:r>
            <a:b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PODER MARAVILLOSO</a:t>
            </a:r>
            <a:b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CIELOS Y TIERRA</a:t>
            </a:r>
            <a:b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NOMBRE GLORIFICAD</a:t>
            </a:r>
            <a:endParaRPr lang="es-CO" sz="7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9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65221"/>
            <a:ext cx="12192000" cy="6858000"/>
          </a:xfrm>
        </p:spPr>
        <p:txBody>
          <a:bodyPr>
            <a:noAutofit/>
          </a:bodyPr>
          <a:lstStyle/>
          <a:p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EXALTARÉ, MI DIOS, MI REY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BENDECIRÉ TU NOMBRE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0E139-0F9F-49F8-FC05-113E5241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AC81B-EB81-CFE2-8C59-FBA2AC163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1" y="-192505"/>
            <a:ext cx="12031579" cy="6858000"/>
          </a:xfrm>
        </p:spPr>
        <p:txBody>
          <a:bodyPr>
            <a:noAutofit/>
          </a:bodyPr>
          <a:lstStyle/>
          <a:p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ALABARÉ TU NOMBRE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JEHOVÁ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DIGNO DE SUPREMA ALABANZA,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SU GRANDEZA ES INESCRUTABLE,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5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4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189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CRISTO ES LA PEÑA DE HOREB QUE ESTÁ BROTANDO, AGUA DE VIDA SALUDABLE PARA TI, 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TODO AQUEL QUE SUFRE Y VA LLORANDO, LA PAZ LE OFRECE POR SU SANGRE CARMESÍ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41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6569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VEN, A TOMARLA QUE ES MÁS DULCE QUE LA MIEL, REFRESCA EL ALMA Y SACIA TODO TU SER, CRISTO ES LA PEÑA DE HOREB QUE ESTÁ BROTANDO, AGUA DE VIDA SALUDABLE PARA TI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623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2F317-F42F-73CA-9297-0407F3F6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3E504-6560-2B6A-0B0A-86A0B53E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LIRIO DEL VALLE DE LAS FLORES, ÉL ES LA ROSA BLANCA Y PURA DE SHARON CRISTO ES LA VIDA Y AMOR DE LOS AMORES, ÉL ES LA ETERNA FUENTE DE LA SALVACIÓN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39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3561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LIBRE, YO SOY LIBRE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LAS CADENAS DEL PECADO HAN SIDO ROTAS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YO SOY LIBRE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CANTAR, PARA DANZAR, PARA GOZAR //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833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6522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VENCIDO, AL ENEMIGO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 SANGRE DE JESUCRISTO YO SOY LIBRE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168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2611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HABRÁ EN EL CIELO UNA GRAN FIESTA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SERA UNA GLORIOSA REUNIÓN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REUNIRÁN DE TODAS RAZAS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REDIMIDOS DEL SEÑOR.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760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2EF9B-7E0B-388A-2F6F-43F48CF8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185FD-19EB-9F4D-3F8B-A5C5519DB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CANTARAN CANCIONES DE ALEGRÍA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LAGRIMAS DE GOZO LLORARAN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SERA UNA FIESTA DE VICTORIA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REDIMIDOS ENTRARAN.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6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53980-78DF-5F33-71A0-744640AA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93E0-DBE1-5F9D-4DB3-2C191D273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FIESTA DE LOS VENCEDORES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ME LA VOY A PERDER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CANTO DE LOS REDIMIDOS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ALEGRÍA CANTARÉ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40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D0357-C6AB-EB61-85CF-9118F730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053" y="2643104"/>
            <a:ext cx="10515600" cy="1325563"/>
          </a:xfrm>
        </p:spPr>
        <p:txBody>
          <a:bodyPr>
            <a:normAutofit/>
          </a:bodyPr>
          <a:lstStyle/>
          <a:p>
            <a:r>
              <a:rPr lang="es-ES" sz="7200" b="1" dirty="0">
                <a:latin typeface="Arial" panose="020B0604020202020204" pitchFamily="34" charset="0"/>
                <a:cs typeface="Arial" panose="020B0604020202020204" pitchFamily="34" charset="0"/>
              </a:rPr>
              <a:t>ADORACIÓN</a:t>
            </a:r>
            <a:endParaRPr lang="es-CO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66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55C63-F6E9-249F-C739-4004953F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058A-0AFD-8C2B-9D5F-DF03E560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312822"/>
            <a:ext cx="11983453" cy="6545178"/>
          </a:xfrm>
        </p:spPr>
        <p:txBody>
          <a:bodyPr>
            <a:noAutofit/>
          </a:bodyPr>
          <a:lstStyle/>
          <a:p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MIS MANOS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 VOZ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OFRECIERTE A TI MI VIDA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SANTIDAD Y AMOR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725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D4F5D-A5BC-2C5D-714D-8FC7FADF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8E571-464D-C49F-397C-57B6B8135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PADRE, SOLO A TI TE OFREZCO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Y MI CORAZÓN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ME POSTRO EN TU PRESENCIA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ADORACIÓN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7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1263F-3762-17BB-3F64-025D5D2A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98E31-4ED1-95CC-FD06-3027DA0B4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05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20180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ESPÍRITU SANTO 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LLÉNAME SEÑOR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TU PRECIOSA UNCIÓN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153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SEÑOR, CON TU PODER.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 TE QUIERO CONOCER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21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LEVANTO MIS MANOS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NO TENGA FUERZAS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LEVANTO MIS MANOS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TENGA MIL PROBLEMAS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90"/>
            <a:ext cx="12192000" cy="6858000"/>
          </a:xfrm>
        </p:spPr>
        <p:txBody>
          <a:bodyPr>
            <a:noAutofit/>
          </a:bodyPr>
          <a:lstStyle/>
          <a:p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COMIENZO A SENTIR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UNA UNCIÓN QUE ME HACE CANTAR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COMIENZO A SENTIR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567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86064"/>
            <a:ext cx="12192000" cy="6858000"/>
          </a:xfrm>
        </p:spPr>
        <p:txBody>
          <a:bodyPr>
            <a:noAutofit/>
          </a:bodyPr>
          <a:lstStyle/>
          <a:p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MIS CARGAS SE VAN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NUEVAS FUERZAS TÚ ME DAS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ESO ES POSIBLE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ESO ES POSIBLE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LEVANTO MIS MANOS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F8B90-5EE4-A8EC-68DB-F27B2FAA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46897-E817-846B-67D9-06B383EE4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9773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SEÑOR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MI PASTOR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NADA ME FALTARÁ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SEÑOR ES MI PASTOR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PASTOS DELICADOS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 ME HARÁ DESCANSAR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964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37051-05B9-7B3C-08CA-BFC60645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FCE75-BE99-0280-CCA0-D4E221591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59142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JUNTO A AGUAS DE REPOSO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PASTOREARÁ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CONFORTARÁ MI ALMA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GUIARÁ POR SENDAS DE JUSTICIA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AMOR DE SU NOMBRE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13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1B460-6C2C-D506-C051-63726362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DFD83-97A7-C70A-BA40-70DED09C0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36884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TOCAR EL BORDE DE SU MANTO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PUDIERA VER SU ROSTRO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PUDIERA TOCAR SUS MANOS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 SERÍA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SÉ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26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5B53A-63AB-FCEE-1CFA-56F246AE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B8502-55FF-A6C9-C825-364F7F7C6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521116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TOCAR EL BORDE DE SU MANTO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PUDIERA OÍR TU VOZ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TAN SOLO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PUDIERA ACERCARME A ÉL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 SERÍA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SÉ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9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BC62D-1AFC-2876-17B5-61EECB24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73EB3-BA98-9B05-0DF3-B0D0F6088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6884"/>
            <a:ext cx="12192000" cy="6521116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DELANTE DE TI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SOY ALGUIEN QUE NECESITA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TOQUE DEL MAESTRO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SER LIBERADO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DELANTE DE TI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SOY ALGUIEN QUE NECESITA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UNA MIRADA DE MI SALVADOR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89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6926E-D748-6262-299D-BE8D3F41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CE44F-8233-674B-8331-DD10592A2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73516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TUS PIES, ARDE MI CORAZÓN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TUS PIES, ENTREGO LO QUE SOY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EL LUGAR, DE MI SEGURIDAD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DONDE NADIE, ME PUEDE SEÑALAR.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6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45A1B-A78F-F6FE-1F9D-2734F242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12B9-5D30-C4ED-DCD9-5BD5E51E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0421"/>
            <a:ext cx="12192000" cy="6673516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PERDONASTE,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ACERCASTE A TU PRESENCIA,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LEVANTASTE,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HOY ME POSTRO ADORARTE.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42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0436E-D9FE-6229-6209-9F078030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A7C26-18FA-48E6-2A39-D452EBDF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8969"/>
            <a:ext cx="12192000" cy="6673516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//NO HAY LUGAR MÁS ALTO, MÁS GRANDE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ESTAR A TUS PIES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ESTAR A TUS PIES//.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161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60242-338E-A3E1-CDCF-86A3FD95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D7C71-BE0E-8ACF-31A6-85FC3C57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090864"/>
            <a:ext cx="12192000" cy="6673516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 AQUÍ PERMANECERÉ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POSTRADO A TUS PIES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AQUÍ PERMANECERÉ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LOS PIES DE CRISTO//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143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30837-1FC8-F1FF-13EF-D7360A6C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5266-AC7B-6891-6094-98A57294A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521116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RECONCILIADOS SOMOS EN TI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OBRA DE LA CRUZ NOS INCLUYÓ EN TI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CRISTO, IMAGEN DEL DIOS INVISIBLE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CRISTO, EN TI HABITA TODA PLENITUD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1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C170-E1E8-E6A1-7518-45B807DD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EB38F-6BAA-8939-C1B1-017E3B06E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442"/>
            <a:ext cx="12192000" cy="6521116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ESTOY COMPLETO EN TI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NADA ME FALTA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LO ENCUENTRO EN TI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AMADO MÍO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22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6E50D-FF63-C9F6-E48F-DE4C4687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B51FA-E97E-0EBB-5F21-612600FA2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521116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ME FALTA NADA, SOLO TU ME BASTAS TU LLENAS MI ALMA COMPLETO ESTOY EN TÍ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809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01591-869E-A3CA-1B96-BF548510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F9F7A-2F16-C587-E600-922044598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53189"/>
            <a:ext cx="12192000" cy="6673516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 FIDELIDAD ES GRANDE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 FIDELIDAD, INCOMPARABLE ES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NADIE COMO TÚ, BENDITO DIOS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GRANDE ES TU FIDELIDAD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88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442B2-32FA-47BF-11F7-C256AC4A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84132-6902-A671-67FB-AADD77952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53189"/>
            <a:ext cx="12192000" cy="6673516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QUIERO LLENAR TU TRONO DE ALABANZA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QUIERO LLENAR TU TRONO DE ADORACIÓN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QUIERO ADORAR, POSTRARME EN TU PRESENCIA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PROCLAMARTE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7690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1145</Words>
  <Application>Microsoft Office PowerPoint</Application>
  <PresentationFormat>Panorámica</PresentationFormat>
  <Paragraphs>47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Tema de Office</vt:lpstr>
      <vt:lpstr>//BUENO ES ALABARTE, JEHOVÁ, Y CANTAR SALMOS A TU NOMBRE//</vt:lpstr>
      <vt:lpstr>//ANUNCIAR POR LA MAÑANA TU MISERICORDIA Y TU FIDELIDAD DE NOCHE//</vt:lpstr>
      <vt:lpstr>¿QUIÉN ES EL QUE VIVE? CRISTO ES EL QUE VIVE ¿QUIÉN ES EL QUE SALVA? CRISTO ES EL QUE SALVA</vt:lpstr>
      <vt:lpstr>¿QUIÉN ES EL QUE VIENE? CRISTO ES EL QUE VIENE ¿QUIÉN ES EL QUE SANA? CRISTO ES EL QUE SANA</vt:lpstr>
      <vt:lpstr>//ANUNCIAR POR LA MAÑANA TU MISERICORDIA Y TU FIDELIDAD DE NOCHE//</vt:lpstr>
      <vt:lpstr>GRANDES Y MARAVILLOSAS SON TUS OBRAS, SEÑOR DIOS TODOPODEROSO; JUSTOS Y VERDADEROS SON TUS CAMINOS, ///REY DE LOS SANTOS///</vt:lpstr>
      <vt:lpstr>¿QUIÉN NO TE TEMERÁ, OH SEÑOR, Y GLORIFICARÁ TU NOMBRE? PUES SÓLO TÚ ERES SANTO; POR LO CUAL TODAS LAS NACIONES VENDRÁN Y TE ADORARÁN</vt:lpstr>
      <vt:lpstr>¡ALELUYA, AMÉN! ¡ALELUYA, AMÉN!</vt:lpstr>
      <vt:lpstr>TEMED A DIOS Y DADLE GLORIA, PORQUE SU JUICIO HA LLEGADO; Y ADORAD A AQUEL QUE HIZO LOS CIELOS, LA TIERRA Y EL MAR Y LAS FUENTES DE LAS AGUAS.</vt:lpstr>
      <vt:lpstr>/VAMOS ESCALANDO PELDAÑOS, VAMOS LLEVANDO ESTA CRUZ PROSIGO EL CAMINO ANGOSTO, CON CRISTO MUCHO MEJOR/</vt:lpstr>
      <vt:lpstr>//YA VIENE LA RECOMPENSA,  YA NO VOY A LLORAR, TENGO A CRISTO EN MI VIDA Y POR ESO PUEDO ESCALAR//.</vt:lpstr>
      <vt:lpstr>//A VECES ME SIENTO DÉBIL, YA NO PUEDO ESCALAR, LEVANTO MIS MANOS AL CIELO Y CRISTO FUERZAS ME DA//.</vt:lpstr>
      <vt:lpstr>VENID TODOS Y CELEBRAD VENID TODOS Y CELEBRAD LAS MARAVILLAS DE SUS PRODIGIOS PUEBLOS TODOS ACLAMAD</vt:lpstr>
      <vt:lpstr>PORQUE GRANDES SON SUS OBRAS SU PODER MARAVILLOSO CIELOS Y TIERRA SU NOMBRE GLORIFICAD</vt:lpstr>
      <vt:lpstr>TE EXALTARÉ, MI DIOS, MI REY Y BENDECIRÉ TU NOMBRE ETERNAMENTE Y PARA SIEMPRE, CADA DÍA TE BENDECIRÉ</vt:lpstr>
      <vt:lpstr>Y ALABARÉ TU NOMBRE ETERNAMENTE Y PARA SIEMPRE, GRANDE ES JEHOVÁ Y DIGNO DE SUPREMA ALABANZA, Y SU GRANDEZA ES INESCRUTABLE, CADA DÍA TE BENDECIRÉ</vt:lpstr>
      <vt:lpstr>CRISTO ES LA PEÑA DE HOREB QUE ESTÁ BROTANDO, AGUA DE VIDA SALUDABLE PARA TI,  A TODO AQUEL QUE SUFRE Y VA LLORANDO, LA PAZ LE OFRECE POR SU SANGRE CARMESÍ</vt:lpstr>
      <vt:lpstr>VEN, A TOMARLA QUE ES MÁS DULCE QUE LA MIEL, REFRESCA EL ALMA Y SACIA TODO TU SER, CRISTO ES LA PEÑA DE HOREB QUE ESTÁ BROTANDO, AGUA DE VIDA SALUDABLE PARA TI</vt:lpstr>
      <vt:lpstr>CRISTO ES EL LIRIO DEL VALLE DE LAS FLORES, ÉL ES LA ROSA BLANCA Y PURA DE SHARON CRISTO ES LA VIDA Y AMOR DE LOS AMORES, ÉL ES LA ETERNA FUENTE DE LA SALVACIÓN</vt:lpstr>
      <vt:lpstr>// LIBRE, YO SOY LIBRE LAS CADENAS DEL PECADO HAN SIDO ROTAS LIBRE, YO SOY LIBRE PARA CANTAR, PARA DANZAR, PARA GOZAR // </vt:lpstr>
      <vt:lpstr>HE VENCIDO, AL ENEMIGO POR LA SANGRE DE JESUCRISTO YO SOY LIBRE</vt:lpstr>
      <vt:lpstr>HABRÁ EN EL CIELO UNA GRAN FIESTA SERA UNA GLORIOSA REUNIÓN SE REUNIRÁN DE TODAS RAZAS LOS REDIMIDOS DEL SEÑOR. </vt:lpstr>
      <vt:lpstr>CANTARAN CANCIONES DE ALEGRÍA LAGRIMAS DE GOZO LLORARAN SERA UNA FIESTA DE VICTORIA SOLO REDIMIDOS ENTRARAN. </vt:lpstr>
      <vt:lpstr>LA FIESTA DE LOS VENCEDORES NO ME LA VOY A PERDER EL CANTO DE LOS REDIMIDOS CON ALEGRÍA CANTARÉ </vt:lpstr>
      <vt:lpstr>ADORACIÓN</vt:lpstr>
      <vt:lpstr>QUIERO LEVANTAR MIS MANOS QUIERO LEVANTAR MI VOZ Y OFRECIERTE A TI MI VIDA EN SANTIDAD Y AMOR</vt:lpstr>
      <vt:lpstr>PADRE, SOLO A TI TE OFREZCO MI VIDA Y MI CORAZÓN Y ME POSTRO EN TU PRESENCIA EN ADORACIÓN</vt:lpstr>
      <vt:lpstr>HIJO DE DIOS, RECIBE HOY TODA LA GLORIA, LA HONRA Y HONOR HIJO DE DIOS, RECIBE HOY TODA LA GLORIA, LA HONRA Y HONOR</vt:lpstr>
      <vt:lpstr>VEN ESPÍRITU SANTO VEN Y LLÉNAME SEÑOR CON TU PRECIOSA UNCIÓN</vt:lpstr>
      <vt:lpstr>PURIFÍCAME Y LÁVAME, RENUÉVAME, RESTÁURAME, SEÑOR, CON TU PODER. PURIFÍCAME Y LÁVAME, RENUÉVAME, RESTÁURAME, SEÑOR TE QUIERO CONOCER</vt:lpstr>
      <vt:lpstr>LEVANTO MIS MANOS AUNQUE NO TENGA FUERZAS LEVANTO MIS MANOS AUNQUE TENGA MIL PROBLEMAS </vt:lpstr>
      <vt:lpstr>CUANDO LEVANTO MIS MANOS COMIENZO A SENTIR UNA UNCIÓN QUE ME HACE CANTAR CUANDO LEVANTO MIS MANOS COMIENZO A SENTIR EL FUEGO</vt:lpstr>
      <vt:lpstr>CUANDO LEVANTO MIS MANOS MIS CARGAS SE VAN NUEVAS FUERZAS TÚ ME DAS TODO ESO ES POSIBLE TODO ESO ES POSIBLE CUANDO LEVANTO MIS MANOS</vt:lpstr>
      <vt:lpstr>EL SEÑOR ES MI PASTOR NADA ME FALTARÁ EL SEÑOR ES MI PASTOR EN PASTOS DELICADOS ÉL ME HARÁ DESCANSAR</vt:lpstr>
      <vt:lpstr>JUNTO A AGUAS DE REPOSO ME PASTOREARÁ CONFORTARÁ MI ALMA ME GUIARÁ POR SENDAS DE JUSTICIA POR AMOR DE SU NOMBRE</vt:lpstr>
      <vt:lpstr>SI TAN SOLO TOCAR EL BORDE DE SU MANTO SI TAN SOLO PUDIERA VER SU ROSTRO SI TAN SOLO PUDIERA TOCAR SUS MANOS LIBRE SERÍA YO SÉ</vt:lpstr>
      <vt:lpstr>SI TAN SOLO TOCAR EL BORDE DE SU MANTO SI TAN SOLO PUDIERA OÍR TU VOZ SI TAN SOLO PUDIERA ACERCARME A ÉL LIBRE SERÍA YO SÉ</vt:lpstr>
      <vt:lpstr>PORQUE DELANTE DE TI SOLO SOY ALGUIEN QUE NECESITA UN TOQUE DEL MAESTRO PARA SER LIBERADO PORQUE DELANTE DE TI SOLO SOY ALGUIEN QUE NECESITA UNA MIRADA DE MI SALVADOR</vt:lpstr>
      <vt:lpstr>A TUS PIES, ARDE MI CORAZÓN A TUS PIES, ENTREGO LO QUE SOY ES EL LUGAR, DE MI SEGURIDAD DONDE NADIE, ME PUEDE SEÑALAR.</vt:lpstr>
      <vt:lpstr>ME PERDONASTE, ME ACERCASTE A TU PRESENCIA, ME LEVANTASTE, HOY ME POSTRO ADORARTE.</vt:lpstr>
      <vt:lpstr>//NO HAY LUGAR MÁS ALTO, MÁS GRANDE QUE ESTAR A TUS PIES QUE ESTAR A TUS PIES//.</vt:lpstr>
      <vt:lpstr>//Y AQUÍ PERMANECERÉ POSTRADO A TUS PIES Y AQUÍ PERMANECERÉ A LOS PIES DE CRISTO//</vt:lpstr>
      <vt:lpstr>RECONCILIADOS SOMOS EN TI LA OBRA DE LA CRUZ NOS INCLUYÓ EN TI CRISTO, IMAGEN DEL DIOS INVISIBLE CRISTO, EN TI HABITA TODA PLENITUD</vt:lpstr>
      <vt:lpstr>ESTOY COMPLETO EN TI NADA ME FALTA TODO LO ENCUENTRO EN TI AMADO MÍO</vt:lpstr>
      <vt:lpstr>NO ME FALTA NADA, SOLO TU ME BASTAS TU LLENAS MI ALMA COMPLETO ESTOY EN TÍ</vt:lpstr>
      <vt:lpstr>TU FIDELIDAD ES GRANDE TU FIDELIDAD, INCOMPARABLE ES NADIE COMO TÚ, BENDITO DIOS GRANDE ES TU FIDELIDAD</vt:lpstr>
      <vt:lpstr>QUIERO LLENAR TU TRONO DE ALABANZA QUIERO LLENAR TU TRONO DE ADORACIÓN QUIERO ADORAR, POSTRARME EN TU PRESENCIA Y PROCLAMARTE SEÑOR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6</cp:revision>
  <dcterms:created xsi:type="dcterms:W3CDTF">2024-11-24T01:13:55Z</dcterms:created>
  <dcterms:modified xsi:type="dcterms:W3CDTF">2026-07-05T03:37:47Z</dcterms:modified>
</cp:coreProperties>
</file>