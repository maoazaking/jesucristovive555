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desplazar la diapositiva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4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4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4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E90CE2-B0A8-4307-BAC1-F66E6DFD9956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CO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05A2D1-764F-4ECF-9310-2C6D1EAA3AA5}" type="slidenum">
              <a:rPr lang="es-CO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680" cy="238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293AAD-576A-49F4-AB4D-5ABB07CF042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1280" cy="43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6080B0-1D64-4EDC-8C3B-4789265383D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760" cy="58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920" cy="58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2DCD88-913E-4FCA-BD56-79D8BD5A40C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1280" cy="43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FB9A84-4300-4BCE-BC9D-AD69637D1F7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1280" cy="284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1280" cy="149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7380B4-208E-4E1F-ADA4-A2B90B80DCF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7160" cy="43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7160" cy="43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48CC2D-04F5-4747-9731-9CFC04AB222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3400" cy="81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3400" cy="36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960" cy="81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960" cy="368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F7443A-02D5-41B7-913A-2D75E8A4F50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280" cy="132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7F114B-84D3-4C42-A27F-5500E8C3F3D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C66FCD-5A6C-4CF6-A2DD-0FF06EE7F86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960" cy="159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880" cy="486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960" cy="38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AB1462-6085-47D8-ACF1-C3D60301C99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960" cy="159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880" cy="48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960" cy="38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F1F64F-6E17-445A-B944-AD2A3C80440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680" cy="238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4566CD0-F52E-440A-A10D-EF6C068B4A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680" cy="238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C412B81-737A-44AA-B7AD-1484F24C76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1120"/>
            <a:ext cx="91396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3F6255-CC7A-4A7C-8170-4AABD29A578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1120"/>
            <a:ext cx="91396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58CA6D-D06D-4606-A2D5-9DC4D9FD699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PODER, PODER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SIN IGUAL PODER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JESÚS,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QUIEN MURIÓ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HAY PODER, PODER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SIN IGUAL PODER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LA SANGRE QUE ÉL VERTIÓ</a:t>
            </a:r>
            <a:endParaRPr lang="es-ES" sz="6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¿QUIERES SER SALVO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TODA MALDAD?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TAN SOLO HAY PODER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MI JESÚS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¿QUIERES VIVIR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GOZAR SANTIDAD?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TAN SOLO HAY PODER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JESÚS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¿QUIERES SER LIBRE DE ORGULLO Y PASIÓN?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TAN SOLO HAY PODER EN MI JESÚS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¿QUIERES VENCER TODA CRUEL TENTACIÓN?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TAN SOLO HAY PODER EN JESÚS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IMPORTA DE DONDE TU VENGA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DE TRAS DEL CALVARIO TU ESTAS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TU CORAZÓN ES COMO EL MIO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LA MANO Y MI HERMANO SERAS.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//DAME LA MANO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LA MANO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LA MANO Y MI HERMANO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SERAS//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VAMOS ESCALANDO PELDAÑOS,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VAMOS LLEVANDO ESTA CRUZ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PROSIGO EL CAMINO ANGOSTO,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CRISTO MUCHO MEJOR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YA VIENE LA RECOMPENSA,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YA NO VOY A LLORAR, TENGO A CRISTO EN MI VIDA; POR ESO PUEDO ESCALAR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VECES ME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SIENTO DÉBIL,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YA NO PUEDO ESCALAR,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LEVANTO MIS MANOS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 CIELO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CRISTO FUERZAS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DA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24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mi copa llena está, llena está//</a:t>
            </a:r>
            <a:br>
              <a:rPr sz="10240"/>
            </a:br>
            <a:r>
              <a:rPr lang="es-ES" sz="1024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//Del aceite que desciende desde el torno celestial//</a:t>
            </a:r>
            <a:endParaRPr lang="es-ES" sz="1024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//Gocémonos y alegrémonos</a:t>
            </a:r>
            <a:endParaRPr lang="es-ES" sz="10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Démosle gloria a aquel que nos amó//</a:t>
            </a:r>
            <a:endParaRPr lang="es-ES" sz="10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yo sé que Jesús él vive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los siglos de los siglos aleluya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//Él es el alfa él es la omega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principio y es el fin//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4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//Aleluya porque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señor; nuestro Dios todopoderoso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reina para siempre reina//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Pronto vendrá el Señor su iglesia a levantar gloriosa;</a:t>
            </a:r>
            <a:endParaRPr lang="es-ES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iglesia que compró a precio de sangre preciosa;</a:t>
            </a:r>
            <a:endParaRPr lang="es-ES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7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Los ángeles vendrán y allí se reunirá su pueblo.</a:t>
            </a:r>
            <a:endParaRPr lang="es-ES" sz="7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yo quiero estar para escuchar su voz,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me diga ven buen siervo.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Alza tus ojos y mira</a:t>
            </a:r>
            <a:br>
              <a:rPr sz="10300"/>
            </a:b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cosecha esta lista</a:t>
            </a:r>
            <a:br>
              <a:rPr sz="10300"/>
            </a:b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tiempo a llegado</a:t>
            </a:r>
            <a:br>
              <a:rPr sz="10300"/>
            </a:b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miel se esta madura.</a:t>
            </a:r>
            <a:endParaRPr lang="es-ES" sz="10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esfuérzate y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 valiente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levántate y predica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todas las naciones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Cristo les da vida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sera llena la tierra de su gloria se cubrirá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las aves cubren la mar//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No, no hay otro nombre dado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los hombres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Jesucristo es</a:t>
            </a:r>
            <a:br>
              <a:rPr sz="10560"/>
            </a:b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Señor 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sera llena la tierra de su gloria se cubrirá</a:t>
            </a:r>
            <a:br>
              <a:rPr sz="10300"/>
            </a:b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las aves cubren la mar//</a:t>
            </a:r>
            <a:endParaRPr lang="es-ES" sz="10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//Avívame//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tu Espíritu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//Avívame//</a:t>
            </a:r>
            <a:br>
              <a:rPr sz="11620"/>
            </a:b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tu poder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 sera llena la tierra de su gloria se cubrirá</a:t>
            </a:r>
            <a:br>
              <a:rPr sz="10300"/>
            </a:br>
            <a:r>
              <a:rPr lang="es-ES" sz="10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las aves cubren la mar//</a:t>
            </a:r>
            <a:endParaRPr lang="es-ES" sz="10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-4813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LA GRACIA DEL SEÑOR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HOY TENGO SALVACIÓN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LA GRACIA Y EL PODER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SON DE DIOS, NUESTRO SEÑOR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//GOCÉMONOS Y ALEGRÉMONOS</a:t>
            </a:r>
            <a:br>
              <a:rPr sz="5700"/>
            </a:br>
            <a:r>
              <a:rPr lang="es-ES" sz="5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DÉMOSLE GLORIA EN LA IGLESIA AL SEÑOR//</a:t>
            </a:r>
            <a:endParaRPr lang="es-ES" sz="5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JESUCRISTO ES MI PASTOR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 PODEROSO Y REINA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REY DE REYES, EL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 EL CORDERO DE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//GOCÉMONOS Y ALEGRÉMONOS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DÉMOSLE GLORIA EN LA IGLESIA AL SEÑOR//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//Dios está aquí, que precioso es,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lo prometió donde hay dos o tres//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en cada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corazón,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///en mí///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de Dios ///se mueve (con poder)///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de Dios se mueve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dentro de mi corazón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//Dios está aquí, que precioso es,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lo prometió donde hay dos o tres//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en cada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corazón,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//Quédate Señor//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Quédate Señor ///en mí///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hermano deja que Él ////Se mueva////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hermano deja que Él se mueva, dentro de tu corazón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//Ardiendo en fuego mi alma esta//,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Gloriosa llama me limpiará,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aleluya mi alma ardiendo está.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ardas en mi ser,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arder con tu poder,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Un nuevo espíritu tener como señal, Que estoy ardiendo con el fuego celestial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alabarte y adorarte solo a ti,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se adora en espíritu y en verdad;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 Señor quiero que ardas en mi ser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la zarza quiero arder con tu poder.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Busca primero el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reino de Dios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su perfecta justicia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lo demás añadido será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Aleluya, aleluya.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040" cy="685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sólo de pan el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hombre vivirá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Sino de cada palabra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sale de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boca de Dios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Aleluya, aleluya.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Application>LibreOffice/26.2.4.2$Windows_X86_64 LibreOffice_project/0229ac93fcf0d7cbc6376066c6f35021cef002dc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2026-07-26T09:21:45Z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