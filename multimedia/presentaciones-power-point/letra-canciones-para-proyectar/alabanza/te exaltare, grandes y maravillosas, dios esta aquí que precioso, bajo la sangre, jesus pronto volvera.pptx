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6520" cy="159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6440" cy="4867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6520" cy="380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B3727D-73B5-48EB-AAB2-263744BFEF2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AABA9B-118D-4A4A-817A-17F528EF41E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E3EBDC-9F28-4AEA-B3FF-CE5A595AFF6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3320" cy="580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8480" cy="580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B0E2CC-5B55-465F-8931-00F5BEACC9B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A1DE03-1650-4EA3-9443-9FC2CB4B727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9840" cy="284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9840" cy="14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EB244E-73BA-4317-AE0B-D0FFEEB763D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5720" cy="434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5720" cy="434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E629B0-499A-4E27-A16A-5179573E62B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1960" cy="81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1960" cy="367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7520" cy="81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7520" cy="367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F3F6BB-B66C-48DF-828F-1394E447FD1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40A236-D649-4E31-A337-36DCCB8C174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2039E8-0FC8-47ED-BFA9-985A372050F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6520" cy="159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6440" cy="486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6520" cy="380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BF52BD-E5E4-49F0-8279-75824F85D33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8FA6153-8A90-44F7-B1AE-B4585D99FE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315FBEE-1BA0-4AB4-88A2-6257170506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0040"/>
            <a:ext cx="913824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EF9081-DED5-46EC-93EA-F40825945FE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0040"/>
            <a:ext cx="913824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1B04E6-AADC-4C63-8AA2-72CD21CC35E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exaltaré, mi Dios, mi Rey; y bendeciré tu nombre; Eternamente y para siempre,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Cada día te bendeciré.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7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alabaré tu nombre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eternamente y para siempre. Grande es Jehová y digno de suprema alabanza, Y su grandeza es inescrutable, cada día te bendeciré.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Grandes y maravillosas son tus obras,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Dios todo poderoso;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Justos y verdaderos son tus caminos,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///Rey de los santos///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Quien no te temerá oh Señor,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glorificara tu Nombre;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Pues solo tú eres santo,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lo cual todas las naciones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Vendrán //Y te adorarán//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////Aleluya amén////</a:t>
            </a:r>
            <a:endParaRPr lang="es-ES" sz="66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Temed a Dios y dadle gloria,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su juicio ha llegado;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adorar aquel que hizo,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cielo, y la tierra,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mar y las fuentes de las aguas</a:t>
            </a:r>
            <a:br>
              <a:rPr sz="72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////Aleluya amén////</a:t>
            </a: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//Dios está aquí, que precioso es,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lo prometió donde hay dos o tres//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//Quédate Señor//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Quédate Señor en cada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corazón,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//Quédate Señor//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Quédate Señor ///en mí///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espíritu de Dios ///se mueve (con poder)///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espíritu de Dios se mueve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dentro de mi corazón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//Dios está aquí, que precioso es,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lo prometió donde hay dos o tres//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//Quédate Señor//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Quédate Señor en cada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corazón,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//Quédate Señor//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Quédate Señor ///en mí///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hermano deja que Él ////Se mueva////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hermano deja que Él se mueva, dentro de tu corazón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Encontré un lugar do descansar,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amparo de su salvación,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Allí puedo a Cristo contemplar,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 sangre de la expiación.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Bajo de la sangre de la expiación,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Bajo de la sangre de redención,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Bien seguro me hallo y constante moro,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 sangre de la expiación.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mi loor podré yo dar,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 Jesús que mi maldad quitó,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un mundo nuevo vivo ya,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 sangre de la expiación.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Bajo de la sangre de la expiación,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Bajo de la sangre de redención,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Bien seguro me hallo y constante moro,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 sangre de la expiación.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Ningún mal a mi alma dañará,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Pues me cuida Cristo con su amor,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 mi lado siempre Cristo irá,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 sangre de la expiación.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Bajo de la sangre de la expiación,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Bajo de la sangre de redención,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Bien seguro me hallo y constante moro,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 sangre de la expiación.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Su grande poder mi alma sanó,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su sacrificio me salvó,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Guardarme limpio el Salvador,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 sangre de la expiación.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903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Bajo de la sangre de la expiación,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Bajo de la sangre de redención,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Bien seguro me hallo y constante moro,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 sangre de la expiación.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Jesús pronto volverá 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mundo en gran poder,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Promesa nos dio, 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regresará, 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Si, viene el Salvador.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Señales abundan hoy, Cumpliéndose ya están, Por su gracia listo estoy, Le espero sin más afán.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Muy pronto Jesús vendrá, Él viene no tardará; Él ha de venir, El descenderá Del cielo, El Rey vendrá.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Despiértate pecador,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tiempo es corto ya.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Viene pronto el Salvador,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sabes cuándo será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Cristo volverá, 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pueblo que le amó, 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más sufrirá, al cielo irá, Pues Cristo ya le salvó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Más el que rechaza aquí, A Cristo y su amor, Sufrirá por siempre allí, Tinieblas y gran dolor. 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Muy pronto Jesús vendrá, El viene no tardará; El ha de venir, El descenderá Del cielo, El Rey vendrá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Despiértate pecador,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tiempo es corto ya.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Viene pronto el Salvador,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sabes cuándo será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Del Norte, del Sur vendrán, Del Este y del Oeste. Los blancos también, sí miles vendrán. Rodeando la mesa allá,</a:t>
            </a: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Cristo se gozarán, Las bodas al celebrar, Y jamás se cansarán, De aquel tan feliz hogar. 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Muy pronto Jesús vendrá, Él viene no tardará; Él ha de venir, El descenderá Del cielo, El Rey vendrá.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0320" cy="7103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Despiértate pecador,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tiempo es corto ya.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Viene pronto el Salvador,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sabes cuándo será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Application>LibreOffice/26.2.5.2$Windows_X86_64 LibreOffice_project/cd7284b4cbbfeb507e630c1aac019f4157393acb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2026-09-12T13:53:14Z</dcterms:modified>
  <cp:revision>19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