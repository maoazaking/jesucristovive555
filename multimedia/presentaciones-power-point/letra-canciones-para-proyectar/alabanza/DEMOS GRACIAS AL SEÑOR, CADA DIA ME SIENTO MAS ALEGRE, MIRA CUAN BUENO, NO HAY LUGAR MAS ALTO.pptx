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2" r:id="rId3"/>
    <p:sldId id="273" r:id="rId4"/>
    <p:sldId id="289" r:id="rId5"/>
    <p:sldId id="290" r:id="rId6"/>
    <p:sldId id="291" r:id="rId7"/>
    <p:sldId id="293" r:id="rId8"/>
    <p:sldId id="294" r:id="rId9"/>
    <p:sldId id="295" r:id="rId10"/>
    <p:sldId id="268" r:id="rId11"/>
    <p:sldId id="296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3370" autoAdjust="0"/>
  </p:normalViewPr>
  <p:slideViewPr>
    <p:cSldViewPr snapToGrid="0">
      <p:cViewPr varScale="1">
        <p:scale>
          <a:sx n="68" d="100"/>
          <a:sy n="68" d="100"/>
        </p:scale>
        <p:origin x="8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C130C0-D651-6B83-E53B-3EA1EDAF6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DEBF0A-3593-6B33-406E-71647DAF6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6375EA-22B4-4CAE-AB3F-67A0997F9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236B72-5818-6E81-A4D4-89F55276D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E88D5C-FE2D-1E1D-0A89-AC302CA0D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289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E38C44-7538-3B3F-C8CE-3CF1EC13F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BF0C69-9AEE-5328-B74B-F510E65B5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23A08A-C123-6CBB-923A-605E325EA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4E9F9A-8C7D-A76B-7DA4-0C4447E0D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0BCC67-3FEA-3210-EAD5-C4D54680F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5725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6FEAF8-FBF5-0B7B-3CB1-04ED2856D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D53291-CD5B-E8FC-B4EB-A51CA0764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876001-7210-F0CD-8DC2-346881245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39AE81-9B61-F390-7AB9-C51552454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F9F872-6CDB-5F50-3F76-19DFFE0C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2195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119EA4-9EDC-F471-2250-55E2BD831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B67AAD-DB38-7645-E0AD-92CA2EE209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32FFB3D-DDDB-C10B-A5A7-989218522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8ED495-FD3F-1338-9D71-3AB9D839A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1F70FE-7A38-4640-348E-B59F55FD0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31FEDF-0F3B-0E0F-9AF1-3C004D565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03881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7FC605-565A-6C8C-930D-F5E5586B0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EDD4D3-FEE7-30A2-EC51-0C12856B8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DE4A01-363B-EB04-B4A7-591573430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9A3DDE-B39E-3E46-C758-3E410AEDF7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F10ADD7-383E-B199-F1BC-8FB9359F26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5C35E3E-46E6-89DC-6337-002B47FE6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6718591-089F-AE35-BF6F-7708B6E16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01F7E3E-2FAD-3377-03FD-2E16DBEC0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33718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FC5662-4383-89C5-97C3-AE1BE5B7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20E43F2-D835-4DC9-87E0-17CA97F6C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C13B977-31EB-FE00-92AE-3697E5808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6BFB55-D182-74B3-FBDC-FE2A64860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81179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990ECD0-74A8-F9D4-A75A-B43E5C0DF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1146E16-41EB-213B-5018-3E35BAA35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A3AE431-70CC-9EDC-8818-3DFDC9A5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7670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AC18C6-313C-919A-B697-9670A72F2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743773-4F64-1A6B-65B5-69913A8A8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40879A7-F4A9-8B5E-1B92-B23125346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C2312EE-EB01-6CED-841E-3F0EC302A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736635-CC6F-352D-F451-81984AFDE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2FBDAD-125F-3349-9176-C3BA3A489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0575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804C57-4818-E3ED-A6C5-F6F0DCD01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43AB964-318B-337F-60B7-2754720DA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93CB9B5-34A7-129B-0A31-F9DC3B03D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DAD8ED-BDBF-42F5-3B2F-ECB7B425C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785FFD-59B6-BC64-E9D6-16052BBB7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F37ACC-A056-E9BB-5DDB-22ABA20B2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5149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CD7602-9F2F-1A04-27ED-D6B402238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1DF196E-F362-AF35-731F-E57B56CD5B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5CE00D-068C-0663-07D0-D0E4009B7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77BA55-9761-D08F-75E3-BA24412C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FF34F0-6499-4641-D773-47264DA08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6909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C877A66-C666-056F-960F-171BE0A217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9474AEC-C427-4B7F-F962-BF90628D3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89CFCC-52A0-31C0-1287-C727C6890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F7EDF1-917F-3E81-2797-81020FCFB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880FEF-AB90-C357-A5A4-FB68CA8CA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39960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F701C12-4015-F4A9-4662-8F064380B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B8C966-0D4A-1CE4-B00F-6CA3BD54B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EE87F2-74FC-DEC5-0F78-BB780EF7B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C9EE7-8DDA-4DF6-924E-8E4896CBE84A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38A9CA-C692-6AA9-163F-9B8F7BAAEA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C231D6-70B1-65BF-A514-A6FF777CBD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19786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5CD35D-DF00-13AB-7336-7A987C06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2B3E3B-5763-48DD-3B12-DB0F31AFA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11015"/>
            <a:ext cx="12192000" cy="6858000"/>
          </a:xfrm>
        </p:spPr>
        <p:txBody>
          <a:bodyPr>
            <a:noAutofit/>
          </a:bodyPr>
          <a:lstStyle/>
          <a:p>
            <a: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//DEMOS GRACIAS AL SEÑOR</a:t>
            </a:r>
            <a:b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DEMOS GRACIAS</a:t>
            </a:r>
            <a:b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DEMOS GRACIAS AL SEÑOR//</a:t>
            </a:r>
            <a:endParaRPr lang="es-CO" sz="8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000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24F2FC-6C3C-ACC1-10CF-2F5A2003A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4073A7-1F0C-4129-FAEB-3F101A8811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40676"/>
            <a:ext cx="12192000" cy="6858000"/>
          </a:xfrm>
        </p:spPr>
        <p:txBody>
          <a:bodyPr>
            <a:noAutofit/>
          </a:bodyPr>
          <a:lstStyle/>
          <a:p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POR LAS MAÑANAS LAS 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AVES CANTAN LAS ALABANZAS AL CRISTO SALVADOR, Y TU HERMANO POR QUE NO CANTAS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LAS ALABANZAS A CRISTO 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 SALVADOR</a:t>
            </a:r>
            <a:endParaRPr lang="es-CO" sz="6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150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8F1672-0440-B1D6-E6A8-C47C4B163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1414FD-45DC-17DC-4368-72E630A8D0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97305"/>
            <a:ext cx="11983453" cy="6858000"/>
          </a:xfrm>
        </p:spPr>
        <p:txBody>
          <a:bodyPr>
            <a:noAutofit/>
          </a:bodyPr>
          <a:lstStyle/>
          <a:p>
            <a:r>
              <a:rPr lang="es-ES" sz="7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 CADA DÍA ME SIENTO MÁS ALEGRE,</a:t>
            </a:r>
            <a:br>
              <a:rPr lang="es-ES" sz="7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AUNQUE TENGA QUE CRUZAR MONTES Y VALLES //</a:t>
            </a:r>
            <a:endParaRPr lang="es-CO" sz="78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7914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CD1877-9F49-312F-DF9F-A14CD7427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07DC57-A366-F84E-19E4-8CA64A629F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593558"/>
            <a:ext cx="11983453" cy="6858000"/>
          </a:xfrm>
        </p:spPr>
        <p:txBody>
          <a:bodyPr>
            <a:noAutofit/>
          </a:bodyPr>
          <a:lstStyle/>
          <a:p>
            <a:r>
              <a:rPr lang="es-ES" sz="7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//PORQUE YO SÉ QUE MI SEÑOR HA PROMETIDO,</a:t>
            </a:r>
            <a:br>
              <a:rPr lang="es-ES" sz="7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ESTAR CONMIGO Y NO DEJARME DESMAYAR//</a:t>
            </a:r>
            <a:endParaRPr lang="es-CO" sz="78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251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6D71EF-E38E-84F2-DFE7-DBBD10DCA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A5B178-141A-E853-CE20-2B68BB723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73" y="-513347"/>
            <a:ext cx="11983453" cy="6858000"/>
          </a:xfrm>
        </p:spPr>
        <p:txBody>
          <a:bodyPr>
            <a:noAutofit/>
          </a:bodyPr>
          <a:lstStyle/>
          <a:p>
            <a:r>
              <a:rPr lang="es-ES" sz="7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 YO NO ESTOY SOLO NO, OIGO AL SEÑOR DECIR: SI ME ERES FIEL ESTARÉ CONTIGO HASTA EL FIN //</a:t>
            </a:r>
            <a:endParaRPr lang="es-CO" sz="78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535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B3231E-3F64-1DFD-6F2F-0BAF1B43F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1AE01-C867-C600-E90E-DA26368814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73" y="-513347"/>
            <a:ext cx="11983453" cy="6858000"/>
          </a:xfrm>
        </p:spPr>
        <p:txBody>
          <a:bodyPr>
            <a:noAutofit/>
          </a:bodyPr>
          <a:lstStyle/>
          <a:p>
            <a:r>
              <a:rPr lang="es-ES" sz="7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//Y MI COPA LLENA ESTÁ, LLENA ESTÁ//</a:t>
            </a:r>
            <a:br>
              <a:rPr lang="es-ES" sz="7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//DEL ACEITE QUE DESCIENDE DESDE EL TRONO CELESTIAL//</a:t>
            </a:r>
            <a:endParaRPr lang="es-CO" sz="78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897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2A85A8-3CED-35F8-73EF-60A4FBC97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6B68E6-3B85-8DDE-C0E5-FF3A164F75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50165"/>
            <a:ext cx="12192000" cy="6858000"/>
          </a:xfrm>
        </p:spPr>
        <p:txBody>
          <a:bodyPr>
            <a:noAutofit/>
          </a:bodyPr>
          <a:lstStyle/>
          <a:p>
            <a:b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//MIRAD CUÁN BUENO Y DELICIOSO ES,</a:t>
            </a:r>
            <a:b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HABITAR LOS HERMANOS JUNTOS EN ARMONÍA//</a:t>
            </a:r>
            <a:endParaRPr lang="es-CO" sz="8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823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C877E1-29CF-5741-F159-E070E2969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1AC2A2-AFB0-79F7-0294-24642FACC9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39150"/>
            <a:ext cx="12192000" cy="6858000"/>
          </a:xfrm>
        </p:spPr>
        <p:txBody>
          <a:bodyPr>
            <a:noAutofit/>
          </a:bodyPr>
          <a:lstStyle/>
          <a:p>
            <a: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 COMO͜ EL BUEN ÓLEO SOBRE LA CABEZA,</a:t>
            </a:r>
            <a:b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 CUAL DESCIENDE SOBRE</a:t>
            </a:r>
            <a:b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 BARBA DE͜ AARÓN:</a:t>
            </a:r>
            <a:b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 BAJA͜ HASTA͜ EL BORDE DE SUS VESTIDURAS.</a:t>
            </a:r>
            <a:endParaRPr lang="es-CO" sz="6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3589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EE09BA-289D-FEE6-BB44-19C84E8DD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17AC2D-2145-585F-09AC-5B2E847084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COMO͜ EL ROCÍO DE͜ HERMÓN</a:t>
            </a:r>
            <a:b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QUE DESCIENDE SOBRE</a:t>
            </a:r>
            <a:b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LOS MONTES DE SIÓN;</a:t>
            </a:r>
            <a:b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PORQUE͜ ALLÍ ENVÍA JEHOVÁ BENDICIÓN:</a:t>
            </a:r>
            <a:b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 VIDA ETERNA.</a:t>
            </a:r>
            <a:endParaRPr lang="es-CO" sz="6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2033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7CB10F-901A-3B06-18A8-E02ED3763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D97892-FABC-BE78-5D7A-C43E535CFA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50234"/>
            <a:ext cx="12192000" cy="6858000"/>
          </a:xfrm>
        </p:spPr>
        <p:txBody>
          <a:bodyPr>
            <a:noAutofit/>
          </a:bodyPr>
          <a:lstStyle/>
          <a:p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 TUS PIES ARDE MI CORAZÓN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 TUS PIES ENTREGO LO QUE SOY, ES EL LUGAR DE MI SEGURIDAD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DONDE NADIE ME PUEDE SEÑALAR</a:t>
            </a:r>
            <a:br>
              <a:rPr lang="es-ES" sz="7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7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739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E2CEBA-4E73-7AA1-5386-F7335FA5C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9C0044-4F11-68A6-A205-CE85129B30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50234"/>
            <a:ext cx="12192000" cy="6858000"/>
          </a:xfrm>
        </p:spPr>
        <p:txBody>
          <a:bodyPr>
            <a:noAutofit/>
          </a:bodyPr>
          <a:lstStyle/>
          <a:p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 TUS PIES ARDE MI CORAZÓN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 TUS PIES ENTREGO LO QUE SOY, ES EL LUGAR DE MI SEGURIDAD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DONDE NADIE ME PUEDE SEÑALAR</a:t>
            </a:r>
            <a:br>
              <a:rPr lang="es-ES" sz="7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7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079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FBD454-F13E-B5AB-D3A6-233EE4C83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12F324-4C24-D8FB-4C9F-79F444368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ME PERDONASTE</a:t>
            </a:r>
            <a:b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ME ACERCASTE A TU PRESENCIA</a:t>
            </a:r>
            <a:b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ME LEVANTASTE</a:t>
            </a:r>
            <a:b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HOY ME POSTRO A ADORARTE</a:t>
            </a:r>
            <a:endParaRPr lang="es-CO" sz="88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559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F89335-27ED-67A3-E003-5EAEF5C68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EC034D-846F-3F1F-5BEC-AB9D21B5B0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17096"/>
            <a:ext cx="12192000" cy="6858000"/>
          </a:xfrm>
        </p:spPr>
        <p:txBody>
          <a:bodyPr>
            <a:noAutofit/>
          </a:bodyPr>
          <a:lstStyle/>
          <a:p>
            <a:r>
              <a:rPr lang="es-ES" sz="8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NO HAY LUGAR MÁS ALTO MÁS GRANDE</a:t>
            </a:r>
            <a:br>
              <a:rPr lang="es-ES" sz="8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QUE ESTAR A TUS PIES,</a:t>
            </a:r>
            <a:br>
              <a:rPr lang="es-ES" sz="8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QUE ESTAR A TUS PIES</a:t>
            </a:r>
            <a:endParaRPr lang="es-CO" sz="82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081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814F6C-26B4-3055-43B7-2E8EA3E39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C431E5-1D92-A9A8-BF20-9997B988D9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074821"/>
            <a:ext cx="12192000" cy="6858000"/>
          </a:xfrm>
        </p:spPr>
        <p:txBody>
          <a:bodyPr>
            <a:noAutofit/>
          </a:bodyPr>
          <a:lstStyle/>
          <a:p>
            <a:r>
              <a:rPr lang="es-ES" sz="8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AQUÍ PERMANECERÉ</a:t>
            </a:r>
            <a:br>
              <a:rPr lang="es-ES" sz="8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POSTRADO A TUS PIES</a:t>
            </a:r>
            <a:br>
              <a:rPr lang="es-ES" sz="8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AQUÍ PERMANECERÉ</a:t>
            </a:r>
            <a:br>
              <a:rPr lang="es-ES" sz="8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 LOS PIES DE CRISTO</a:t>
            </a:r>
            <a:endParaRPr lang="es-CO" sz="81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6876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313</Words>
  <Application>Microsoft Office PowerPoint</Application>
  <PresentationFormat>Panorámica</PresentationFormat>
  <Paragraphs>14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Tema de Office</vt:lpstr>
      <vt:lpstr>//DEMOS GRACIAS AL SEÑOR DEMOS GRACIAS DEMOS GRACIAS AL SEÑOR//</vt:lpstr>
      <vt:lpstr>POR LAS MAÑANAS LAS  AVES CANTAN LAS ALABANZAS AL CRISTO SALVADOR, Y TU HERMANO POR QUE NO CANTAS LAS ALABANZAS A CRISTO  EL SALVADOR</vt:lpstr>
      <vt:lpstr>// CADA DÍA ME SIENTO MÁS ALEGRE, AUNQUE TENGA QUE CRUZAR MONTES Y VALLES //</vt:lpstr>
      <vt:lpstr>//PORQUE YO SÉ QUE MI SEÑOR HA PROMETIDO, ESTAR CONMIGO Y NO DEJARME DESMAYAR//</vt:lpstr>
      <vt:lpstr>// YO NO ESTOY SOLO NO, OIGO AL SEÑOR DECIR: SI ME ERES FIEL ESTARÉ CONTIGO HASTA EL FIN //</vt:lpstr>
      <vt:lpstr>//Y MI COPA LLENA ESTÁ, LLENA ESTÁ// //DEL ACEITE QUE DESCIENDE DESDE EL TRONO CELESTIAL//</vt:lpstr>
      <vt:lpstr> //MIRAD CUÁN BUENO Y DELICIOSO ES, HABITAR LOS HERMANOS JUNTOS EN ARMONÍA//</vt:lpstr>
      <vt:lpstr>ES COMO͜ EL BUEN ÓLEO SOBRE LA CABEZA, EL CUAL DESCIENDE SOBRE LA BARBA DE͜ AARÓN: Y BAJA͜ HASTA͜ EL BORDE DE SUS VESTIDURAS.</vt:lpstr>
      <vt:lpstr>COMO͜ EL ROCÍO DE͜ HERMÓN QUE DESCIENDE SOBRE LOS MONTES DE SIÓN; PORQUE͜ ALLÍ ENVÍA JEHOVÁ BENDICIÓN: LA VIDA ETERNA.</vt:lpstr>
      <vt:lpstr>A TUS PIES ARDE MI CORAZÓN A TUS PIES ENTREGO LO QUE SOY, ES EL LUGAR DE MI SEGURIDAD DONDE NADIE ME PUEDE SEÑALAR </vt:lpstr>
      <vt:lpstr>A TUS PIES ARDE MI CORAZÓN A TUS PIES ENTREGO LO QUE SOY, ES EL LUGAR DE MI SEGURIDAD DONDE NADIE ME PUEDE SEÑALAR </vt:lpstr>
      <vt:lpstr>ME PERDONASTE ME ACERCASTE A TU PRESENCIA ME LEVANTASTE Y HOY ME POSTRO A ADORARTE</vt:lpstr>
      <vt:lpstr>NO HAY LUGAR MÁS ALTO MÁS GRANDE QUE ESTAR A TUS PIES, QUE ESTAR A TUS PIES</vt:lpstr>
      <vt:lpstr>Y AQUÍ PERMANECERÉ POSTRADO A TUS PIES Y AQUÍ PERMANECERÉ A LOS PIES DE CRISTO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Andrés Windows</dc:creator>
  <cp:lastModifiedBy>Andrés Windows</cp:lastModifiedBy>
  <cp:revision>4</cp:revision>
  <dcterms:created xsi:type="dcterms:W3CDTF">2024-11-24T01:13:55Z</dcterms:created>
  <dcterms:modified xsi:type="dcterms:W3CDTF">2026-06-21T03:11:40Z</dcterms:modified>
</cp:coreProperties>
</file>