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62" r:id="rId4"/>
    <p:sldMasterId id="2147483664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13.xml"/><Relationship Id="rId5" Type="http://schemas.openxmlformats.org/officeDocument/2006/relationships/slideMaster" Target="slideMasters/slideMaster1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76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8760" cy="43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79368E-84E4-44B9-8BCF-A4FD86987FD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33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2240" cy="580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27400" cy="580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76C1F4-AC44-45E3-A31C-098CDFDFC77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33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76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8760" cy="43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A8B9C2-7DC5-4412-907A-C86831888D8F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33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08760" cy="284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08760" cy="149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BBB6161-5F2C-488B-BFAC-0C2C386AA4B1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33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76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4640" cy="43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4640" cy="43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469C31-DF64-4B6C-85D0-7874C490A7E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33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0876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0880" cy="81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0880" cy="367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6440" cy="81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6440" cy="367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8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AE1A42-F325-4F04-94D9-CD7C8145F256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33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76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6371B13-FEAA-4F10-B51E-7736408A3339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33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870AA44-FDE8-4856-AE96-01C23988280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33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5440" cy="159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5360" cy="486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5440" cy="380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17750C-401A-43B1-A304-71CD197CD7E9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33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5440" cy="159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5360" cy="4866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5440" cy="380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3A13F6C-2C2B-4658-B580-7F2ED3C079FC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33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160" cy="238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4E3312-70BE-4196-8034-B791AA8FBAAC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33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5960" cy="397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489680"/>
            <a:ext cx="91371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3361680"/>
            <a:ext cx="1096596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65876637-6007-4BEF-A023-81D623EF19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489680"/>
            <a:ext cx="91371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609480" y="3361680"/>
            <a:ext cx="1096596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E5FD4F4-18DD-4C85-851C-5CBD173385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523880" y="1489680"/>
            <a:ext cx="91371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3361680"/>
            <a:ext cx="1096596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5047AB68-A932-4385-9DFC-7C193BDB1F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489680"/>
            <a:ext cx="91371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4A2B17-78B8-4B8F-900A-1BD3D85E7CE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489680"/>
            <a:ext cx="91371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097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C2FB87C-6C76-492F-9433-020A8644EFCC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8160" cy="3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23880" y="1489680"/>
            <a:ext cx="91371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E0320F8-725C-4DB5-95A5-974A6D22DDBB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000" cy="685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exaltaré, mi Dios, mi Rey; y bendeciré tu nombre; Eternamente y para siempre,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Cada día te bendeciré.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000" cy="685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alabaré tu nombre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eternamente y para siempre. Grande es Jehová y digno de suprema alabanza, Y su grandeza es inescrutable, cada día te bendeciré.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240" cy="68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VENID TODOS Y CELEBRAD </a:t>
            </a:r>
            <a:br>
              <a:rPr sz="6800"/>
            </a:b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VENID TODOS Y CELEBRAD </a:t>
            </a:r>
            <a:br>
              <a:rPr sz="6800"/>
            </a:b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LAS MARAVILLAS DE SUS PRODIGIOS </a:t>
            </a:r>
            <a:br>
              <a:rPr sz="6800"/>
            </a:b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PUEBLOS TODOS ACLAMAD</a:t>
            </a:r>
            <a:endParaRPr lang="es-ES" sz="6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240" cy="68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PORQUE GRANDES SON SUS OBRAS </a:t>
            </a:r>
            <a:br>
              <a:rPr sz="7400"/>
            </a:br>
            <a:r>
              <a:rPr lang="es-ES" sz="7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SU PODER MARAVILLOSO </a:t>
            </a:r>
            <a:br>
              <a:rPr sz="7400"/>
            </a:br>
            <a:r>
              <a:rPr lang="es-ES" sz="7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CIELOS Y TIERRA </a:t>
            </a:r>
            <a:br>
              <a:rPr sz="7400"/>
            </a:br>
            <a:r>
              <a:rPr lang="es-ES" sz="7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SU NOMBRE GLORIFICAD</a:t>
            </a:r>
            <a:endParaRPr lang="es-ES" sz="7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9600" cy="685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Señor es mi rey</a:t>
            </a:r>
            <a:br>
              <a:rPr sz="10350"/>
            </a:br>
            <a:r>
              <a:rPr lang="es-ES" sz="10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todo</a:t>
            </a:r>
            <a:br>
              <a:rPr sz="10350"/>
            </a:br>
            <a:r>
              <a:rPr lang="es-ES" sz="10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Señor es mi luz</a:t>
            </a:r>
            <a:br>
              <a:rPr sz="10350"/>
            </a:br>
            <a:r>
              <a:rPr lang="es-ES" sz="10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rey </a:t>
            </a:r>
            <a:endParaRPr lang="es-ES" sz="1035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9600" cy="685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que me hace vibrar del gozo</a:t>
            </a:r>
            <a:br>
              <a:rPr sz="8000"/>
            </a:br>
            <a:r>
              <a:rPr lang="es-ES" sz="8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que guía mis pasos</a:t>
            </a:r>
            <a:br>
              <a:rPr sz="8000"/>
            </a:br>
            <a:r>
              <a:rPr lang="es-ES" sz="8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que extiende sus brazos</a:t>
            </a:r>
            <a:br>
              <a:rPr sz="8000"/>
            </a:br>
            <a:r>
              <a:rPr lang="es-ES" sz="8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creador de los cielos 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-144360" y="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PON ACEITE EN MI LÁMPARA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PON ACEITE EN MI LÁMPARA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QUE YO QUIERO SERVIRTE CON AMOR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PON ACEITE EN MI LÁMPARA SEÑOR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0" y="-57924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SEÑOR JESÚS ERES MI VIDA</a:t>
            </a:r>
            <a:br>
              <a:rPr sz="9600"/>
            </a:b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SEÑOR JESÚS ERES MI AMOR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200520" y="-738000"/>
            <a:ext cx="1179000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/SALVASTE MI ALMA PERDIDA</a:t>
            </a:r>
            <a:br>
              <a:rPr sz="9000"/>
            </a:br>
            <a:r>
              <a:rPr lang="es-ES" sz="9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POR ESO TE ALABO CON EL CORAZÓN /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7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//CON MI DIOS YO SALTARÉ LOS MUROS,</a:t>
            </a: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MI DIOS EJÉRCITOS DERRIBARÉ//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7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ADIESTRA MIS MANOS PARA LA BATALLA</a:t>
            </a:r>
            <a:r>
              <a:rPr lang="es-ES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PUEDO TOMAR CON MIS MANOS EL ARCO DE BRONCE.</a:t>
            </a:r>
            <a:r>
              <a:rPr lang="es-CO" sz="8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7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ÉL ES ESCUDO, LA ROCA MÍA,</a:t>
            </a:r>
            <a:r>
              <a:rPr lang="es-ES" sz="6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6800"/>
            </a:b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ÉL ES LA FUERZA DE MI SALVACIÓN.</a:t>
            </a:r>
            <a:r>
              <a:rPr lang="es-ES" sz="6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6800"/>
            </a:b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 ALTO REFUGIO, MI FORTALEZA,</a:t>
            </a:r>
            <a:r>
              <a:rPr lang="es-ES" sz="6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6800"/>
            </a:b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ÉL ES MI LIBERTADOR</a:t>
            </a:r>
            <a:endParaRPr lang="es-ES" sz="6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240" cy="68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CUANDO EL PUEBLO DEL SEÑOR ALABA A DIOS</a:t>
            </a:r>
            <a:r>
              <a:rPr lang="es-ES" sz="8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//SUCEDEN COSAS//</a:t>
            </a:r>
            <a:r>
              <a:rPr lang="es-ES" sz="8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MARAVILLOSAS.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240" cy="68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//HAY SANIDAD, LIBERACIÓN</a:t>
            </a:r>
            <a:r>
              <a:rPr lang="es-ES" sz="96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br>
              <a:rPr sz="9600"/>
            </a:b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DESCIENDE EL FUEGO BAJA LA UNCIÓN//.</a:t>
            </a: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Tahoma"/>
              </a:rPr>
              <a:t> 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360" cy="685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Tú le diste al hombre un lenguaje muy bello, tú nos diste la música para alabarte; Estoy agradecido Y quiero cantarte, Estoy agradecido Y quiero adorarte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360" cy="685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me hiciste con un propósito, En tus planes estaba que yo te adorara, Estoy agradecido y quiero cantarte, Estoy agradecido y quiero adorarte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360" cy="685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//Yo quiero ser un adorador// Contemplar la hermosura de tu santidad, Adorarte en espíritu y en verdad; Yo quiero ser Señor ¡un adorador!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360" cy="685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gozo será habitar en tu presencia; Mi gozo será contemplar tu santidad.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júbilo vendré a ti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te cantaré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júbilo vendré a ti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te adoraré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79360" cy="685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//Yo quiero ser un adorador// Contemplar la hermosura de tu santidad, Adorarte en espíritu y en verdad; Yo quiero ser Señor ¡un adorador!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240" cy="68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Vida eterna //Él prometió//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//Al que en Él// quisiere creer;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estará allá con Él,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así fue el anuncio que dio.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240" cy="68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//Ven a la luz que te da Jesús//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vivirás allá con Él,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para siempre tú no morirás 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240" cy="68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Aleluya //sea Él//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//Por el amor//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nos mostró;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no quiso perder,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Lo que el Padre en sus manos le dio 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240" cy="68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//Ven a la luz que te da Jesús//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vivirás allá con Él,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para siempre tú no morirás 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240" cy="68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Viene el tiempo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//de aflicción//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//Cuando ya// no habrá lugar;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Pero ahora el Salvador,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 su pueblo ha venido a salvar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240" cy="68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//Ven a la luz que te da Jesús//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vivirás allá con Él,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para siempre tú no morirás 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DULCE COMUNIÓN LA QUE GOZO DA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LOS BRAZOS DE MI SALVADOR;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¡QUÉ GRAN BENDICIÓN EN SU PAZ ME DA!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¡OH! YO SIENTO EN MÍ SU TIERNO AMOR.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04400" y="-577440"/>
            <a:ext cx="119826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LIBRE, SALVO DEL PECADO Y DEL TEMOR;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LIBRE, SALVO, EN LOS BRAZOS DE MI SALVADOR.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0" y="136440"/>
            <a:ext cx="119826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¡CUÁN DULCE ES VIVIR, CUÁN DULCE ES GOZAR!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LOS BRAZOS DE MI SALVADOR;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ALLÍ QUIERO IR Y CON ÉL MORAR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SIENDO OBJETO DE SU TIERNO AMOR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04400" y="-577440"/>
            <a:ext cx="119826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LIBRE, SALVO DEL PECADO Y DEL TEMOR;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LIBRE, SALVO, EN LOS BRAZOS DE MI SALVADOR.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9826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NO HAY QUE TEMER, NI QUE DESCONFIAR,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LOS BRAZOS DE MI SALVADOR;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 SU GRAN PODER ÉL ME GUARDARÁ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 LOS LAZOS DEL ENGAÑADOR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04400" y="-577440"/>
            <a:ext cx="119826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LIBRE, SALVO DEL PECADO Y DEL TEMOR;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LIBRE, SALVO, EN LOS BRAZOS DE MI SALVADOR.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0" y="-23256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HABRÁ EN EL CIELO UNA GRAN FIESTA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SERA UNA GLORIOSA REUNIÓN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 REUNIRÁN DE TODAS RAZAS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LOS REDIMIDOS DEL SEÑOR.</a:t>
            </a:r>
            <a:br>
              <a:rPr sz="6000"/>
            </a:b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0" y="28080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CANTARAN CANCIONES DE ALEGRÍA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LAGRIMAS DE GOZO LLORARAN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SERA UNA FIESTA DE VICTORIA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SOLO REDIMIDOS ENTRARAN.</a:t>
            </a:r>
            <a:br>
              <a:rPr sz="6300"/>
            </a:b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0" y="28080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LA FIESTA DE LOS VENCEDORES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NO ME LA VOY A PERDER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CANTO DE LOS REDIMIDOS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ALEGRÍA CANTARÉ</a:t>
            </a:r>
            <a:br>
              <a:rPr sz="7200"/>
            </a:b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</TotalTime>
  <Application>LibreOffice/26.2.6.3$Windows_X86_64 LibreOffice_project/8221e31b3ac356a1623c672912a3d2b492f7e3d1</Application>
  <AppVersion>15.0000</AppVersion>
  <Words>772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2025-01-15T22:53:03Z</dcterms:created>
  <dc:creator>Andrés Windows</dc:creator>
  <dc:description/>
  <dc:language>es-CO</dc:language>
  <cp:lastModifiedBy/>
  <dcterms:modified xsi:type="dcterms:W3CDTF">2026-09-27T08:53:21Z</dcterms:modified>
  <cp:revision>23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28</vt:i4>
  </property>
</Properties>
</file>