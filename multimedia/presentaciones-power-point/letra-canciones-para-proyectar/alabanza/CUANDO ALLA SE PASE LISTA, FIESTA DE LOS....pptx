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7" r:id="rId3"/>
    <p:sldId id="258" r:id="rId4"/>
    <p:sldId id="259" r:id="rId5"/>
    <p:sldId id="262" r:id="rId6"/>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50" d="100"/>
          <a:sy n="50" d="100"/>
        </p:scale>
        <p:origin x="1500" y="4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943174-F63E-4DED-83D2-6DE4667AAAF0}" type="datetimeFigureOut">
              <a:rPr lang="es-CO" smtClean="0"/>
              <a:t>15/12/2024</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C8F90-BD6E-4411-AFA1-95979F5B5852}" type="slidenum">
              <a:rPr lang="es-CO" smtClean="0"/>
              <a:t>‹Nº›</a:t>
            </a:fld>
            <a:endParaRPr lang="es-CO"/>
          </a:p>
        </p:txBody>
      </p:sp>
    </p:spTree>
    <p:extLst>
      <p:ext uri="{BB962C8B-B14F-4D97-AF65-F5344CB8AC3E}">
        <p14:creationId xmlns:p14="http://schemas.microsoft.com/office/powerpoint/2010/main" val="2074462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181C8F90-BD6E-4411-AFA1-95979F5B5852}" type="slidenum">
              <a:rPr lang="es-CO" smtClean="0"/>
              <a:t>1</a:t>
            </a:fld>
            <a:endParaRPr lang="es-CO"/>
          </a:p>
        </p:txBody>
      </p:sp>
    </p:spTree>
    <p:extLst>
      <p:ext uri="{BB962C8B-B14F-4D97-AF65-F5344CB8AC3E}">
        <p14:creationId xmlns:p14="http://schemas.microsoft.com/office/powerpoint/2010/main" val="4216845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130C0-D651-6B83-E53B-3EA1EDAF61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ADEBF0A-3593-6B33-406E-71647DAF63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76375EA-22B4-4CAE-AB3F-67A0997F9F07}"/>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32236B72-5818-6E81-A4D4-89F55276D7A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9E88D5C-FE2D-1E1D-0A89-AC302CA0D5C7}"/>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10289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38C44-7538-3B3F-C8CE-3CF1EC13F1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5BF0C69-9AEE-5328-B74B-F510E65B518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23A08A-C123-6CBB-923A-605E325EAE40}"/>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554E9F9A-8C7D-A76B-7DA4-0C4447E0D6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F0BCC67-3FEA-3210-EAD5-C4D54680F694}"/>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215725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FEAF8-FBF5-0B7B-3CB1-04ED2856D09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8D53291-CD5B-E8FC-B4EB-A51CA0764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2876001-7210-F0CD-8DC2-34688124524B}"/>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BB39AE81-9B61-F390-7AB9-C51552454E8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3F9F872-6CDB-5F50-3F76-19DFFE0CE4F3}"/>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7621953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19EA4-9EDC-F471-2250-55E2BD8317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DB67AAD-DB38-7645-E0AD-92CA2EE209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32FFB3D-DDDB-C10B-A5A7-989218522B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88ED495-FD3F-1338-9D71-3AB9D839A8D5}"/>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6" name="Marcador de pie de página 5">
            <a:extLst>
              <a:ext uri="{FF2B5EF4-FFF2-40B4-BE49-F238E27FC236}">
                <a16:creationId xmlns:a16="http://schemas.microsoft.com/office/drawing/2014/main" id="{561F70FE-7A38-4640-348E-B59F55FD059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331FEDF-0F3B-0E0F-9AF1-3C004D56594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03881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FC605-565A-6C8C-930D-F5E5586B0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EDD4D3-FEE7-30A2-EC51-0C12856B88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2DE4A01-363B-EB04-B4A7-5915734307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69A3DDE-B39E-3E46-C758-3E410AEDF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10ADD7-383E-B199-F1BC-8FB9359F264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5C35E3E-46E6-89DC-6337-002B47FE606C}"/>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8" name="Marcador de pie de página 7">
            <a:extLst>
              <a:ext uri="{FF2B5EF4-FFF2-40B4-BE49-F238E27FC236}">
                <a16:creationId xmlns:a16="http://schemas.microsoft.com/office/drawing/2014/main" id="{36718591-089F-AE35-BF6F-7708B6E1663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01F7E3E-2FAD-3377-03FD-2E16DBEC0201}"/>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3337182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C5662-4383-89C5-97C3-AE1BE5B7BC8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20E43F2-D835-4DC9-87E0-17CA97F6CA9B}"/>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4" name="Marcador de pie de página 3">
            <a:extLst>
              <a:ext uri="{FF2B5EF4-FFF2-40B4-BE49-F238E27FC236}">
                <a16:creationId xmlns:a16="http://schemas.microsoft.com/office/drawing/2014/main" id="{1C13B977-31EB-FE00-92AE-3697E5808F5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C6BFB55-D182-74B3-FBDC-FE2A64860C3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408117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90ECD0-74A8-F9D4-A75A-B43E5C0DF846}"/>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3" name="Marcador de pie de página 2">
            <a:extLst>
              <a:ext uri="{FF2B5EF4-FFF2-40B4-BE49-F238E27FC236}">
                <a16:creationId xmlns:a16="http://schemas.microsoft.com/office/drawing/2014/main" id="{21146E16-41EB-213B-5018-3E35BAA3547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A3AE431-70CC-9EDC-8818-3DFDC9A5A37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247670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AC18C6-313C-919A-B697-9670A72F2B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2743773-4F64-1A6B-65B5-69913A8A8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40879A7-F4A9-8B5E-1B92-B23125346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2312EE-EB01-6CED-841E-3F0EC302AE8F}"/>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6" name="Marcador de pie de página 5">
            <a:extLst>
              <a:ext uri="{FF2B5EF4-FFF2-40B4-BE49-F238E27FC236}">
                <a16:creationId xmlns:a16="http://schemas.microsoft.com/office/drawing/2014/main" id="{D5736635-CC6F-352D-F451-81984AFDEDC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2FBDAD-125F-3349-9176-C3BA3A489C3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9305750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04C57-4818-E3ED-A6C5-F6F0DCD0131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43AB964-318B-337F-60B7-2754720DA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493CB9B5-34A7-129B-0A31-F9DC3B03D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DAD8ED-BDBF-42F5-3B2F-ECB7B425C2BC}"/>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6" name="Marcador de pie de página 5">
            <a:extLst>
              <a:ext uri="{FF2B5EF4-FFF2-40B4-BE49-F238E27FC236}">
                <a16:creationId xmlns:a16="http://schemas.microsoft.com/office/drawing/2014/main" id="{83785FFD-59B6-BC64-E9D6-16052BBB7FB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F37ACC-A056-E9BB-5DDB-22ABA20B2F3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9451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D7602-9F2F-1A04-27ED-D6B40223844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1DF196E-F362-AF35-731F-E57B56CD5B9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5CE00D-068C-0663-07D0-D0E4009B7CFE}"/>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8C77BA55-9761-D08F-75E3-BA24412C010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FF34F0-6499-4641-D773-47264DA086D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576909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877A66-C666-056F-960F-171BE0A217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9474AEC-C427-4B7F-F962-BF90628D3BA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289CFCC-52A0-31C0-1287-C727C68901C0}"/>
              </a:ext>
            </a:extLst>
          </p:cNvPr>
          <p:cNvSpPr>
            <a:spLocks noGrp="1"/>
          </p:cNvSpPr>
          <p:nvPr>
            <p:ph type="dt" sz="half" idx="10"/>
          </p:nvPr>
        </p:nvSpPr>
        <p:spPr/>
        <p:txBody>
          <a:body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17F7EDF1-917F-3E81-2797-81020FCFB0C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880FEF-AB90-C357-A5A4-FB68CA8CAA1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139960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701C12-4015-F4A9-4662-8F064380B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B8C966-0D4A-1CE4-B00F-6CA3BD54B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5EE87F2-74FC-DEC5-0F78-BB780EF7B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C9EE7-8DDA-4DF6-924E-8E4896CBE84A}" type="datetimeFigureOut">
              <a:rPr lang="es-CO" smtClean="0"/>
              <a:t>15/12/2024</a:t>
            </a:fld>
            <a:endParaRPr lang="es-CO"/>
          </a:p>
        </p:txBody>
      </p:sp>
      <p:sp>
        <p:nvSpPr>
          <p:cNvPr id="5" name="Marcador de pie de página 4">
            <a:extLst>
              <a:ext uri="{FF2B5EF4-FFF2-40B4-BE49-F238E27FC236}">
                <a16:creationId xmlns:a16="http://schemas.microsoft.com/office/drawing/2014/main" id="{A938A9CA-C692-6AA9-163F-9B8F7BAAE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AC231D6-70B1-65BF-A514-A6FF777CB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7D374-75C3-4BB2-8E3C-6A07029DE216}" type="slidenum">
              <a:rPr lang="es-CO" smtClean="0"/>
              <a:t>‹Nº›</a:t>
            </a:fld>
            <a:endParaRPr lang="es-CO"/>
          </a:p>
        </p:txBody>
      </p:sp>
    </p:spTree>
    <p:extLst>
      <p:ext uri="{BB962C8B-B14F-4D97-AF65-F5344CB8AC3E}">
        <p14:creationId xmlns:p14="http://schemas.microsoft.com/office/powerpoint/2010/main" val="3419786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0"/>
            <a:ext cx="12192000" cy="6858000"/>
          </a:xfrm>
        </p:spPr>
        <p:txBody>
          <a:bodyPr>
            <a:noAutofit/>
          </a:bodyPr>
          <a:lstStyle/>
          <a:p>
            <a:r>
              <a:rPr lang="es-ES" sz="6400" b="1" i="0" dirty="0">
                <a:solidFill>
                  <a:schemeClr val="bg1"/>
                </a:solidFill>
                <a:effectLst/>
                <a:latin typeface="Arial" panose="020B0604020202020204" pitchFamily="34" charset="0"/>
                <a:cs typeface="Arial" panose="020B0604020202020204" pitchFamily="34" charset="0"/>
              </a:rPr>
              <a:t>//VAMOS ESCALANDO PELDAÑOS,</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VAMOS LLEVANDO UNA CRUZ</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SIGAMOS EL CAMINO AL CIELO,</a:t>
            </a:r>
            <a:br>
              <a:rPr lang="es-ES" sz="6400" b="1" i="0" dirty="0">
                <a:solidFill>
                  <a:schemeClr val="bg1"/>
                </a:solidFill>
                <a:effectLst/>
                <a:latin typeface="Arial" panose="020B0604020202020204" pitchFamily="34" charset="0"/>
                <a:cs typeface="Arial" panose="020B0604020202020204" pitchFamily="34" charset="0"/>
              </a:rPr>
            </a:br>
            <a:r>
              <a:rPr lang="es-ES" sz="6400" b="1" i="0" dirty="0">
                <a:solidFill>
                  <a:schemeClr val="bg1"/>
                </a:solidFill>
                <a:effectLst/>
                <a:latin typeface="Arial" panose="020B0604020202020204" pitchFamily="34" charset="0"/>
                <a:cs typeface="Arial" panose="020B0604020202020204" pitchFamily="34" charset="0"/>
              </a:rPr>
              <a:t>CON EL ES MUCHO MEJOR//.</a:t>
            </a:r>
            <a:br>
              <a:rPr lang="es-ES" sz="6800" b="1" i="0" dirty="0">
                <a:solidFill>
                  <a:schemeClr val="bg1"/>
                </a:solidFill>
                <a:effectLst/>
                <a:latin typeface="Arial" panose="020B0604020202020204" pitchFamily="34" charset="0"/>
                <a:cs typeface="Arial" panose="020B0604020202020204" pitchFamily="34" charset="0"/>
              </a:rPr>
            </a:br>
            <a:endParaRPr lang="es-ES" sz="6800" b="1" i="0" dirty="0">
              <a:solidFill>
                <a:schemeClr val="bg1"/>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8065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25CD35D-DF00-13AB-7336-7A987C068E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2B3E3B-5763-48DD-3B12-DB0F31AFA89A}"/>
              </a:ext>
            </a:extLst>
          </p:cNvPr>
          <p:cNvSpPr>
            <a:spLocks noGrp="1"/>
          </p:cNvSpPr>
          <p:nvPr>
            <p:ph type="ctrTitle"/>
          </p:nvPr>
        </p:nvSpPr>
        <p:spPr>
          <a:xfrm>
            <a:off x="0" y="-159419"/>
            <a:ext cx="12192000" cy="6858000"/>
          </a:xfrm>
        </p:spPr>
        <p:txBody>
          <a:bodyPr>
            <a:noAutofit/>
          </a:bodyPr>
          <a:lstStyle/>
          <a:p>
            <a:r>
              <a:rPr lang="es-ES" sz="6800" b="1" i="0" dirty="0">
                <a:solidFill>
                  <a:schemeClr val="bg1"/>
                </a:solidFill>
                <a:effectLst/>
                <a:latin typeface="Arial" panose="020B0604020202020204" pitchFamily="34" charset="0"/>
                <a:cs typeface="Arial" panose="020B0604020202020204" pitchFamily="34" charset="0"/>
              </a:rPr>
              <a:t>//YA VIENE LA RECOMPENSA,</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 YA NO VOY A LLORAR,</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YO TENGO A CRISTO EN MI VIDA</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POR ESO PUEDO ESCALAR//</a:t>
            </a:r>
            <a:endParaRPr lang="es-CO" sz="6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80009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842F317-F42F-73CA-9297-0407F3F6476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6F3E504-6560-2B6A-0B0A-86A0B53E9909}"/>
              </a:ext>
            </a:extLst>
          </p:cNvPr>
          <p:cNvSpPr>
            <a:spLocks noGrp="1"/>
          </p:cNvSpPr>
          <p:nvPr>
            <p:ph type="ctrTitle"/>
          </p:nvPr>
        </p:nvSpPr>
        <p:spPr>
          <a:xfrm>
            <a:off x="0" y="-160421"/>
            <a:ext cx="12192000" cy="6858000"/>
          </a:xfrm>
        </p:spPr>
        <p:txBody>
          <a:bodyPr>
            <a:noAutofit/>
          </a:bodyPr>
          <a:lstStyle/>
          <a:p>
            <a: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VECES ME SIENTO DÉBIL,</a:t>
            </a:r>
            <a:b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YA NO PUEDO ESCALAR,</a:t>
            </a:r>
            <a:b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LEVANTO MIS MANOS AL CIELO</a:t>
            </a:r>
            <a:b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8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CRISTO FUERZAS ME DA//.</a:t>
            </a:r>
            <a:endParaRPr lang="es-CO" sz="68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260239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0"/>
            <a:ext cx="12192000" cy="6858000"/>
          </a:xfrm>
          <a:solidFill>
            <a:srgbClr val="002060"/>
          </a:solidFill>
        </p:spPr>
        <p:txBody>
          <a:bodyPr>
            <a:noAutofit/>
          </a:bodyPr>
          <a:lstStyle/>
          <a:p>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HABRÁ EN EL CIELO UNA GRAN FIESTA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GLORIOSA REUNIÓN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 REUNIRÁN DE TODAS RAZAS</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LOS REDIMIDOS DEL SEÑOR.</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CANTARAN CANCIONES DE ALEGRÍA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LAGRIMAS DE GOZO LLORARAN</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SERA UNA FIESTA DE VICTORIA</a:t>
            </a:r>
            <a:b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SOLO REDIMIDOS ENTRARAN.</a:t>
            </a:r>
            <a:endParaRPr lang="es-CO" sz="5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323850"/>
            <a:ext cx="12192000" cy="6858000"/>
          </a:xfrm>
        </p:spPr>
        <p:txBody>
          <a:bodyPr>
            <a:noAutofit/>
          </a:bodyPr>
          <a:lstStyle/>
          <a:p>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LA FIESTA DE LOS VENCEDORES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ME LA VOY A PERDER</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EL CANTO DE LOS REDIMIDOS</a:t>
            </a:r>
            <a:b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54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 ALEGRÍA CANTARE</a:t>
            </a:r>
            <a:endParaRPr lang="es-CO" sz="54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TotalTime>
  <Words>171</Words>
  <Application>Microsoft Office PowerPoint</Application>
  <PresentationFormat>Panorámica</PresentationFormat>
  <Paragraphs>6</Paragraphs>
  <Slides>5</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Calibri Light</vt:lpstr>
      <vt:lpstr>Tema de Office</vt:lpstr>
      <vt:lpstr>//VAMOS ESCALANDO PELDAÑOS, VAMOS LLEVANDO UNA CRUZ SIGAMOS EL CAMINO AL CIELO, CON EL ES MUCHO MEJOR//. </vt:lpstr>
      <vt:lpstr>//YA VIENE LA RECOMPENSA, Y YA NO VOY A LLORAR, YO TENGO A CRISTO EN MI VIDA POR ESO PUEDO ESCALAR//</vt:lpstr>
      <vt:lpstr>//A VECES ME SIENTO DÉBIL, Y YA NO PUEDO ESCALAR, LEVANTO MIS MANOS AL CIELO Y CRISTO FUERZAS ME DA//.</vt:lpstr>
      <vt:lpstr>HABRÁ EN EL CIELO UNA GRAN FIESTA SERA UNA GLORIOSA REUNIÓN SE REUNIRÁN DE TODAS RAZAS LOS REDIMIDOS DEL SEÑOR. CANTARAN CANCIONES DE ALEGRÍA LAGRIMAS DE GOZO LLORARAN SERA UNA FIESTA DE VICTORIA SOLO REDIMIDOS ENTRARAN.</vt:lpstr>
      <vt:lpstr>LA FIESTA DE LOS VENCEDORES NO ME LA VOY A PERDER EL CANTO DE LOS REDIMIDOS CON ALEGRÍA CANTARE LA FIESTA DE LOS VENCEDORES NO ME LA VOY A PERDER EL CANTO DE LOS REDIMIDOS CON ALEGRÍA CANTARE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4</cp:revision>
  <dcterms:created xsi:type="dcterms:W3CDTF">2024-11-24T01:13:55Z</dcterms:created>
  <dcterms:modified xsi:type="dcterms:W3CDTF">2024-12-15T22:46:18Z</dcterms:modified>
</cp:coreProperties>
</file>