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95031B-D1F5-4352-ADB0-E134D68C1C4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2C0815-2AF7-4D3A-A2D8-E86C549B4E7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377DFE-90E0-4F77-BFF4-5D76247E813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0796D0-857E-4F7F-8504-6672249F9D9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419FC2-0DAD-43A2-813C-535B5C1E0A6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23B5E1-D645-401F-82C1-BF7ACBA9B1F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92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08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C9032A-8329-41D8-9F38-0224734CC20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F6D5E3-4C83-483F-AF15-9951116F222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440" cy="285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44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A95F3F-A9A9-4411-B0E8-52A1EBF4F5C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E52192-54D2-4C5E-BD25-4DE61BC27ED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56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56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12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E14808-C37F-40CA-8EF1-C7138C48B9C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D683501-49FE-4C48-B42C-B309125D45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6E2A6AEC-451F-483D-93D1-C56EC92AF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1840"/>
            <a:ext cx="914184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7B136B-1B23-4A67-96DD-2DAEC3AD67D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63795-427C-4CA4-B3B7-B50FC5077D5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723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DE LA CREACIÓN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DIOS FUERTE, LA ROCA ETERNA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SANADOR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EL GRAN YO SOY, EL DIOS DE ABRAHAM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JEHOVÁ SHALOM, EL DIOS DE PAZ Y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ISRAEL, TU REY ETERNO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TU DIOS, TÚ SANADOR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13644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TÚ PROVEEDOR, JEHOVÁ JIREH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SALVACIÓN, ES EL MESÍAS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ENTRE NOSOTROS TESTIFICÓ DE ÉL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SALVADOR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145980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 MARAVILLOSOS SUS PRODIGIOS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LA FUERZA DE SU MANO HAY PODER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PARA VENCER</a:t>
            </a:r>
            <a:br>
              <a:rPr sz="5900"/>
            </a:br>
            <a:br>
              <a:rPr sz="7500"/>
            </a:b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14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UN RÍO DE ALABANZA DARÉ Y SOLO ANTE ÉL DANZARÉ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CAMBIADO MI LAMENTO EN BAILE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1400" cy="6857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CON ELLOS LAS CADENAS.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-19044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DERRUMBA LA FORTALEZA.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SEÑOR ENTREGÓ EN MIS MANOS JERICÓ GRITA. 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GRITA. ¡HEY!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TROMPETA. //</a:t>
            </a:r>
            <a:endParaRPr lang="es-ES" sz="6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//CON MI DIOS YO SALTARÉ LOS MUROS,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MI DIOS EJÉRCITOS DERRIBARÉ//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74304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ADIESTRA MIS MANOS PARA LA BATALLA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PUEDO TOMAR CON MIS MANOS EL ARCO DE BRONCE.</a:t>
            </a:r>
            <a:br>
              <a:rPr sz="8000"/>
            </a:b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9540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ESCUDO, LA ROCA MÍA,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LA FUERZA DE MI SALVACIÓN.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ALTO REFUGIO, MI FORTALEZA,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MI LIBERTADOR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-6267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CUANDO EL PUEBLO DEL SEÑOR ALABA A DIOS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//SUCEDEN COSAS//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MARAVILLOSAS.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121608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//HAY SANIDAD, LIBERACIÓN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DESCIENDE EL FUEGO BAJA LA UNCIÓN//.</a:t>
            </a:r>
            <a:br>
              <a:rPr sz="5900"/>
            </a:br>
            <a:br>
              <a:rPr sz="8800"/>
            </a:b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-144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QUE YO QUIERO SERVIRTE CON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-57924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VIDA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AMOR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00520" y="-738000"/>
            <a:ext cx="1179036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/SALVASTE MI ALMA PERDIDA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 ESO TE ALABO CON EL CORAZÓN /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//El Maestro de Galilea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pasando por aquí// Y déjalo que te toque (x3)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recibe la bendición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aquí se siente la presencia de Dios//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el fuego del Espíritu Santo//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gozo, yo siento paz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amor que Dios me da 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//Ya llegó, ya llegó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El Espíritu Santo ya llegó//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89960" cy="6838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//Como fuego cayendo sobre mi//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//Que quema, que quema y quema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Que quema, que quema y quema//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MI LUZ Y MI SALVACIÓN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LA FUERZA DE MI POBRE CORAZON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CONFIARÉ ETERNAMENTE EN TI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TUS BRAZOS DESCANSARÉ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11232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 ESPERARÉ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TI...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ESPERARÉ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3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5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 Samuel 15:22-23</a:t>
            </a:r>
            <a:br>
              <a:rPr sz="4400"/>
            </a:br>
            <a:br>
              <a:rPr sz="4400"/>
            </a:br>
            <a:r>
              <a:rPr lang="es-ES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22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Y Samuel dijo: ¿Se complace Jehová tanto en los holocaustos y víctimas, como en que se obedezca a las palabras de Jehová? Ciertamente el obedecer es mejor que los sacrificios, y el prestar atención que la grosura de los carneros.</a:t>
            </a:r>
            <a:br>
              <a:rPr sz="4400"/>
            </a:br>
            <a:r>
              <a:rPr lang="es-ES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23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Porque como pecado de adivinación es la rebelión, y como ídolos e idolatría la obstinación. Por cuanto tú desechaste la palabra de Jehová, él también te ha desechado para que no seas rey.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4400" y="188640"/>
            <a:ext cx="11982600" cy="654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HAS TOMADO EN TUS BRAZOS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ME HAS DADO SALVACIÓN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AMOR HAS DERRAMADO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MI CORAZÓN</a:t>
            </a:r>
            <a:endParaRPr lang="es-ES" sz="6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4400" y="-176400"/>
            <a:ext cx="11982600" cy="654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SABRÉ AGRADECERTE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 QUE HAS HECHO TU POR MÍ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PUEDO DARTE AHORA MI CANCIÓN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4400" y="156240"/>
            <a:ext cx="11982600" cy="654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LA CRUZ DISTE TU VIDA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ENTREGASTE TODO AHÍ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VIDA ETERNA REGALASTE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MORIR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4400" y="312840"/>
            <a:ext cx="11982600" cy="654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TU SANGRE TENGO ENTRADA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EL TRONO CELESTIAL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PUEDO ENTRAR CONFIADAMENTE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MÁS DE TI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HABITAR EN TU PRESENCIA, MENGUAR PARA QUE CREZCAS TÚ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DÍA SERÉ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MÁS COMO TÚ</a:t>
            </a:r>
            <a:endParaRPr lang="es-CO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-2887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QUEBRANTA MI CORAZÓN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QUEBRANTA MI VIDA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ENTREGO MI VOLUNTAD A TI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LO QUE SOY,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CUANTO TENGO ES TUYO, YO QUIERO MENGUAR PARA QUE CREZCAS TÚ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-1251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MENGUAR PARA QUE CREZCAS TÚ,</a:t>
            </a:r>
            <a:br>
              <a:rPr sz="7700"/>
            </a:br>
            <a:r>
              <a:rPr lang="es-ES" sz="7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QUIERO MENGUAR PARA QUE CREZCAS TÚ</a:t>
            </a:r>
            <a:endParaRPr lang="es-CO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-26460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CONOZCO QUE TODO LO PUEDES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MI PENSAMIENTO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LO PUEDO ESCONDER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HABLABA LO QUE NO ENTENDÍA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DE OIDAS TE HABÍA OÍDO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9115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MÁS AHORA MIS OJOS TE VEN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TE PREGUNTARE Y TÚ ME ENSEÑARAS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MÁS AHORA MIS OJOS TE VEN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HOY ME RINDO A TUS PIES Y ME ARREPIENTO SEÑOR</a:t>
            </a:r>
            <a:br>
              <a:rPr sz="5900"/>
            </a:br>
            <a:br>
              <a:rPr sz="5900"/>
            </a:br>
            <a:endParaRPr lang="es-ES" sz="6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ESPÍRITU DE DIOS ESTÁ EN ESTE LUGAR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ESPÍRITU DE DIOS SE MUEVE EN ESTE LUGAR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CONSOLAR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LIBERAR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GUIAR, EL ESPÍRITU DE DIOS ESTÁ AQUÍ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 MI MENTE, MI CORAZÓN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LLENA MI VIDA DE TU AMOR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SANTO ESPÍRITU, MUÉVETE EN MÍ</a:t>
            </a:r>
            <a:endParaRPr lang="es-ES" sz="6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TENGO NADA PARA OFRECER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QUE TE PUEDA SORPRENDER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UN CORAZÓN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QUEBRANTADO, UNA Y OTRA VEZ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4400" y="-14436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NO HAY NADA QUE ME ENAMORE MÁS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QUE ME APASIONE MÁS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TU PRESENCIA, SOLO TU MIRADA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HACE SUSPIRAR</a:t>
            </a:r>
            <a:endParaRPr lang="es-ES" sz="6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-21672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INCLINO ANTE TI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REY QUE PERDONA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MULTITUD DE ERRORES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INCLINO ANTE TI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DIGNO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ETERNAMENTE DIGNO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IMPRESIONANTE Y DIGNO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ANTE TI, YO ME INCLINO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-36108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MUCHO TIEMPO BUSQUÉ</a:t>
            </a:r>
            <a:br>
              <a:rPr sz="7300"/>
            </a:br>
            <a:r>
              <a:rPr lang="es-ES" sz="7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UNA RAZÓN DE VIVIR</a:t>
            </a:r>
            <a:br>
              <a:rPr sz="7300"/>
            </a:br>
            <a:r>
              <a:rPr lang="es-ES" sz="7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MEDIO DE MIL PREGUNTAS</a:t>
            </a:r>
            <a:br>
              <a:rPr sz="7300"/>
            </a:br>
            <a:r>
              <a:rPr lang="es-ES" sz="7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AMOR ME RESPONDIÓ</a:t>
            </a:r>
            <a:endParaRPr lang="es-ES" sz="7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93060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AHORA VEO LA LUZ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YA NO TENGO TEMOR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REINO VINO A MI VIDA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AHORA VIVO PARA TI</a:t>
            </a:r>
            <a:br>
              <a:rPr sz="5900"/>
            </a:br>
            <a:br>
              <a:rPr sz="5900"/>
            </a:b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0" y="129924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CANTARÉ DE TU AMOR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RENDIRÉ MI CORAZÓN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TI, TÚ SERÁS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PASIÓN, Y MIS PASOS SE GUIARÁN POR TU VOZ,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JESÚS Y MI REY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GRAN AMOR CANTARÉ</a:t>
            </a:r>
            <a:br>
              <a:rPr sz="5900"/>
            </a:br>
            <a:br>
              <a:rPr sz="5900"/>
            </a:b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del mundo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el sol de justicia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deja de brillar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no avergüenza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nunca condena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muestra tu gloria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generación se expone a tu luz</a:t>
            </a:r>
            <a:br>
              <a:rPr sz="10560"/>
            </a:b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nación responde a tu voz 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//Todo se ilumina cuando tú estas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se ordena, todo se transforma//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alumbra mi vida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mundo ilumina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yo amo hacer tu voluntad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Application>LibreOffice/26.2.3.2$Windows_X86_64 LibreOffice_project/70e089b17412e4cb7773e41413306b17a2328c34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2026-06-20T21:40:48Z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