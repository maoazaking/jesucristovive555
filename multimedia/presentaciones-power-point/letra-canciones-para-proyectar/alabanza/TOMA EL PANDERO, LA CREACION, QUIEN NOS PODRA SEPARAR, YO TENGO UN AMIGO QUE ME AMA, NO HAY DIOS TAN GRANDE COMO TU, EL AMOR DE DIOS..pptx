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87" r:id="rId4"/>
    <p:sldId id="288" r:id="rId5"/>
    <p:sldId id="297" r:id="rId6"/>
    <p:sldId id="298" r:id="rId7"/>
    <p:sldId id="299" r:id="rId8"/>
    <p:sldId id="300" r:id="rId9"/>
    <p:sldId id="265" r:id="rId10"/>
    <p:sldId id="266" r:id="rId11"/>
    <p:sldId id="267" r:id="rId12"/>
    <p:sldId id="268" r:id="rId13"/>
    <p:sldId id="269" r:id="rId14"/>
    <p:sldId id="272" r:id="rId15"/>
    <p:sldId id="289" r:id="rId16"/>
    <p:sldId id="275" r:id="rId17"/>
    <p:sldId id="291" r:id="rId1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4" autoAdjust="0"/>
    <p:restoredTop sz="94660"/>
  </p:normalViewPr>
  <p:slideViewPr>
    <p:cSldViewPr snapToGrid="0">
      <p:cViewPr>
        <p:scale>
          <a:sx n="50" d="100"/>
          <a:sy n="50" d="100"/>
        </p:scale>
        <p:origin x="1434"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063325-4C64-448E-A5BA-D48D8B9DC1B5}" type="datetimeFigureOut">
              <a:rPr lang="es-CO" smtClean="0"/>
              <a:t>28/12/2024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C3626-AB6A-407A-8AF3-A89C0F69E745}" type="slidenum">
              <a:rPr lang="es-CO" smtClean="0"/>
              <a:t>‹Nº›</a:t>
            </a:fld>
            <a:endParaRPr lang="es-CO"/>
          </a:p>
        </p:txBody>
      </p:sp>
    </p:spTree>
    <p:extLst>
      <p:ext uri="{BB962C8B-B14F-4D97-AF65-F5344CB8AC3E}">
        <p14:creationId xmlns:p14="http://schemas.microsoft.com/office/powerpoint/2010/main" val="195521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130C0-D651-6B83-E53B-3EA1EDAF61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ADEBF0A-3593-6B33-406E-71647DAF63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76375EA-22B4-4CAE-AB3F-67A0997F9F07}"/>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5" name="Marcador de pie de página 4">
            <a:extLst>
              <a:ext uri="{FF2B5EF4-FFF2-40B4-BE49-F238E27FC236}">
                <a16:creationId xmlns:a16="http://schemas.microsoft.com/office/drawing/2014/main" id="{32236B72-5818-6E81-A4D4-89F55276D7A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9E88D5C-FE2D-1E1D-0A89-AC302CA0D5C7}"/>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10289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38C44-7538-3B3F-C8CE-3CF1EC13F1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5BF0C69-9AEE-5328-B74B-F510E65B518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F23A08A-C123-6CBB-923A-605E325EAE40}"/>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5" name="Marcador de pie de página 4">
            <a:extLst>
              <a:ext uri="{FF2B5EF4-FFF2-40B4-BE49-F238E27FC236}">
                <a16:creationId xmlns:a16="http://schemas.microsoft.com/office/drawing/2014/main" id="{554E9F9A-8C7D-A76B-7DA4-0C4447E0D6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F0BCC67-3FEA-3210-EAD5-C4D54680F694}"/>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21572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FEAF8-FBF5-0B7B-3CB1-04ED2856D09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8D53291-CD5B-E8FC-B4EB-A51CA0764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2876001-7210-F0CD-8DC2-34688124524B}"/>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5" name="Marcador de pie de página 4">
            <a:extLst>
              <a:ext uri="{FF2B5EF4-FFF2-40B4-BE49-F238E27FC236}">
                <a16:creationId xmlns:a16="http://schemas.microsoft.com/office/drawing/2014/main" id="{BB39AE81-9B61-F390-7AB9-C51552454E8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3F9F872-6CDB-5F50-3F76-19DFFE0CE4F3}"/>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762195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19EA4-9EDC-F471-2250-55E2BD8317A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DB67AAD-DB38-7645-E0AD-92CA2EE209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32FFB3D-DDDB-C10B-A5A7-989218522B2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88ED495-FD3F-1338-9D71-3AB9D839A8D5}"/>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6" name="Marcador de pie de página 5">
            <a:extLst>
              <a:ext uri="{FF2B5EF4-FFF2-40B4-BE49-F238E27FC236}">
                <a16:creationId xmlns:a16="http://schemas.microsoft.com/office/drawing/2014/main" id="{561F70FE-7A38-4640-348E-B59F55FD059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331FEDF-0F3B-0E0F-9AF1-3C004D56594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303881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FC605-565A-6C8C-930D-F5E5586B09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EDD4D3-FEE7-30A2-EC51-0C12856B88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2DE4A01-363B-EB04-B4A7-5915734307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C69A3DDE-B39E-3E46-C758-3E410AEDF7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10ADD7-383E-B199-F1BC-8FB9359F264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5C35E3E-46E6-89DC-6337-002B47FE606C}"/>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8" name="Marcador de pie de página 7">
            <a:extLst>
              <a:ext uri="{FF2B5EF4-FFF2-40B4-BE49-F238E27FC236}">
                <a16:creationId xmlns:a16="http://schemas.microsoft.com/office/drawing/2014/main" id="{36718591-089F-AE35-BF6F-7708B6E1663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01F7E3E-2FAD-3377-03FD-2E16DBEC0201}"/>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33371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C5662-4383-89C5-97C3-AE1BE5B7BC8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120E43F2-D835-4DC9-87E0-17CA97F6CA9B}"/>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4" name="Marcador de pie de página 3">
            <a:extLst>
              <a:ext uri="{FF2B5EF4-FFF2-40B4-BE49-F238E27FC236}">
                <a16:creationId xmlns:a16="http://schemas.microsoft.com/office/drawing/2014/main" id="{1C13B977-31EB-FE00-92AE-3697E5808F5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C6BFB55-D182-74B3-FBDC-FE2A64860C3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408117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990ECD0-74A8-F9D4-A75A-B43E5C0DF846}"/>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3" name="Marcador de pie de página 2">
            <a:extLst>
              <a:ext uri="{FF2B5EF4-FFF2-40B4-BE49-F238E27FC236}">
                <a16:creationId xmlns:a16="http://schemas.microsoft.com/office/drawing/2014/main" id="{21146E16-41EB-213B-5018-3E35BAA35478}"/>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3A3AE431-70CC-9EDC-8818-3DFDC9A5A37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24767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AC18C6-313C-919A-B697-9670A72F2B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2743773-4F64-1A6B-65B5-69913A8A8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40879A7-F4A9-8B5E-1B92-B23125346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C2312EE-EB01-6CED-841E-3F0EC302AE8F}"/>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6" name="Marcador de pie de página 5">
            <a:extLst>
              <a:ext uri="{FF2B5EF4-FFF2-40B4-BE49-F238E27FC236}">
                <a16:creationId xmlns:a16="http://schemas.microsoft.com/office/drawing/2014/main" id="{D5736635-CC6F-352D-F451-81984AFDEDC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F2FBDAD-125F-3349-9176-C3BA3A489C3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930575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04C57-4818-E3ED-A6C5-F6F0DCD0131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43AB964-318B-337F-60B7-2754720DAE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493CB9B5-34A7-129B-0A31-F9DC3B03D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DAD8ED-BDBF-42F5-3B2F-ECB7B425C2BC}"/>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6" name="Marcador de pie de página 5">
            <a:extLst>
              <a:ext uri="{FF2B5EF4-FFF2-40B4-BE49-F238E27FC236}">
                <a16:creationId xmlns:a16="http://schemas.microsoft.com/office/drawing/2014/main" id="{83785FFD-59B6-BC64-E9D6-16052BBB7FB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F37ACC-A056-E9BB-5DDB-22ABA20B2F3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9451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D7602-9F2F-1A04-27ED-D6B40223844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1DF196E-F362-AF35-731F-E57B56CD5B9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5CE00D-068C-0663-07D0-D0E4009B7CFE}"/>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5" name="Marcador de pie de página 4">
            <a:extLst>
              <a:ext uri="{FF2B5EF4-FFF2-40B4-BE49-F238E27FC236}">
                <a16:creationId xmlns:a16="http://schemas.microsoft.com/office/drawing/2014/main" id="{8C77BA55-9761-D08F-75E3-BA24412C010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EFF34F0-6499-4641-D773-47264DA086D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576909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877A66-C666-056F-960F-171BE0A217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9474AEC-C427-4B7F-F962-BF90628D3BA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289CFCC-52A0-31C0-1287-C727C68901C0}"/>
              </a:ext>
            </a:extLst>
          </p:cNvPr>
          <p:cNvSpPr>
            <a:spLocks noGrp="1"/>
          </p:cNvSpPr>
          <p:nvPr>
            <p:ph type="dt" sz="half" idx="10"/>
          </p:nvPr>
        </p:nvSpPr>
        <p:spPr/>
        <p:txBody>
          <a:bodyPr/>
          <a:lstStyle/>
          <a:p>
            <a:fld id="{1E5C9EE7-8DDA-4DF6-924E-8E4896CBE84A}" type="datetimeFigureOut">
              <a:rPr lang="es-CO" smtClean="0"/>
              <a:t>28/12/2024</a:t>
            </a:fld>
            <a:endParaRPr lang="es-CO"/>
          </a:p>
        </p:txBody>
      </p:sp>
      <p:sp>
        <p:nvSpPr>
          <p:cNvPr id="5" name="Marcador de pie de página 4">
            <a:extLst>
              <a:ext uri="{FF2B5EF4-FFF2-40B4-BE49-F238E27FC236}">
                <a16:creationId xmlns:a16="http://schemas.microsoft.com/office/drawing/2014/main" id="{17F7EDF1-917F-3E81-2797-81020FCFB0C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880FEF-AB90-C357-A5A4-FB68CA8CAA1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139960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701C12-4015-F4A9-4662-8F064380B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4B8C966-0D4A-1CE4-B00F-6CA3BD54B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5EE87F2-74FC-DEC5-0F78-BB780EF7B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C9EE7-8DDA-4DF6-924E-8E4896CBE84A}" type="datetimeFigureOut">
              <a:rPr lang="es-CO" smtClean="0"/>
              <a:t>28/12/2024</a:t>
            </a:fld>
            <a:endParaRPr lang="es-CO"/>
          </a:p>
        </p:txBody>
      </p:sp>
      <p:sp>
        <p:nvSpPr>
          <p:cNvPr id="5" name="Marcador de pie de página 4">
            <a:extLst>
              <a:ext uri="{FF2B5EF4-FFF2-40B4-BE49-F238E27FC236}">
                <a16:creationId xmlns:a16="http://schemas.microsoft.com/office/drawing/2014/main" id="{A938A9CA-C692-6AA9-163F-9B8F7BAAEA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AC231D6-70B1-65BF-A514-A6FF777CBD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7D374-75C3-4BB2-8E3C-6A07029DE216}" type="slidenum">
              <a:rPr lang="es-CO" smtClean="0"/>
              <a:t>‹Nº›</a:t>
            </a:fld>
            <a:endParaRPr lang="es-CO"/>
          </a:p>
        </p:txBody>
      </p:sp>
    </p:spTree>
    <p:extLst>
      <p:ext uri="{BB962C8B-B14F-4D97-AF65-F5344CB8AC3E}">
        <p14:creationId xmlns:p14="http://schemas.microsoft.com/office/powerpoint/2010/main" val="3419786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0"/>
            <a:ext cx="12192000" cy="6858000"/>
          </a:xfrm>
        </p:spPr>
        <p:txBody>
          <a:bodyPr>
            <a:noAutofit/>
          </a:bodyPr>
          <a:lstStyle/>
          <a:p>
            <a:r>
              <a:rPr lang="es-ES" sz="6800" b="1" i="0" dirty="0">
                <a:solidFill>
                  <a:schemeClr val="bg1"/>
                </a:solidFill>
                <a:effectLst/>
                <a:latin typeface="Arial" panose="020B0604020202020204" pitchFamily="34" charset="0"/>
                <a:cs typeface="Arial" panose="020B0604020202020204" pitchFamily="34" charset="0"/>
              </a:rPr>
              <a:t>YO TE HE AMADO CON AMOR ETERNO</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TE HE ACERCADO CON BONDAD Y AMOR</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YO TE LEVANTÉ, OH, HIJA DE SIÓN</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Y LEVANTADA SERÁS</a:t>
            </a:r>
            <a:endParaRPr lang="es-CO" sz="6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8065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0"/>
            <a:ext cx="12192000" cy="6858000"/>
          </a:xfrm>
        </p:spPr>
        <p:txBody>
          <a:bodyPr>
            <a:noAutofit/>
          </a:bodyPr>
          <a:lstStyle/>
          <a:p>
            <a:r>
              <a:rPr lang="es-ES" sz="6200" b="1" i="0" dirty="0">
                <a:solidFill>
                  <a:schemeClr val="bg1"/>
                </a:solidFill>
                <a:effectLst/>
                <a:latin typeface="Arial" panose="020B0604020202020204" pitchFamily="34" charset="0"/>
                <a:cs typeface="Arial" panose="020B0604020202020204" pitchFamily="34" charset="0"/>
              </a:rPr>
              <a:t>//TOMA EL PANDERO Y VEN A DANZAR</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TOMA EL PANDERO Y VEN A GOZAR</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VEN Y SUBAMOS ANTE NUESTRO DIOS</a:t>
            </a:r>
            <a:br>
              <a:rPr lang="es-ES" sz="6200" b="1" i="0" dirty="0">
                <a:solidFill>
                  <a:schemeClr val="bg1"/>
                </a:solidFill>
                <a:effectLst/>
                <a:latin typeface="Arial" panose="020B0604020202020204" pitchFamily="34" charset="0"/>
                <a:cs typeface="Arial" panose="020B0604020202020204" pitchFamily="34" charset="0"/>
              </a:rPr>
            </a:br>
            <a:r>
              <a:rPr lang="es-ES" sz="6200" b="1" i="0" dirty="0">
                <a:solidFill>
                  <a:schemeClr val="bg1"/>
                </a:solidFill>
                <a:effectLst/>
                <a:latin typeface="Arial" panose="020B0604020202020204" pitchFamily="34" charset="0"/>
                <a:cs typeface="Arial" panose="020B0604020202020204" pitchFamily="34" charset="0"/>
              </a:rPr>
              <a:t>TOMA EL PANDERO Y VEN A DANZAR //</a:t>
            </a:r>
          </a:p>
        </p:txBody>
      </p:sp>
    </p:spTree>
    <p:extLst>
      <p:ext uri="{BB962C8B-B14F-4D97-AF65-F5344CB8AC3E}">
        <p14:creationId xmlns:p14="http://schemas.microsoft.com/office/powerpoint/2010/main" val="121800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7A97E5C-3CC2-D1F2-6930-5451F3A537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A563BE-F6B1-B47C-A314-A72C0ED12120}"/>
              </a:ext>
            </a:extLst>
          </p:cNvPr>
          <p:cNvSpPr>
            <a:spLocks noGrp="1"/>
          </p:cNvSpPr>
          <p:nvPr>
            <p:ph type="ctrTitle"/>
          </p:nvPr>
        </p:nvSpPr>
        <p:spPr>
          <a:xfrm>
            <a:off x="0" y="670760"/>
            <a:ext cx="12192000" cy="6858000"/>
          </a:xfrm>
        </p:spPr>
        <p:txBody>
          <a:bodyPr>
            <a:noAutofit/>
          </a:bodyPr>
          <a:lstStyle/>
          <a:p>
            <a:r>
              <a:rPr lang="es-ES" sz="8600" b="1" i="0" dirty="0">
                <a:solidFill>
                  <a:schemeClr val="bg1"/>
                </a:solidFill>
                <a:effectLst/>
                <a:latin typeface="Arial" panose="020B0604020202020204" pitchFamily="34" charset="0"/>
                <a:cs typeface="Arial" panose="020B0604020202020204" pitchFamily="34" charset="0"/>
              </a:rPr>
              <a:t>//CANTARÉ, DANZARÉ Y ME ALEGRARÉ</a:t>
            </a:r>
            <a:br>
              <a:rPr lang="es-ES" sz="8600" b="1" i="0" dirty="0">
                <a:solidFill>
                  <a:schemeClr val="bg1"/>
                </a:solidFill>
                <a:effectLst/>
                <a:latin typeface="Arial" panose="020B0604020202020204" pitchFamily="34" charset="0"/>
                <a:cs typeface="Arial" panose="020B0604020202020204" pitchFamily="34" charset="0"/>
              </a:rPr>
            </a:br>
            <a:r>
              <a:rPr lang="es-ES" sz="8600" b="1" i="0" dirty="0">
                <a:solidFill>
                  <a:schemeClr val="bg1"/>
                </a:solidFill>
                <a:effectLst/>
                <a:latin typeface="Arial" panose="020B0604020202020204" pitchFamily="34" charset="0"/>
                <a:cs typeface="Arial" panose="020B0604020202020204" pitchFamily="34" charset="0"/>
              </a:rPr>
              <a:t>MÁS Y MÁS CADA VEZ YO TE ALABARÉ//</a:t>
            </a:r>
            <a:br>
              <a:rPr lang="es-ES" sz="5400" b="1" i="0" dirty="0">
                <a:solidFill>
                  <a:schemeClr val="bg1"/>
                </a:solidFill>
                <a:effectLst/>
                <a:latin typeface="Arial" panose="020B0604020202020204" pitchFamily="34" charset="0"/>
                <a:cs typeface="Arial" panose="020B0604020202020204" pitchFamily="34" charset="0"/>
              </a:rPr>
            </a:br>
            <a:br>
              <a:rPr lang="es-ES" sz="5400" b="1" i="0" dirty="0">
                <a:solidFill>
                  <a:schemeClr val="bg1"/>
                </a:solidFill>
                <a:effectLst/>
                <a:latin typeface="Arial" panose="020B0604020202020204" pitchFamily="34" charset="0"/>
                <a:cs typeface="Arial" panose="020B0604020202020204" pitchFamily="34" charset="0"/>
              </a:rPr>
            </a:br>
            <a:endParaRPr lang="es-ES" sz="5400" b="1" i="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261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76418FE-7C3B-D73F-5421-0795605F79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26A4F3-7B33-B946-7462-1764DDC14792}"/>
              </a:ext>
            </a:extLst>
          </p:cNvPr>
          <p:cNvSpPr>
            <a:spLocks noGrp="1"/>
          </p:cNvSpPr>
          <p:nvPr>
            <p:ph type="ctrTitle"/>
          </p:nvPr>
        </p:nvSpPr>
        <p:spPr>
          <a:xfrm>
            <a:off x="0" y="-465945"/>
            <a:ext cx="12192000" cy="6858000"/>
          </a:xfrm>
        </p:spPr>
        <p:txBody>
          <a:bodyPr>
            <a:noAutofit/>
          </a:bodyPr>
          <a:lstStyle/>
          <a:p>
            <a:r>
              <a:rPr lang="es-ES" sz="8100" b="1" i="0" dirty="0">
                <a:solidFill>
                  <a:schemeClr val="bg1"/>
                </a:solidFill>
                <a:effectLst/>
                <a:latin typeface="Arial" panose="020B0604020202020204" pitchFamily="34" charset="0"/>
                <a:cs typeface="Arial" panose="020B0604020202020204" pitchFamily="34" charset="0"/>
              </a:rPr>
              <a:t>//DELANTE DE TU TRONO YO ME GOZARÉ</a:t>
            </a:r>
            <a:br>
              <a:rPr lang="es-ES" sz="8100" b="1" i="0" dirty="0">
                <a:solidFill>
                  <a:schemeClr val="bg1"/>
                </a:solidFill>
                <a:effectLst/>
                <a:latin typeface="Arial" panose="020B0604020202020204" pitchFamily="34" charset="0"/>
                <a:cs typeface="Arial" panose="020B0604020202020204" pitchFamily="34" charset="0"/>
              </a:rPr>
            </a:br>
            <a:r>
              <a:rPr lang="es-ES" sz="8100" b="1" i="0" dirty="0">
                <a:solidFill>
                  <a:schemeClr val="bg1"/>
                </a:solidFill>
                <a:effectLst/>
                <a:latin typeface="Arial" panose="020B0604020202020204" pitchFamily="34" charset="0"/>
                <a:cs typeface="Arial" panose="020B0604020202020204" pitchFamily="34" charset="0"/>
              </a:rPr>
              <a:t>EN TORNO DE TU GRACIA ME DELEITARÉ//</a:t>
            </a:r>
          </a:p>
        </p:txBody>
      </p:sp>
    </p:spTree>
    <p:extLst>
      <p:ext uri="{BB962C8B-B14F-4D97-AF65-F5344CB8AC3E}">
        <p14:creationId xmlns:p14="http://schemas.microsoft.com/office/powerpoint/2010/main" val="108780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1949A753-2ECB-DF27-9A6C-C2C5B0B49C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BB6BE7-5342-37F0-2669-9B067317EFD0}"/>
              </a:ext>
            </a:extLst>
          </p:cNvPr>
          <p:cNvSpPr>
            <a:spLocks noGrp="1"/>
          </p:cNvSpPr>
          <p:nvPr>
            <p:ph type="ctrTitle"/>
          </p:nvPr>
        </p:nvSpPr>
        <p:spPr>
          <a:xfrm>
            <a:off x="0" y="280737"/>
            <a:ext cx="12192000" cy="6858000"/>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 EN LOS MONTES VEO LA GRANDEZA DE SU PODER Y SU AMOR //</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//EN EL VIENTO SIENTO SU PRESENCIA Y EN EL BRISAR SU PAZ ME DA //</a:t>
            </a:r>
            <a:br>
              <a:rPr lang="es-ES" sz="51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17954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C1721FCF-A2C2-66D6-73A9-98BDE023D6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DC0657-14D1-578C-94B2-CEE0463ACDE1}"/>
              </a:ext>
            </a:extLst>
          </p:cNvPr>
          <p:cNvSpPr>
            <a:spLocks noGrp="1"/>
          </p:cNvSpPr>
          <p:nvPr>
            <p:ph type="ctrTitle"/>
          </p:nvPr>
        </p:nvSpPr>
        <p:spPr>
          <a:xfrm>
            <a:off x="0" y="-441157"/>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 EN LAS FLORES SU HERMOSA EN EL TRINAR DE LAS AVES ESCUCHO SU VOZ//</a:t>
            </a:r>
            <a:br>
              <a:rPr lang="es-ES" sz="51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517658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8B6DFF7-E158-9AF8-E482-53F164045B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82318F-4053-12DF-7010-B9D22A2517EC}"/>
              </a:ext>
            </a:extLst>
          </p:cNvPr>
          <p:cNvSpPr>
            <a:spLocks noGrp="1"/>
          </p:cNvSpPr>
          <p:nvPr>
            <p:ph type="ctrTitle"/>
          </p:nvPr>
        </p:nvSpPr>
        <p:spPr>
          <a:xfrm>
            <a:off x="0" y="0"/>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ES JESUS EL ARQUITECTO DEL CIELO EL CREADOR DE LA TIERRA QUIEN CUIDA DEL MAR</a:t>
            </a:r>
            <a:br>
              <a:rPr lang="es-ES" sz="51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11019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1BAB467-1CF7-47C5-B272-D72C68B945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82C1B1-D7D6-5750-A958-BD667D22FC69}"/>
              </a:ext>
            </a:extLst>
          </p:cNvPr>
          <p:cNvSpPr>
            <a:spLocks noGrp="1"/>
          </p:cNvSpPr>
          <p:nvPr>
            <p:ph type="ctrTitle"/>
          </p:nvPr>
        </p:nvSpPr>
        <p:spPr>
          <a:xfrm>
            <a:off x="0" y="-994611"/>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ES JESUS QUIÉN NOS PROTEGE ES NUESTRO REY Y SEÑOR DE LA CREACIÓN</a:t>
            </a:r>
            <a:endParaRPr lang="es-CO" sz="5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07512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0"/>
            <a:ext cx="12192000" cy="6858000"/>
          </a:xfrm>
        </p:spPr>
        <p:txBody>
          <a:bodyPr>
            <a:noAutofit/>
          </a:bodyPr>
          <a:lstStyle/>
          <a:p>
            <a:r>
              <a:rPr lang="es-ES" sz="7800" b="1" dirty="0">
                <a:solidFill>
                  <a:schemeClr val="bg1"/>
                </a:solidFill>
                <a:latin typeface="Arial" panose="020B0604020202020204" pitchFamily="34" charset="0"/>
                <a:ea typeface="Tahoma" panose="020B0604030504040204" pitchFamily="34" charset="0"/>
                <a:cs typeface="Arial" panose="020B0604020202020204" pitchFamily="34" charset="0"/>
              </a:rPr>
              <a:t>¿QUIÉN NOS PODRÁ SEPARAR DEL AMOR DE CRISTO?</a:t>
            </a:r>
            <a:br>
              <a:rPr lang="es-ES" sz="7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800" b="1" dirty="0">
                <a:solidFill>
                  <a:schemeClr val="bg1"/>
                </a:solidFill>
                <a:latin typeface="Arial" panose="020B0604020202020204" pitchFamily="34" charset="0"/>
                <a:ea typeface="Tahoma" panose="020B0604030504040204" pitchFamily="34" charset="0"/>
                <a:cs typeface="Arial" panose="020B0604020202020204" pitchFamily="34" charset="0"/>
              </a:rPr>
              <a:t>¿QUIÉN NOS PODRÁ SEPARAR DEL AMOR DE DIOS?</a:t>
            </a:r>
            <a:endParaRPr lang="es-CO" sz="7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9018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139366"/>
            <a:ext cx="11983453"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NI LA VIDA, NI LA MUERTE</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NI LO ALTO, NI LO PROFUNDO</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NI ÁNGELES, NI POTESTADES</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3019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33889A-9C10-77BF-D3FB-29120B107C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4DAF7C-E2F3-9CE9-459A-40353C7B919B}"/>
              </a:ext>
            </a:extLst>
          </p:cNvPr>
          <p:cNvSpPr>
            <a:spLocks noGrp="1"/>
          </p:cNvSpPr>
          <p:nvPr>
            <p:ph type="ctrTitle"/>
          </p:nvPr>
        </p:nvSpPr>
        <p:spPr>
          <a:xfrm>
            <a:off x="0" y="136358"/>
            <a:ext cx="11983453" cy="6858000"/>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NADA NOS PODRÁ SEPARAR</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NADA NOS PODRÁ SEPARAR</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NADA NOS PODRÁ SEPARAR.</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DEL AMOR DE DIOS</a:t>
            </a:r>
            <a:endParaRPr lang="es-CO" sz="7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05986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9D7CB10F-901A-3B06-18A8-E02ED3763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D97892-FABC-BE78-5D7A-C43E535CFA66}"/>
              </a:ext>
            </a:extLst>
          </p:cNvPr>
          <p:cNvSpPr>
            <a:spLocks noGrp="1"/>
          </p:cNvSpPr>
          <p:nvPr>
            <p:ph type="ctrTitle"/>
          </p:nvPr>
        </p:nvSpPr>
        <p:spPr>
          <a:xfrm>
            <a:off x="0" y="936461"/>
            <a:ext cx="12192000" cy="6858000"/>
          </a:xfrm>
        </p:spPr>
        <p:txBody>
          <a:bodyPr>
            <a:noAutofit/>
          </a:bodyPr>
          <a:lstStyle/>
          <a:p>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TENGO UN AMIGO QUE ME AMA</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ME AMA, ME AMA</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TENGO UN AMIGO QUE ME AMA</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SU NOMBRE ES JESÚS.</a:t>
            </a:r>
            <a:br>
              <a:rPr lang="es-ES" sz="75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82739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7FBD454-F13E-B5AB-D3A6-233EE4C83F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2F324-4C24-D8FB-4C9F-79F444368A74}"/>
              </a:ext>
            </a:extLst>
          </p:cNvPr>
          <p:cNvSpPr>
            <a:spLocks noGrp="1"/>
          </p:cNvSpPr>
          <p:nvPr>
            <p:ph type="ctrTitle"/>
          </p:nvPr>
        </p:nvSpPr>
        <p:spPr>
          <a:xfrm>
            <a:off x="0" y="-876300"/>
            <a:ext cx="12192000" cy="6858000"/>
          </a:xfrm>
        </p:spPr>
        <p:txBody>
          <a:bodyPr>
            <a:noAutofit/>
          </a:bodyPr>
          <a:lstStyle/>
          <a:p>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ME AMA, QUE ME AMA</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ME AMA, SI, CON TIERNO AMOR</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ME AMA, QUE ME AMA</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SU NOMBRE ES JESUS</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90559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8F1672-0440-B1D6-E6A8-C47C4B1635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1414FD-45DC-17DC-4368-72E630A8D083}"/>
              </a:ext>
            </a:extLst>
          </p:cNvPr>
          <p:cNvSpPr>
            <a:spLocks noGrp="1"/>
          </p:cNvSpPr>
          <p:nvPr>
            <p:ph type="ctrTitle"/>
          </p:nvPr>
        </p:nvSpPr>
        <p:spPr>
          <a:xfrm>
            <a:off x="104273" y="1121945"/>
            <a:ext cx="11983453"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NO HAY DIOS TAN GRANDE COMO TÚ</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NO LO HAY, NO LO HAY</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NO HAY DIOS TAN GRANDE COMO TÚ</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NO LO HAY, NO LO HAY</a:t>
            </a:r>
            <a:br>
              <a:rPr lang="es-ES" sz="44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44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4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21791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3CD1877-9F49-312F-DF9F-A14CD7427C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07DC57-A366-F84E-19E4-8CA64A629FD2}"/>
              </a:ext>
            </a:extLst>
          </p:cNvPr>
          <p:cNvSpPr>
            <a:spLocks noGrp="1"/>
          </p:cNvSpPr>
          <p:nvPr>
            <p:ph type="ctrTitle"/>
          </p:nvPr>
        </p:nvSpPr>
        <p:spPr>
          <a:xfrm>
            <a:off x="0" y="-593558"/>
            <a:ext cx="11983453" cy="6858000"/>
          </a:xfrm>
        </p:spPr>
        <p:txBody>
          <a:bodyPr>
            <a:noAutofit/>
          </a:bodyPr>
          <a:lstStyle/>
          <a:p>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NO HAY DIOS QUE PUEDA HACER LAS OBRAS</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COMO LAS QUE HACES TÚ</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NO HAY DIOS QUE PUEDA HACER LAS OBRAS</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COMO LAS QUE HACES TÚ</a:t>
            </a:r>
            <a:endParaRPr lang="es-CO" sz="6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654251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0" y="796089"/>
            <a:ext cx="12192000" cy="6858000"/>
          </a:xfrm>
        </p:spPr>
        <p:txBody>
          <a:bodyPr>
            <a:noAutofit/>
          </a:bodyPr>
          <a:lstStyle/>
          <a:p>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EL AMOR DE DIOS ES MARAVILLOSO,</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EL AMOR DE DIOS ES MARAVILLOSO,</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EL AMOR DE DIOS ES MARAVILLOSO</a:t>
            </a:r>
            <a:b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200" b="1" dirty="0">
                <a:solidFill>
                  <a:schemeClr val="bg1"/>
                </a:solidFill>
                <a:latin typeface="Arial" panose="020B0604020202020204" pitchFamily="34" charset="0"/>
                <a:ea typeface="Tahoma" panose="020B0604030504040204" pitchFamily="34" charset="0"/>
                <a:cs typeface="Arial" panose="020B0604020202020204" pitchFamily="34" charset="0"/>
              </a:rPr>
              <a:t>TAN GRANDE ES EL AMOR DE DIOS.</a:t>
            </a:r>
            <a:br>
              <a:rPr lang="es-ES" sz="51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97485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5A2EF9B-7E0B-388A-2F6F-43F48CF866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0185FD-19EB-9F4D-3F8B-A5C5519DB319}"/>
              </a:ext>
            </a:extLst>
          </p:cNvPr>
          <p:cNvSpPr>
            <a:spLocks noGrp="1"/>
          </p:cNvSpPr>
          <p:nvPr>
            <p:ph type="ctrTitle"/>
          </p:nvPr>
        </p:nvSpPr>
        <p:spPr>
          <a:xfrm>
            <a:off x="0" y="833187"/>
            <a:ext cx="12192000" cy="6858000"/>
          </a:xfrm>
        </p:spPr>
        <p:txBody>
          <a:bodyPr>
            <a:noAutofit/>
          </a:bodyPr>
          <a:lstStyle/>
          <a:p>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TAN ALTO QUE NO PUEDO IR ARRIBA DE EL,</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PROFUNDO QUE NO PUEDO IR DEBAJO DE EL,</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TAN ANCHO QUE NO PUEDO IR AFUERA DE EL,</a:t>
            </a:r>
            <a:b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300" b="1" dirty="0">
                <a:solidFill>
                  <a:schemeClr val="bg1"/>
                </a:solidFill>
                <a:latin typeface="Arial" panose="020B0604020202020204" pitchFamily="34" charset="0"/>
                <a:ea typeface="Tahoma" panose="020B0604030504040204" pitchFamily="34" charset="0"/>
                <a:cs typeface="Arial" panose="020B0604020202020204" pitchFamily="34" charset="0"/>
              </a:rPr>
              <a:t>TAN GRANDE ES EL AMOR DE DIOS.</a:t>
            </a:r>
            <a:br>
              <a:rPr lang="es-ES" sz="51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08543463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430</Words>
  <Application>Microsoft Office PowerPoint</Application>
  <PresentationFormat>Panorámica</PresentationFormat>
  <Paragraphs>17</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Tema de Office</vt:lpstr>
      <vt:lpstr>YO TE HE AMADO CON AMOR ETERNO TE HE ACERCADO CON BONDAD Y AMOR YO TE LEVANTÉ, OH, HIJA DE SIÓN Y LEVANTADA SERÁS</vt:lpstr>
      <vt:lpstr>//TOMA EL PANDERO Y VEN A DANZAR TOMA EL PANDERO Y VEN A GOZAR VEN Y SUBAMOS ANTE NUESTRO DIOS TOMA EL PANDERO Y VEN A DANZAR //</vt:lpstr>
      <vt:lpstr>//CANTARÉ, DANZARÉ Y ME ALEGRARÉ MÁS Y MÁS CADA VEZ YO TE ALABARÉ//  </vt:lpstr>
      <vt:lpstr>//DELANTE DE TU TRONO YO ME GOZARÉ EN TORNO DE TU GRACIA ME DELEITARÉ//</vt:lpstr>
      <vt:lpstr>// EN LOS MONTES VEO LA GRANDEZA DE SU PODER Y SU AMOR // //EN EL VIENTO SIENTO SU PRESENCIA Y EN EL BRISAR SU PAZ ME DA // </vt:lpstr>
      <vt:lpstr>// EN LAS FLORES SU HERMOSA EN EL TRINAR DE LAS AVES ESCUCHO SU VOZ// </vt:lpstr>
      <vt:lpstr>ES JESUS EL ARQUITECTO DEL CIELO EL CREADOR DE LA TIERRA QUIEN CUIDA DEL MAR </vt:lpstr>
      <vt:lpstr>ES JESUS QUIÉN NOS PROTEGE ES NUESTRO REY Y SEÑOR DE LA CREACIÓN</vt:lpstr>
      <vt:lpstr>¿QUIÉN NOS PODRÁ SEPARAR DEL AMOR DE CRISTO? ¿QUIÉN NOS PODRÁ SEPARAR DEL AMOR DE DIOS?</vt:lpstr>
      <vt:lpstr>NI LA VIDA, NI LA MUERTE NI LO ALTO, NI LO PROFUNDO NI ÁNGELES, NI POTESTADES</vt:lpstr>
      <vt:lpstr>NADA NOS PODRÁ SEPARAR NADA NOS PODRÁ SEPARAR NADA NOS PODRÁ SEPARAR. DEL AMOR DE DIOS</vt:lpstr>
      <vt:lpstr>YO TENGO UN AMIGO QUE ME AMA ME AMA, ME AMA YO TENGO UN AMIGO QUE ME AMA SU NOMBRE ES JESÚS. </vt:lpstr>
      <vt:lpstr>QUE ME AMA, QUE ME AMA QUE ME AMA, SI, CON TIERNO AMOR QUE ME AMA, QUE ME AMA SU NOMBRE ES JESUS</vt:lpstr>
      <vt:lpstr>NO HAY DIOS TAN GRANDE COMO TÚ NO LO HAY, NO LO HAY NO HAY DIOS TAN GRANDE COMO TÚ NO LO HAY, NO LO HAY  </vt:lpstr>
      <vt:lpstr>NO HAY DIOS QUE PUEDA HACER LAS OBRAS COMO LAS QUE HACES TÚ NO HAY DIOS QUE PUEDA HACER LAS OBRAS COMO LAS QUE HACES TÚ</vt:lpstr>
      <vt:lpstr>EL AMOR DE DIOS ES MARAVILLOSO, EL AMOR DE DIOS ES MARAVILLOSO, EL AMOR DE DIOS ES MARAVILLOSO TAN GRANDE ES EL AMOR DE DIOS. </vt:lpstr>
      <vt:lpstr>TAN ALTO QUE NO PUEDO IR ARRIBA DE EL, PROFUNDO QUE NO PUEDO IR DEBAJO DE EL, TAN ANCHO QUE NO PUEDO IR AFUERA DE EL, TAN GRANDE ES EL AMOR DE DIOS.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5</cp:revision>
  <dcterms:created xsi:type="dcterms:W3CDTF">2024-11-24T01:13:55Z</dcterms:created>
  <dcterms:modified xsi:type="dcterms:W3CDTF">2024-12-29T02:39:52Z</dcterms:modified>
</cp:coreProperties>
</file>