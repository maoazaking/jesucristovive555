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89" r:id="rId2"/>
    <p:sldId id="290" r:id="rId3"/>
    <p:sldId id="291" r:id="rId4"/>
    <p:sldId id="310" r:id="rId5"/>
    <p:sldId id="311" r:id="rId6"/>
    <p:sldId id="312" r:id="rId7"/>
    <p:sldId id="313" r:id="rId8"/>
    <p:sldId id="265" r:id="rId9"/>
    <p:sldId id="266" r:id="rId10"/>
    <p:sldId id="304" r:id="rId11"/>
    <p:sldId id="305" r:id="rId12"/>
    <p:sldId id="306" r:id="rId13"/>
    <p:sldId id="307" r:id="rId14"/>
    <p:sldId id="298" r:id="rId15"/>
    <p:sldId id="299" r:id="rId16"/>
    <p:sldId id="279" r:id="rId17"/>
    <p:sldId id="295" r:id="rId18"/>
    <p:sldId id="296" r:id="rId19"/>
    <p:sldId id="275" r:id="rId20"/>
    <p:sldId id="276" r:id="rId21"/>
    <p:sldId id="314" r:id="rId22"/>
    <p:sldId id="259" r:id="rId23"/>
    <p:sldId id="262" r:id="rId24"/>
    <p:sldId id="318" r:id="rId25"/>
    <p:sldId id="319" r:id="rId26"/>
    <p:sldId id="320" r:id="rId27"/>
    <p:sldId id="315" r:id="rId28"/>
    <p:sldId id="321" r:id="rId29"/>
    <p:sldId id="322" r:id="rId30"/>
    <p:sldId id="260" r:id="rId31"/>
    <p:sldId id="323" r:id="rId32"/>
    <p:sldId id="268" r:id="rId33"/>
    <p:sldId id="344" r:id="rId34"/>
    <p:sldId id="270" r:id="rId35"/>
    <p:sldId id="345" r:id="rId36"/>
    <p:sldId id="324" r:id="rId37"/>
    <p:sldId id="346" r:id="rId38"/>
    <p:sldId id="347" r:id="rId39"/>
    <p:sldId id="330" r:id="rId40"/>
    <p:sldId id="331" r:id="rId41"/>
    <p:sldId id="348" r:id="rId42"/>
    <p:sldId id="349" r:id="rId43"/>
    <p:sldId id="350" r:id="rId44"/>
    <p:sldId id="351" r:id="rId45"/>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8" d="100"/>
          <a:sy n="68" d="100"/>
        </p:scale>
        <p:origin x="81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0E73B6-FE5A-4374-8308-3FE252E0676B}" type="datetimeFigureOut">
              <a:rPr lang="es-CO" smtClean="0"/>
              <a:t>3/10/2026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71B287-CC88-4DD8-8C8A-9E260736AC5B}" type="slidenum">
              <a:rPr lang="es-CO" smtClean="0"/>
              <a:t>‹Nº›</a:t>
            </a:fld>
            <a:endParaRPr lang="es-CO"/>
          </a:p>
        </p:txBody>
      </p:sp>
    </p:spTree>
    <p:extLst>
      <p:ext uri="{BB962C8B-B14F-4D97-AF65-F5344CB8AC3E}">
        <p14:creationId xmlns:p14="http://schemas.microsoft.com/office/powerpoint/2010/main" val="2148306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BD4EC-7702-0AAD-D05E-D6D07C77CFD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FE3788A-98FB-4414-B6EF-13A2DC6D12F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D4C312F-5910-8ED4-F75D-75E6B37F863C}"/>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6E1D6CFC-B776-A780-7856-AD4A91FF225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4C3626-AB6A-407A-8AF3-A89C0F69E745}"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567226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22321-F3B3-EEC3-8676-628FE503377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1AF6425-A770-4633-7CF4-21EE046177F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FD61709-E1A3-08DB-22B1-FE068FF38BA4}"/>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E411A259-F781-638E-5685-1BAA081AC8F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4C3626-AB6A-407A-8AF3-A89C0F69E745}"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418146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65393-AA13-72CD-67C2-4DE598168D0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7EE79DE-7DC8-BE86-CEE3-7A0D31F4126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58D3DB1-86E1-4D31-6CF1-39901F655A7E}"/>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EB300C00-8177-8415-07AA-614243E60FD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4C3626-AB6A-407A-8AF3-A89C0F69E745}"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018147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3027A-A32B-B0FB-DE37-0883B8F6510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4AFD760-078F-08BB-3382-A24A95B1ABF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E8FEB6B-6A03-8FDD-AA9F-1F82197F6C64}"/>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BA50DAB4-DFF9-8D1A-B215-81CF3EB5822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4C3626-AB6A-407A-8AF3-A89C0F69E745}"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35515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65779-2E94-AAEE-B308-5D2A7800DCE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21E9124-6F11-8805-70ED-21AB288332C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50DFB02-C261-C1EC-D06E-D6763A42C79A}"/>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B7BDF3BA-B6EE-C9C9-2A90-F458C2B1347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871B287-CC88-4DD8-8C8A-9E260736AC5B}"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94917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F4FE7-8590-D3CF-95DE-2B24476C991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C02CCE5-72C0-89FE-63A7-2F6A897122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C770513-D1C4-AB50-4C79-B64C6EBDC806}"/>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6506470A-F732-4171-1EE3-BFC05FDCE21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871B287-CC88-4DD8-8C8A-9E260736AC5B}"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332547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EC68E-F627-198E-766E-89CAD53DA9D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B94BE48-2CB4-96FB-4D8F-BC05BDC5E04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FB44EBE-8D19-9B71-3A53-DFA0BA5FF235}"/>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9EA1368D-8438-03F9-1CBC-8D0121FD684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871B287-CC88-4DD8-8C8A-9E260736AC5B}"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410661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AC536-0421-23C4-72CE-EF35193963B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4D193D9-FBB2-BF32-7238-3C42F106132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004C8B7-A4CF-7CA9-3207-4C8D76DE318B}"/>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70577ED2-4B03-F01A-AAA8-571E817DDD3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871B287-CC88-4DD8-8C8A-9E260736AC5B}"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486982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0D08B-0850-E1D5-7C54-8F18841169E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1378B0B-5956-9DC3-51A7-A418492335C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BC74EF1-B1D6-0B11-5FA4-BD435DD809EF}"/>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27E424E9-1259-7E6A-9348-C48792D7537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871B287-CC88-4DD8-8C8A-9E260736AC5B}"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12357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F5DD2-B68B-67A2-0730-E0767BE28F3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43B5F2D-8AD5-9C40-BD61-6902F7EA0C2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9D4C07A-CF08-DF4B-C73C-958E54500E8B}"/>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F9C3E656-5D28-3EC4-BF92-E44FBF0C9DD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871B287-CC88-4DD8-8C8A-9E260736AC5B}"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733149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C5C51-C0E4-066C-4DD3-01F0BCA2AD9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452A225-7E94-9E51-7589-1F1B3CA79C7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584849B-1BA0-34CF-E891-DC976D8550B6}"/>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D4A50FEF-6C2B-30D4-7BF1-B00A6A70AD4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871B287-CC88-4DD8-8C8A-9E260736AC5B}"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894814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E7AEB-AFC1-05F3-CB62-7AEE1A32DB6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ADC6146-752A-1572-2F74-4BFD2D12E8B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542035F-8694-77AB-EED2-26C75BF3E1D0}"/>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5CA31F3F-2A65-97B3-A978-3F9FA7CC8FE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871B287-CC88-4DD8-8C8A-9E260736AC5B}"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446349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9C4441-103F-CFED-1AE7-2D0A8B793640}"/>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3A62DDE4-F2A2-0D16-9FAE-63AEB9C469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A51E5324-3B7A-D710-5582-D270D423EB5F}"/>
              </a:ext>
            </a:extLst>
          </p:cNvPr>
          <p:cNvSpPr>
            <a:spLocks noGrp="1"/>
          </p:cNvSpPr>
          <p:nvPr>
            <p:ph type="dt" sz="half" idx="10"/>
          </p:nvPr>
        </p:nvSpPr>
        <p:spPr/>
        <p:txBody>
          <a:bodyPr/>
          <a:lstStyle/>
          <a:p>
            <a:fld id="{6104D546-A27D-4A88-A8D8-CFE18D774EC6}" type="datetimeFigureOut">
              <a:rPr lang="es-CO" smtClean="0"/>
              <a:t>3/10/2026</a:t>
            </a:fld>
            <a:endParaRPr lang="es-CO"/>
          </a:p>
        </p:txBody>
      </p:sp>
      <p:sp>
        <p:nvSpPr>
          <p:cNvPr id="5" name="Marcador de pie de página 4">
            <a:extLst>
              <a:ext uri="{FF2B5EF4-FFF2-40B4-BE49-F238E27FC236}">
                <a16:creationId xmlns:a16="http://schemas.microsoft.com/office/drawing/2014/main" id="{0AC48166-5CCD-833E-069E-E474D430F841}"/>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8CFD908C-73D5-9109-9B5A-202997DFBD63}"/>
              </a:ext>
            </a:extLst>
          </p:cNvPr>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29014021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59E87D-449A-3E13-1C26-BF2E08B681C0}"/>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92F20C96-53C5-444F-C65A-7230A8A8273B}"/>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9884B70-DD95-3964-A213-C2238A6DE6C0}"/>
              </a:ext>
            </a:extLst>
          </p:cNvPr>
          <p:cNvSpPr>
            <a:spLocks noGrp="1"/>
          </p:cNvSpPr>
          <p:nvPr>
            <p:ph type="dt" sz="half" idx="10"/>
          </p:nvPr>
        </p:nvSpPr>
        <p:spPr/>
        <p:txBody>
          <a:bodyPr/>
          <a:lstStyle/>
          <a:p>
            <a:fld id="{6104D546-A27D-4A88-A8D8-CFE18D774EC6}" type="datetimeFigureOut">
              <a:rPr lang="es-CO" smtClean="0"/>
              <a:t>3/10/2026</a:t>
            </a:fld>
            <a:endParaRPr lang="es-CO"/>
          </a:p>
        </p:txBody>
      </p:sp>
      <p:sp>
        <p:nvSpPr>
          <p:cNvPr id="5" name="Marcador de pie de página 4">
            <a:extLst>
              <a:ext uri="{FF2B5EF4-FFF2-40B4-BE49-F238E27FC236}">
                <a16:creationId xmlns:a16="http://schemas.microsoft.com/office/drawing/2014/main" id="{DCBA0903-FA67-2F9C-047D-23FD791BD04A}"/>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692E11E-91F6-B03A-2D87-DE0148B2035F}"/>
              </a:ext>
            </a:extLst>
          </p:cNvPr>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32884485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945D37-0CA9-570A-1AAD-12A806CAA777}"/>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728DE635-AC83-EE28-413C-AC73BCF6B42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80BB169D-B06B-AAE6-4EF7-5353FAD0E151}"/>
              </a:ext>
            </a:extLst>
          </p:cNvPr>
          <p:cNvSpPr>
            <a:spLocks noGrp="1"/>
          </p:cNvSpPr>
          <p:nvPr>
            <p:ph type="dt" sz="half" idx="10"/>
          </p:nvPr>
        </p:nvSpPr>
        <p:spPr/>
        <p:txBody>
          <a:bodyPr/>
          <a:lstStyle/>
          <a:p>
            <a:fld id="{6104D546-A27D-4A88-A8D8-CFE18D774EC6}" type="datetimeFigureOut">
              <a:rPr lang="es-CO" smtClean="0"/>
              <a:t>3/10/2026</a:t>
            </a:fld>
            <a:endParaRPr lang="es-CO"/>
          </a:p>
        </p:txBody>
      </p:sp>
      <p:sp>
        <p:nvSpPr>
          <p:cNvPr id="5" name="Marcador de pie de página 4">
            <a:extLst>
              <a:ext uri="{FF2B5EF4-FFF2-40B4-BE49-F238E27FC236}">
                <a16:creationId xmlns:a16="http://schemas.microsoft.com/office/drawing/2014/main" id="{55355D70-6BD3-2EBC-9068-C2C59273F9BD}"/>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CE8F30B-927E-0DCB-B0A5-5079824414AE}"/>
              </a:ext>
            </a:extLst>
          </p:cNvPr>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5328298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9087D5-2920-592E-44A5-D878434F843E}"/>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A93CD0FC-949D-D694-E245-7E547D942266}"/>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B0730F4A-1CCE-BCD5-6188-E52F4112575D}"/>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7B64EB94-2CA6-92B6-1A9D-6C0FD83CE6D6}"/>
              </a:ext>
            </a:extLst>
          </p:cNvPr>
          <p:cNvSpPr>
            <a:spLocks noGrp="1"/>
          </p:cNvSpPr>
          <p:nvPr>
            <p:ph type="dt" sz="half" idx="10"/>
          </p:nvPr>
        </p:nvSpPr>
        <p:spPr/>
        <p:txBody>
          <a:bodyPr/>
          <a:lstStyle/>
          <a:p>
            <a:fld id="{6104D546-A27D-4A88-A8D8-CFE18D774EC6}" type="datetimeFigureOut">
              <a:rPr lang="es-CO" smtClean="0"/>
              <a:t>3/10/2026</a:t>
            </a:fld>
            <a:endParaRPr lang="es-CO"/>
          </a:p>
        </p:txBody>
      </p:sp>
      <p:sp>
        <p:nvSpPr>
          <p:cNvPr id="6" name="Marcador de pie de página 5">
            <a:extLst>
              <a:ext uri="{FF2B5EF4-FFF2-40B4-BE49-F238E27FC236}">
                <a16:creationId xmlns:a16="http://schemas.microsoft.com/office/drawing/2014/main" id="{8B90B8E5-CBFA-A0DD-0133-2CA5050BE759}"/>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151B1F7F-F2B7-DBF7-ED9A-6C3E2464A51E}"/>
              </a:ext>
            </a:extLst>
          </p:cNvPr>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1518993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0575CD-406C-106F-B306-0AD0A952798E}"/>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8770F4DA-8A49-51D3-A896-6A73703FBC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5B0FA44C-2563-7587-F91F-4DE7D15CDD22}"/>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91CA9601-6A0C-6D6A-5EFE-92394737C8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65F9CAE0-5AAD-E36F-8553-4FE26522FAE4}"/>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27DFAC3C-EC5A-2D75-F6CE-768E0E64CD64}"/>
              </a:ext>
            </a:extLst>
          </p:cNvPr>
          <p:cNvSpPr>
            <a:spLocks noGrp="1"/>
          </p:cNvSpPr>
          <p:nvPr>
            <p:ph type="dt" sz="half" idx="10"/>
          </p:nvPr>
        </p:nvSpPr>
        <p:spPr/>
        <p:txBody>
          <a:bodyPr/>
          <a:lstStyle/>
          <a:p>
            <a:fld id="{6104D546-A27D-4A88-A8D8-CFE18D774EC6}" type="datetimeFigureOut">
              <a:rPr lang="es-CO" smtClean="0"/>
              <a:t>3/10/2026</a:t>
            </a:fld>
            <a:endParaRPr lang="es-CO"/>
          </a:p>
        </p:txBody>
      </p:sp>
      <p:sp>
        <p:nvSpPr>
          <p:cNvPr id="8" name="Marcador de pie de página 7">
            <a:extLst>
              <a:ext uri="{FF2B5EF4-FFF2-40B4-BE49-F238E27FC236}">
                <a16:creationId xmlns:a16="http://schemas.microsoft.com/office/drawing/2014/main" id="{21F6D609-44D3-9B86-B303-3D7009A332AC}"/>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27762DD4-E4BD-CA5C-28AB-85703CA85275}"/>
              </a:ext>
            </a:extLst>
          </p:cNvPr>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24487436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62F04E-EAED-8284-FA77-2759DCA45F35}"/>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D9CD32E7-B041-213C-922E-724D8A9AA971}"/>
              </a:ext>
            </a:extLst>
          </p:cNvPr>
          <p:cNvSpPr>
            <a:spLocks noGrp="1"/>
          </p:cNvSpPr>
          <p:nvPr>
            <p:ph type="dt" sz="half" idx="10"/>
          </p:nvPr>
        </p:nvSpPr>
        <p:spPr/>
        <p:txBody>
          <a:bodyPr/>
          <a:lstStyle/>
          <a:p>
            <a:fld id="{6104D546-A27D-4A88-A8D8-CFE18D774EC6}" type="datetimeFigureOut">
              <a:rPr lang="es-CO" smtClean="0"/>
              <a:t>3/10/2026</a:t>
            </a:fld>
            <a:endParaRPr lang="es-CO"/>
          </a:p>
        </p:txBody>
      </p:sp>
      <p:sp>
        <p:nvSpPr>
          <p:cNvPr id="4" name="Marcador de pie de página 3">
            <a:extLst>
              <a:ext uri="{FF2B5EF4-FFF2-40B4-BE49-F238E27FC236}">
                <a16:creationId xmlns:a16="http://schemas.microsoft.com/office/drawing/2014/main" id="{C4834E8F-6E88-34CA-84B7-5777AAF7EE65}"/>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0F04E17F-3B04-82F0-DB8F-E0EE2BD6D676}"/>
              </a:ext>
            </a:extLst>
          </p:cNvPr>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26202177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B1813437-9992-B2B8-F6F8-9F0157C77F09}"/>
              </a:ext>
            </a:extLst>
          </p:cNvPr>
          <p:cNvSpPr>
            <a:spLocks noGrp="1"/>
          </p:cNvSpPr>
          <p:nvPr>
            <p:ph type="dt" sz="half" idx="10"/>
          </p:nvPr>
        </p:nvSpPr>
        <p:spPr/>
        <p:txBody>
          <a:bodyPr/>
          <a:lstStyle/>
          <a:p>
            <a:fld id="{6104D546-A27D-4A88-A8D8-CFE18D774EC6}" type="datetimeFigureOut">
              <a:rPr lang="es-CO" smtClean="0"/>
              <a:t>3/10/2026</a:t>
            </a:fld>
            <a:endParaRPr lang="es-CO"/>
          </a:p>
        </p:txBody>
      </p:sp>
      <p:sp>
        <p:nvSpPr>
          <p:cNvPr id="3" name="Marcador de pie de página 2">
            <a:extLst>
              <a:ext uri="{FF2B5EF4-FFF2-40B4-BE49-F238E27FC236}">
                <a16:creationId xmlns:a16="http://schemas.microsoft.com/office/drawing/2014/main" id="{C3ACF9AF-CE51-BC66-1A3F-9F117078B67B}"/>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C4EC13DE-59C6-585F-8E61-A99C824DFBDC}"/>
              </a:ext>
            </a:extLst>
          </p:cNvPr>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20096205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504F57-89D9-A46B-0E65-BCD128DC146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01B31AFA-A34C-BF15-B19B-9DCB172EA7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972D30BA-F600-A1EE-D66B-D04C09591C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A2DACE0-A0C9-E125-6726-658AACE82CC4}"/>
              </a:ext>
            </a:extLst>
          </p:cNvPr>
          <p:cNvSpPr>
            <a:spLocks noGrp="1"/>
          </p:cNvSpPr>
          <p:nvPr>
            <p:ph type="dt" sz="half" idx="10"/>
          </p:nvPr>
        </p:nvSpPr>
        <p:spPr/>
        <p:txBody>
          <a:bodyPr/>
          <a:lstStyle/>
          <a:p>
            <a:fld id="{6104D546-A27D-4A88-A8D8-CFE18D774EC6}" type="datetimeFigureOut">
              <a:rPr lang="es-CO" smtClean="0"/>
              <a:t>3/10/2026</a:t>
            </a:fld>
            <a:endParaRPr lang="es-CO"/>
          </a:p>
        </p:txBody>
      </p:sp>
      <p:sp>
        <p:nvSpPr>
          <p:cNvPr id="6" name="Marcador de pie de página 5">
            <a:extLst>
              <a:ext uri="{FF2B5EF4-FFF2-40B4-BE49-F238E27FC236}">
                <a16:creationId xmlns:a16="http://schemas.microsoft.com/office/drawing/2014/main" id="{61404C1A-6FB0-4D2D-9247-95E549BC644D}"/>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75E76D54-06A8-7F65-AF0A-3291D0AFEE0A}"/>
              </a:ext>
            </a:extLst>
          </p:cNvPr>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27492511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C14919-01EF-9563-B40A-13217F268CB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2F4126FA-3852-442B-63A5-87D124E1A2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3D9C9517-F068-F5C9-E01F-BBDE777ED1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1370EB7-B026-E73F-34D5-AA1A0991D496}"/>
              </a:ext>
            </a:extLst>
          </p:cNvPr>
          <p:cNvSpPr>
            <a:spLocks noGrp="1"/>
          </p:cNvSpPr>
          <p:nvPr>
            <p:ph type="dt" sz="half" idx="10"/>
          </p:nvPr>
        </p:nvSpPr>
        <p:spPr/>
        <p:txBody>
          <a:bodyPr/>
          <a:lstStyle/>
          <a:p>
            <a:fld id="{6104D546-A27D-4A88-A8D8-CFE18D774EC6}" type="datetimeFigureOut">
              <a:rPr lang="es-CO" smtClean="0"/>
              <a:t>3/10/2026</a:t>
            </a:fld>
            <a:endParaRPr lang="es-CO"/>
          </a:p>
        </p:txBody>
      </p:sp>
      <p:sp>
        <p:nvSpPr>
          <p:cNvPr id="6" name="Marcador de pie de página 5">
            <a:extLst>
              <a:ext uri="{FF2B5EF4-FFF2-40B4-BE49-F238E27FC236}">
                <a16:creationId xmlns:a16="http://schemas.microsoft.com/office/drawing/2014/main" id="{8789078A-654D-2EF3-376E-E96818CEF12C}"/>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1ACCF5D1-CB39-E31C-1CB2-2B393CB984BA}"/>
              </a:ext>
            </a:extLst>
          </p:cNvPr>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42153790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9E8932-B577-467B-4A17-52F8985101C9}"/>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A3E548A7-D723-42DF-9935-BD698C345FB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3EFA502-2B95-E2F3-EBCB-40A1D3CB3D45}"/>
              </a:ext>
            </a:extLst>
          </p:cNvPr>
          <p:cNvSpPr>
            <a:spLocks noGrp="1"/>
          </p:cNvSpPr>
          <p:nvPr>
            <p:ph type="dt" sz="half" idx="10"/>
          </p:nvPr>
        </p:nvSpPr>
        <p:spPr/>
        <p:txBody>
          <a:bodyPr/>
          <a:lstStyle/>
          <a:p>
            <a:fld id="{6104D546-A27D-4A88-A8D8-CFE18D774EC6}" type="datetimeFigureOut">
              <a:rPr lang="es-CO" smtClean="0"/>
              <a:t>3/10/2026</a:t>
            </a:fld>
            <a:endParaRPr lang="es-CO"/>
          </a:p>
        </p:txBody>
      </p:sp>
      <p:sp>
        <p:nvSpPr>
          <p:cNvPr id="5" name="Marcador de pie de página 4">
            <a:extLst>
              <a:ext uri="{FF2B5EF4-FFF2-40B4-BE49-F238E27FC236}">
                <a16:creationId xmlns:a16="http://schemas.microsoft.com/office/drawing/2014/main" id="{3EFB97D6-E42A-68FE-ADEC-A9D260F62E3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1DF7D624-6233-8ED8-3F07-CC34DE39E4F0}"/>
              </a:ext>
            </a:extLst>
          </p:cNvPr>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4215067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292CA67-8B24-AE22-F97D-9C1DD6826AC1}"/>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C2A99431-2234-0CF3-A685-3F3CDDE761E0}"/>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FA1EDAF5-AE91-F5E4-8C02-9A2FA076BE31}"/>
              </a:ext>
            </a:extLst>
          </p:cNvPr>
          <p:cNvSpPr>
            <a:spLocks noGrp="1"/>
          </p:cNvSpPr>
          <p:nvPr>
            <p:ph type="dt" sz="half" idx="10"/>
          </p:nvPr>
        </p:nvSpPr>
        <p:spPr/>
        <p:txBody>
          <a:bodyPr/>
          <a:lstStyle/>
          <a:p>
            <a:fld id="{6104D546-A27D-4A88-A8D8-CFE18D774EC6}" type="datetimeFigureOut">
              <a:rPr lang="es-CO" smtClean="0"/>
              <a:t>3/10/2026</a:t>
            </a:fld>
            <a:endParaRPr lang="es-CO"/>
          </a:p>
        </p:txBody>
      </p:sp>
      <p:sp>
        <p:nvSpPr>
          <p:cNvPr id="5" name="Marcador de pie de página 4">
            <a:extLst>
              <a:ext uri="{FF2B5EF4-FFF2-40B4-BE49-F238E27FC236}">
                <a16:creationId xmlns:a16="http://schemas.microsoft.com/office/drawing/2014/main" id="{831DDC36-5C7C-09E3-57FB-7038476B7FC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15A5D9E3-DE48-5139-B1FD-992BB04A9900}"/>
              </a:ext>
            </a:extLst>
          </p:cNvPr>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38570964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7907065-75AF-4057-A228-22FE9E3C2A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F3346DF1-E869-9656-FBAD-0B97A7821A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CAE1E0A6-0E30-C9CF-A218-1AFDCAF00C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04D546-A27D-4A88-A8D8-CFE18D774EC6}" type="datetimeFigureOut">
              <a:rPr lang="es-CO" smtClean="0"/>
              <a:t>3/10/2026</a:t>
            </a:fld>
            <a:endParaRPr lang="es-CO"/>
          </a:p>
        </p:txBody>
      </p:sp>
      <p:sp>
        <p:nvSpPr>
          <p:cNvPr id="5" name="Marcador de pie de página 4">
            <a:extLst>
              <a:ext uri="{FF2B5EF4-FFF2-40B4-BE49-F238E27FC236}">
                <a16:creationId xmlns:a16="http://schemas.microsoft.com/office/drawing/2014/main" id="{714D2A59-90D7-5124-AD6E-24F039E9AF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2E837DB1-0888-F0D5-7E18-5241FDDDA5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D32912-160C-4B9F-BA1A-6FD9BB157DAA}" type="slidenum">
              <a:rPr lang="es-CO" smtClean="0"/>
              <a:t>‹Nº›</a:t>
            </a:fld>
            <a:endParaRPr lang="es-CO"/>
          </a:p>
        </p:txBody>
      </p:sp>
    </p:spTree>
    <p:extLst>
      <p:ext uri="{BB962C8B-B14F-4D97-AF65-F5344CB8AC3E}">
        <p14:creationId xmlns:p14="http://schemas.microsoft.com/office/powerpoint/2010/main" val="41168201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2013EB-9FD4-2410-6563-C86DD33F0E49}"/>
              </a:ext>
            </a:extLst>
          </p:cNvPr>
          <p:cNvSpPr>
            <a:spLocks noGrp="1"/>
          </p:cNvSpPr>
          <p:nvPr>
            <p:ph type="ctrTitle"/>
          </p:nvPr>
        </p:nvSpPr>
        <p:spPr>
          <a:xfrm>
            <a:off x="-144378" y="0"/>
            <a:ext cx="12192000" cy="6858000"/>
          </a:xfrm>
        </p:spPr>
        <p:txBody>
          <a:bodyPr>
            <a:noAutofit/>
          </a:bodyPr>
          <a:lstStyle/>
          <a:p>
            <a:r>
              <a:rPr lang="es-ES" b="1" i="0" dirty="0">
                <a:solidFill>
                  <a:schemeClr val="bg1"/>
                </a:solidFill>
                <a:effectLst/>
                <a:latin typeface="Arial" panose="020B0604020202020204" pitchFamily="34" charset="0"/>
                <a:cs typeface="Arial" panose="020B0604020202020204" pitchFamily="34" charset="0"/>
              </a:rPr>
              <a:t>PON ACEITE EN MI LÁMPARA SEÑOR</a:t>
            </a:r>
            <a:br>
              <a:rPr lang="es-ES" b="1" i="0" dirty="0">
                <a:solidFill>
                  <a:schemeClr val="bg1"/>
                </a:solidFill>
                <a:effectLst/>
                <a:latin typeface="Arial" panose="020B0604020202020204" pitchFamily="34" charset="0"/>
                <a:cs typeface="Arial" panose="020B0604020202020204" pitchFamily="34" charset="0"/>
              </a:rPr>
            </a:br>
            <a:r>
              <a:rPr lang="es-ES" b="1" i="0" dirty="0">
                <a:solidFill>
                  <a:schemeClr val="bg1"/>
                </a:solidFill>
                <a:effectLst/>
                <a:latin typeface="Arial" panose="020B0604020202020204" pitchFamily="34" charset="0"/>
                <a:cs typeface="Arial" panose="020B0604020202020204" pitchFamily="34" charset="0"/>
              </a:rPr>
              <a:t>PON ACEITE EN MI LÁMPARA SEÑOR</a:t>
            </a:r>
            <a:br>
              <a:rPr lang="es-ES" b="1" i="0" dirty="0">
                <a:solidFill>
                  <a:schemeClr val="bg1"/>
                </a:solidFill>
                <a:effectLst/>
                <a:latin typeface="Arial" panose="020B0604020202020204" pitchFamily="34" charset="0"/>
                <a:cs typeface="Arial" panose="020B0604020202020204" pitchFamily="34" charset="0"/>
              </a:rPr>
            </a:br>
            <a:r>
              <a:rPr lang="es-ES" b="1" i="0" dirty="0">
                <a:solidFill>
                  <a:schemeClr val="bg1"/>
                </a:solidFill>
                <a:effectLst/>
                <a:latin typeface="Arial" panose="020B0604020202020204" pitchFamily="34" charset="0"/>
                <a:cs typeface="Arial" panose="020B0604020202020204" pitchFamily="34" charset="0"/>
              </a:rPr>
              <a:t>QUE YO QUIERO SERVIRTE CON AMOR</a:t>
            </a:r>
            <a:br>
              <a:rPr lang="es-ES" b="1" i="0" dirty="0">
                <a:solidFill>
                  <a:schemeClr val="bg1"/>
                </a:solidFill>
                <a:effectLst/>
                <a:latin typeface="Arial" panose="020B0604020202020204" pitchFamily="34" charset="0"/>
                <a:cs typeface="Arial" panose="020B0604020202020204" pitchFamily="34" charset="0"/>
              </a:rPr>
            </a:br>
            <a:r>
              <a:rPr lang="es-ES" b="1" i="0" dirty="0">
                <a:solidFill>
                  <a:schemeClr val="bg1"/>
                </a:solidFill>
                <a:effectLst/>
                <a:latin typeface="Arial" panose="020B0604020202020204" pitchFamily="34" charset="0"/>
                <a:cs typeface="Arial" panose="020B0604020202020204" pitchFamily="34" charset="0"/>
              </a:rPr>
              <a:t>PON ACEITE EN MI LÁMPARA SEÑOR</a:t>
            </a:r>
            <a:endParaRPr lang="es-CO"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47375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525CD35D-DF00-13AB-7336-7A987C068E9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52B3E3B-5763-48DD-3B12-DB0F31AFA89A}"/>
              </a:ext>
            </a:extLst>
          </p:cNvPr>
          <p:cNvSpPr>
            <a:spLocks noGrp="1"/>
          </p:cNvSpPr>
          <p:nvPr>
            <p:ph type="ctrTitle"/>
          </p:nvPr>
        </p:nvSpPr>
        <p:spPr>
          <a:xfrm>
            <a:off x="0" y="-579243"/>
            <a:ext cx="12192000" cy="6858000"/>
          </a:xfrm>
        </p:spPr>
        <p:txBody>
          <a:bodyPr>
            <a:noAutofit/>
          </a:bodyPr>
          <a:lstStyle/>
          <a:p>
            <a:r>
              <a:rPr lang="es-ES" sz="9600" b="1" i="0" dirty="0">
                <a:solidFill>
                  <a:schemeClr val="bg1"/>
                </a:solidFill>
                <a:effectLst/>
                <a:latin typeface="Arial" panose="020B0604020202020204" pitchFamily="34" charset="0"/>
                <a:cs typeface="Arial" panose="020B0604020202020204" pitchFamily="34" charset="0"/>
              </a:rPr>
              <a:t>SEÑOR JESÚS TU ERES MI VIDA</a:t>
            </a:r>
            <a:br>
              <a:rPr lang="es-ES" sz="9600" b="1" i="0" dirty="0">
                <a:solidFill>
                  <a:schemeClr val="bg1"/>
                </a:solidFill>
                <a:effectLst/>
                <a:latin typeface="Arial" panose="020B0604020202020204" pitchFamily="34" charset="0"/>
                <a:cs typeface="Arial" panose="020B0604020202020204" pitchFamily="34" charset="0"/>
              </a:rPr>
            </a:br>
            <a:r>
              <a:rPr lang="es-ES" sz="9600" b="1" i="0" dirty="0">
                <a:solidFill>
                  <a:schemeClr val="bg1"/>
                </a:solidFill>
                <a:effectLst/>
                <a:latin typeface="Arial" panose="020B0604020202020204" pitchFamily="34" charset="0"/>
                <a:cs typeface="Arial" panose="020B0604020202020204" pitchFamily="34" charset="0"/>
              </a:rPr>
              <a:t>SEÑOR JESÚS TU ERES MI AMOR</a:t>
            </a:r>
          </a:p>
        </p:txBody>
      </p:sp>
    </p:spTree>
    <p:extLst>
      <p:ext uri="{BB962C8B-B14F-4D97-AF65-F5344CB8AC3E}">
        <p14:creationId xmlns:p14="http://schemas.microsoft.com/office/powerpoint/2010/main" val="13629562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7B1AA484-AF74-C06D-FBA5-D8BEA37D033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F1A94C1-585B-A718-13A9-2C1888F3C680}"/>
              </a:ext>
            </a:extLst>
          </p:cNvPr>
          <p:cNvSpPr>
            <a:spLocks noGrp="1"/>
          </p:cNvSpPr>
          <p:nvPr>
            <p:ph type="ctrTitle"/>
          </p:nvPr>
        </p:nvSpPr>
        <p:spPr>
          <a:xfrm>
            <a:off x="200526" y="-737937"/>
            <a:ext cx="11790947" cy="6858000"/>
          </a:xfrm>
        </p:spPr>
        <p:txBody>
          <a:bodyPr>
            <a:noAutofit/>
          </a:bodyPr>
          <a:lstStyle/>
          <a:p>
            <a:r>
              <a:rPr lang="es-ES" sz="9000" b="1" i="0" dirty="0">
                <a:solidFill>
                  <a:schemeClr val="bg1"/>
                </a:solidFill>
                <a:effectLst/>
                <a:latin typeface="Arial" panose="020B0604020202020204" pitchFamily="34" charset="0"/>
                <a:cs typeface="Arial" panose="020B0604020202020204" pitchFamily="34" charset="0"/>
              </a:rPr>
              <a:t>/SALVASTE MI ALMA PERDIDA</a:t>
            </a:r>
            <a:br>
              <a:rPr lang="es-ES" sz="9000" b="1" i="0" dirty="0">
                <a:solidFill>
                  <a:schemeClr val="bg1"/>
                </a:solidFill>
                <a:effectLst/>
                <a:latin typeface="Arial" panose="020B0604020202020204" pitchFamily="34" charset="0"/>
                <a:cs typeface="Arial" panose="020B0604020202020204" pitchFamily="34" charset="0"/>
              </a:rPr>
            </a:br>
            <a:r>
              <a:rPr lang="es-ES" sz="9000" b="1" i="0" dirty="0">
                <a:solidFill>
                  <a:schemeClr val="bg1"/>
                </a:solidFill>
                <a:effectLst/>
                <a:latin typeface="Arial" panose="020B0604020202020204" pitchFamily="34" charset="0"/>
                <a:cs typeface="Arial" panose="020B0604020202020204" pitchFamily="34" charset="0"/>
              </a:rPr>
              <a:t>POR ESO TE ALABO CON EL CORAZÓN /</a:t>
            </a:r>
          </a:p>
        </p:txBody>
      </p:sp>
    </p:spTree>
    <p:extLst>
      <p:ext uri="{BB962C8B-B14F-4D97-AF65-F5344CB8AC3E}">
        <p14:creationId xmlns:p14="http://schemas.microsoft.com/office/powerpoint/2010/main" val="17743258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0E1E5CA-8AB6-314E-5F67-EB94F72A2C5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DA4A51E-271C-E559-A84B-044B7928D642}"/>
              </a:ext>
            </a:extLst>
          </p:cNvPr>
          <p:cNvSpPr>
            <a:spLocks noGrp="1"/>
          </p:cNvSpPr>
          <p:nvPr>
            <p:ph type="ctrTitle"/>
          </p:nvPr>
        </p:nvSpPr>
        <p:spPr>
          <a:xfrm>
            <a:off x="0" y="72189"/>
            <a:ext cx="12192000" cy="6858000"/>
          </a:xfrm>
        </p:spPr>
        <p:txBody>
          <a:bodyPr anchor="ctr">
            <a:noAutofit/>
          </a:bodyPr>
          <a:lstStyle/>
          <a:p>
            <a:r>
              <a:rPr lang="es-ES" sz="6400" b="1" i="0" dirty="0">
                <a:solidFill>
                  <a:schemeClr val="bg1"/>
                </a:solidFill>
                <a:effectLst/>
                <a:latin typeface="Arial" panose="020B0604020202020204" pitchFamily="34" charset="0"/>
                <a:cs typeface="Arial" panose="020B0604020202020204" pitchFamily="34" charset="0"/>
              </a:rPr>
              <a:t>ALZA TUS OJOS Y MIRA</a:t>
            </a:r>
            <a:br>
              <a:rPr lang="es-ES" sz="6400" b="1" i="0" dirty="0">
                <a:solidFill>
                  <a:schemeClr val="bg1"/>
                </a:solidFill>
                <a:effectLst/>
                <a:latin typeface="Arial" panose="020B0604020202020204" pitchFamily="34" charset="0"/>
                <a:cs typeface="Arial" panose="020B0604020202020204" pitchFamily="34" charset="0"/>
              </a:rPr>
            </a:br>
            <a:r>
              <a:rPr lang="es-ES" sz="6400" b="1" i="0" dirty="0">
                <a:solidFill>
                  <a:schemeClr val="bg1"/>
                </a:solidFill>
                <a:effectLst/>
                <a:latin typeface="Arial" panose="020B0604020202020204" pitchFamily="34" charset="0"/>
                <a:cs typeface="Arial" panose="020B0604020202020204" pitchFamily="34" charset="0"/>
              </a:rPr>
              <a:t>LA COSECHA ESTÁ LISTA</a:t>
            </a:r>
            <a:br>
              <a:rPr lang="es-ES" sz="6400" b="1" i="0" dirty="0">
                <a:solidFill>
                  <a:schemeClr val="bg1"/>
                </a:solidFill>
                <a:effectLst/>
                <a:latin typeface="Arial" panose="020B0604020202020204" pitchFamily="34" charset="0"/>
                <a:cs typeface="Arial" panose="020B0604020202020204" pitchFamily="34" charset="0"/>
              </a:rPr>
            </a:br>
            <a:r>
              <a:rPr lang="es-ES" sz="6400" b="1" i="0" dirty="0">
                <a:solidFill>
                  <a:schemeClr val="bg1"/>
                </a:solidFill>
                <a:effectLst/>
                <a:latin typeface="Arial" panose="020B0604020202020204" pitchFamily="34" charset="0"/>
                <a:cs typeface="Arial" panose="020B0604020202020204" pitchFamily="34" charset="0"/>
              </a:rPr>
              <a:t>EL TIEMPO A LLEGADO</a:t>
            </a:r>
            <a:br>
              <a:rPr lang="es-ES" sz="6400" b="1" i="0" dirty="0">
                <a:solidFill>
                  <a:schemeClr val="bg1"/>
                </a:solidFill>
                <a:effectLst/>
                <a:latin typeface="Arial" panose="020B0604020202020204" pitchFamily="34" charset="0"/>
                <a:cs typeface="Arial" panose="020B0604020202020204" pitchFamily="34" charset="0"/>
              </a:rPr>
            </a:br>
            <a:r>
              <a:rPr lang="es-ES" sz="6400" b="1" i="0" dirty="0">
                <a:solidFill>
                  <a:schemeClr val="bg1"/>
                </a:solidFill>
                <a:effectLst/>
                <a:latin typeface="Arial" panose="020B0604020202020204" pitchFamily="34" charset="0"/>
                <a:cs typeface="Arial" panose="020B0604020202020204" pitchFamily="34" charset="0"/>
              </a:rPr>
              <a:t>LA MIEL ESTÁ MADURA.</a:t>
            </a:r>
            <a:br>
              <a:rPr lang="es-ES" sz="6400" b="1" i="0" dirty="0">
                <a:solidFill>
                  <a:schemeClr val="bg1"/>
                </a:solidFill>
                <a:effectLst/>
                <a:latin typeface="Arial" panose="020B0604020202020204" pitchFamily="34" charset="0"/>
                <a:cs typeface="Arial" panose="020B0604020202020204" pitchFamily="34" charset="0"/>
              </a:rPr>
            </a:br>
            <a:r>
              <a:rPr lang="es-ES" sz="6400" b="1" i="0" dirty="0">
                <a:solidFill>
                  <a:schemeClr val="bg1"/>
                </a:solidFill>
                <a:effectLst/>
                <a:latin typeface="Arial" panose="020B0604020202020204" pitchFamily="34" charset="0"/>
                <a:cs typeface="Arial" panose="020B0604020202020204" pitchFamily="34" charset="0"/>
              </a:rPr>
              <a:t>ESFUERZATE Y SÉ VALIENTE</a:t>
            </a:r>
            <a:br>
              <a:rPr lang="es-ES" sz="6400" b="1" i="0" dirty="0">
                <a:solidFill>
                  <a:schemeClr val="bg1"/>
                </a:solidFill>
                <a:effectLst/>
                <a:latin typeface="Arial" panose="020B0604020202020204" pitchFamily="34" charset="0"/>
                <a:cs typeface="Arial" panose="020B0604020202020204" pitchFamily="34" charset="0"/>
              </a:rPr>
            </a:br>
            <a:r>
              <a:rPr lang="es-ES" sz="6400" b="1" i="0" dirty="0">
                <a:solidFill>
                  <a:schemeClr val="bg1"/>
                </a:solidFill>
                <a:effectLst/>
                <a:latin typeface="Arial" panose="020B0604020202020204" pitchFamily="34" charset="0"/>
                <a:cs typeface="Arial" panose="020B0604020202020204" pitchFamily="34" charset="0"/>
              </a:rPr>
              <a:t>LEVANTATE Y PREDICA</a:t>
            </a:r>
            <a:br>
              <a:rPr lang="es-ES" sz="6400" b="1" i="0" dirty="0">
                <a:solidFill>
                  <a:schemeClr val="bg1"/>
                </a:solidFill>
                <a:effectLst/>
                <a:latin typeface="Arial" panose="020B0604020202020204" pitchFamily="34" charset="0"/>
                <a:cs typeface="Arial" panose="020B0604020202020204" pitchFamily="34" charset="0"/>
              </a:rPr>
            </a:br>
            <a:r>
              <a:rPr lang="es-ES" sz="6400" b="1" i="0" dirty="0">
                <a:solidFill>
                  <a:schemeClr val="bg1"/>
                </a:solidFill>
                <a:effectLst/>
                <a:latin typeface="Arial" panose="020B0604020202020204" pitchFamily="34" charset="0"/>
                <a:cs typeface="Arial" panose="020B0604020202020204" pitchFamily="34" charset="0"/>
              </a:rPr>
              <a:t>A TODAS LAS NACIONES</a:t>
            </a:r>
            <a:br>
              <a:rPr lang="es-ES" sz="6400" b="1" i="0" dirty="0">
                <a:solidFill>
                  <a:schemeClr val="bg1"/>
                </a:solidFill>
                <a:effectLst/>
                <a:latin typeface="Arial" panose="020B0604020202020204" pitchFamily="34" charset="0"/>
                <a:cs typeface="Arial" panose="020B0604020202020204" pitchFamily="34" charset="0"/>
              </a:rPr>
            </a:br>
            <a:r>
              <a:rPr lang="es-ES" sz="6400" b="1" i="0" dirty="0">
                <a:solidFill>
                  <a:schemeClr val="bg1"/>
                </a:solidFill>
                <a:effectLst/>
                <a:latin typeface="Arial" panose="020B0604020202020204" pitchFamily="34" charset="0"/>
                <a:cs typeface="Arial" panose="020B0604020202020204" pitchFamily="34" charset="0"/>
              </a:rPr>
              <a:t>QUE CRISTO ES LA VIDA</a:t>
            </a:r>
            <a:endParaRPr lang="es-CO" sz="64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813382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36A08F5-64DA-C9EE-E3AB-732A7163F2D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7D1EE15-A467-67F0-3188-B033328E0276}"/>
              </a:ext>
            </a:extLst>
          </p:cNvPr>
          <p:cNvSpPr>
            <a:spLocks noGrp="1"/>
          </p:cNvSpPr>
          <p:nvPr>
            <p:ph type="ctrTitle"/>
          </p:nvPr>
        </p:nvSpPr>
        <p:spPr>
          <a:xfrm>
            <a:off x="0" y="72189"/>
            <a:ext cx="12192000" cy="6858000"/>
          </a:xfrm>
        </p:spPr>
        <p:txBody>
          <a:bodyPr anchor="ctr">
            <a:noAutofit/>
          </a:bodyPr>
          <a:lstStyle/>
          <a:p>
            <a:r>
              <a:rPr lang="es-ES" sz="7200" b="1" i="0" dirty="0">
                <a:solidFill>
                  <a:schemeClr val="bg1"/>
                </a:solidFill>
                <a:effectLst/>
                <a:latin typeface="Arial" panose="020B0604020202020204" pitchFamily="34" charset="0"/>
                <a:cs typeface="Arial" panose="020B0604020202020204" pitchFamily="34" charset="0"/>
              </a:rPr>
              <a:t>//Y SERÁ LLENA LA TIERRA</a:t>
            </a:r>
            <a:br>
              <a:rPr lang="es-ES" sz="7200" b="1" i="0" dirty="0">
                <a:solidFill>
                  <a:schemeClr val="bg1"/>
                </a:solidFill>
                <a:effectLst/>
                <a:latin typeface="Arial" panose="020B0604020202020204" pitchFamily="34" charset="0"/>
                <a:cs typeface="Arial" panose="020B0604020202020204" pitchFamily="34" charset="0"/>
              </a:rPr>
            </a:br>
            <a:r>
              <a:rPr lang="es-ES" sz="7200" b="1" i="0" dirty="0">
                <a:solidFill>
                  <a:schemeClr val="bg1"/>
                </a:solidFill>
                <a:effectLst/>
                <a:latin typeface="Arial" panose="020B0604020202020204" pitchFamily="34" charset="0"/>
                <a:cs typeface="Arial" panose="020B0604020202020204" pitchFamily="34" charset="0"/>
              </a:rPr>
              <a:t> DE SU GLORIA SE CUBRIRA</a:t>
            </a:r>
            <a:br>
              <a:rPr lang="es-ES" sz="7200" b="1" i="0" dirty="0">
                <a:solidFill>
                  <a:schemeClr val="bg1"/>
                </a:solidFill>
                <a:effectLst/>
                <a:latin typeface="Arial" panose="020B0604020202020204" pitchFamily="34" charset="0"/>
                <a:cs typeface="Arial" panose="020B0604020202020204" pitchFamily="34" charset="0"/>
              </a:rPr>
            </a:br>
            <a:r>
              <a:rPr lang="es-ES" sz="7200" b="1" i="0" dirty="0">
                <a:solidFill>
                  <a:schemeClr val="bg1"/>
                </a:solidFill>
                <a:effectLst/>
                <a:latin typeface="Arial" panose="020B0604020202020204" pitchFamily="34" charset="0"/>
                <a:cs typeface="Arial" panose="020B0604020202020204" pitchFamily="34" charset="0"/>
              </a:rPr>
              <a:t>COMO LAS AGUAS CUBREN</a:t>
            </a:r>
            <a:br>
              <a:rPr lang="es-ES" sz="7200" b="1" i="0" dirty="0">
                <a:solidFill>
                  <a:schemeClr val="bg1"/>
                </a:solidFill>
                <a:effectLst/>
                <a:latin typeface="Arial" panose="020B0604020202020204" pitchFamily="34" charset="0"/>
                <a:cs typeface="Arial" panose="020B0604020202020204" pitchFamily="34" charset="0"/>
              </a:rPr>
            </a:br>
            <a:r>
              <a:rPr lang="es-ES" sz="7200" b="1" i="0" dirty="0">
                <a:solidFill>
                  <a:schemeClr val="bg1"/>
                </a:solidFill>
                <a:effectLst/>
                <a:latin typeface="Arial" panose="020B0604020202020204" pitchFamily="34" charset="0"/>
                <a:cs typeface="Arial" panose="020B0604020202020204" pitchFamily="34" charset="0"/>
              </a:rPr>
              <a:t> LA MAR//</a:t>
            </a:r>
            <a:endParaRPr lang="es-CO" sz="72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913112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6D9557A-B89A-CE86-4F4E-40007A28CF9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FB72C98-0DCD-1DC7-2BC5-28E99CD624DC}"/>
              </a:ext>
            </a:extLst>
          </p:cNvPr>
          <p:cNvSpPr>
            <a:spLocks noGrp="1"/>
          </p:cNvSpPr>
          <p:nvPr>
            <p:ph type="ctrTitle"/>
          </p:nvPr>
        </p:nvSpPr>
        <p:spPr>
          <a:xfrm>
            <a:off x="0" y="72189"/>
            <a:ext cx="12192000" cy="6858000"/>
          </a:xfrm>
        </p:spPr>
        <p:txBody>
          <a:bodyPr anchor="ctr">
            <a:noAutofit/>
          </a:bodyPr>
          <a:lstStyle/>
          <a:p>
            <a:r>
              <a:rPr lang="es-ES" sz="7200" b="1" i="0" dirty="0">
                <a:solidFill>
                  <a:schemeClr val="bg1"/>
                </a:solidFill>
                <a:effectLst/>
                <a:latin typeface="Arial" panose="020B0604020202020204" pitchFamily="34" charset="0"/>
                <a:cs typeface="Arial" panose="020B0604020202020204" pitchFamily="34" charset="0"/>
              </a:rPr>
              <a:t>NO, NO HAY OTRO NOMBRE DADO A LOS HOMBRES</a:t>
            </a:r>
            <a:br>
              <a:rPr lang="es-ES" sz="7200" b="1" i="0" dirty="0">
                <a:solidFill>
                  <a:schemeClr val="bg1"/>
                </a:solidFill>
                <a:effectLst/>
                <a:latin typeface="Arial" panose="020B0604020202020204" pitchFamily="34" charset="0"/>
                <a:cs typeface="Arial" panose="020B0604020202020204" pitchFamily="34" charset="0"/>
              </a:rPr>
            </a:br>
            <a:r>
              <a:rPr lang="es-ES" sz="7200" b="1" i="0" dirty="0">
                <a:solidFill>
                  <a:schemeClr val="bg1"/>
                </a:solidFill>
                <a:effectLst/>
                <a:latin typeface="Arial" panose="020B0604020202020204" pitchFamily="34" charset="0"/>
                <a:cs typeface="Arial" panose="020B0604020202020204" pitchFamily="34" charset="0"/>
              </a:rPr>
              <a:t>JESUCRISTO ES EL SEÑOR</a:t>
            </a:r>
            <a:endParaRPr lang="es-CO" sz="72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751719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3A6CA24-DD50-B7B6-8B48-0917D6D36BF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F8FEBBD-80C2-5216-9718-0CCA14E11C0B}"/>
              </a:ext>
            </a:extLst>
          </p:cNvPr>
          <p:cNvSpPr>
            <a:spLocks noGrp="1"/>
          </p:cNvSpPr>
          <p:nvPr>
            <p:ph type="ctrTitle"/>
          </p:nvPr>
        </p:nvSpPr>
        <p:spPr>
          <a:xfrm>
            <a:off x="0" y="72189"/>
            <a:ext cx="12192000" cy="6858000"/>
          </a:xfrm>
        </p:spPr>
        <p:txBody>
          <a:bodyPr anchor="ctr">
            <a:noAutofit/>
          </a:bodyPr>
          <a:lstStyle/>
          <a:p>
            <a:r>
              <a:rPr lang="es-ES" sz="8000" b="1" i="0" dirty="0">
                <a:solidFill>
                  <a:schemeClr val="bg1"/>
                </a:solidFill>
                <a:effectLst/>
                <a:latin typeface="Arial" panose="020B0604020202020204" pitchFamily="34" charset="0"/>
                <a:cs typeface="Arial" panose="020B0604020202020204" pitchFamily="34" charset="0"/>
              </a:rPr>
              <a:t>/AVÍVAME, AVÍVAME CON TU ESPÍRITU AVÍVAME, AVÍVAME CON TU PODER/</a:t>
            </a:r>
            <a:endParaRPr lang="es-CO" sz="80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667199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322031E6-7B0D-B8B0-3F44-2C818EE42D8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CD207D7-E09F-C3E2-1C18-994DFC692236}"/>
              </a:ext>
            </a:extLst>
          </p:cNvPr>
          <p:cNvSpPr>
            <a:spLocks noGrp="1"/>
          </p:cNvSpPr>
          <p:nvPr>
            <p:ph type="ctrTitle"/>
          </p:nvPr>
        </p:nvSpPr>
        <p:spPr>
          <a:xfrm>
            <a:off x="0" y="0"/>
            <a:ext cx="12192000" cy="6858000"/>
          </a:xfrm>
        </p:spPr>
        <p:txBody>
          <a:bodyPr>
            <a:noAutofit/>
          </a:bodyPr>
          <a:lstStyle/>
          <a:p>
            <a:r>
              <a:rPr lang="es-ES" sz="7000" b="1" dirty="0">
                <a:solidFill>
                  <a:schemeClr val="bg1"/>
                </a:solidFill>
                <a:latin typeface="Arial" panose="020B0604020202020204" pitchFamily="34" charset="0"/>
                <a:ea typeface="Tahoma" panose="020B0604030504040204" pitchFamily="34" charset="0"/>
                <a:cs typeface="Arial" panose="020B0604020202020204" pitchFamily="34" charset="0"/>
              </a:rPr>
              <a:t>ERES SEÑOR, VENCEDOR, EL INVENCIBLE</a:t>
            </a:r>
            <a:br>
              <a:rPr lang="es-ES" sz="70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000" b="1" dirty="0">
                <a:solidFill>
                  <a:schemeClr val="bg1"/>
                </a:solidFill>
                <a:latin typeface="Arial" panose="020B0604020202020204" pitchFamily="34" charset="0"/>
                <a:ea typeface="Tahoma" panose="020B0604030504040204" pitchFamily="34" charset="0"/>
                <a:cs typeface="Arial" panose="020B0604020202020204" pitchFamily="34" charset="0"/>
              </a:rPr>
              <a:t>ERES CAMPEÓN, GANADOR EN BATALLA</a:t>
            </a:r>
            <a:br>
              <a:rPr lang="es-ES" sz="70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000" b="1" dirty="0">
                <a:solidFill>
                  <a:schemeClr val="bg1"/>
                </a:solidFill>
                <a:latin typeface="Arial" panose="020B0604020202020204" pitchFamily="34" charset="0"/>
                <a:ea typeface="Tahoma" panose="020B0604030504040204" pitchFamily="34" charset="0"/>
                <a:cs typeface="Arial" panose="020B0604020202020204" pitchFamily="34" charset="0"/>
              </a:rPr>
              <a:t>ERES MI REY Y MI DIOS</a:t>
            </a:r>
            <a:br>
              <a:rPr lang="es-ES" sz="70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000" b="1" dirty="0">
                <a:solidFill>
                  <a:schemeClr val="bg1"/>
                </a:solidFill>
                <a:latin typeface="Arial" panose="020B0604020202020204" pitchFamily="34" charset="0"/>
                <a:ea typeface="Tahoma" panose="020B0604030504040204" pitchFamily="34" charset="0"/>
                <a:cs typeface="Arial" panose="020B0604020202020204" pitchFamily="34" charset="0"/>
              </a:rPr>
              <a:t>EL QUE CUIDA A SU PUEBLO</a:t>
            </a:r>
            <a:endParaRPr lang="es-CO" sz="70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12901811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A9DFD1E0-9A8C-24C8-0EA4-5F07EF3415C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DB3131B-641F-8714-8A55-17D8058D6E53}"/>
              </a:ext>
            </a:extLst>
          </p:cNvPr>
          <p:cNvSpPr>
            <a:spLocks noGrp="1"/>
          </p:cNvSpPr>
          <p:nvPr>
            <p:ph type="ctrTitle"/>
          </p:nvPr>
        </p:nvSpPr>
        <p:spPr>
          <a:xfrm>
            <a:off x="104273" y="-128337"/>
            <a:ext cx="11983453" cy="6858000"/>
          </a:xfrm>
        </p:spPr>
        <p:txBody>
          <a:bodyPr>
            <a:noAutofit/>
          </a:bodyPr>
          <a:lstStyle/>
          <a:p>
            <a:r>
              <a:rPr lang="es-ES" sz="5800" b="1" dirty="0">
                <a:solidFill>
                  <a:schemeClr val="bg1"/>
                </a:solidFill>
                <a:latin typeface="Arial" panose="020B0604020202020204" pitchFamily="34" charset="0"/>
                <a:ea typeface="Tahoma" panose="020B0604030504040204" pitchFamily="34" charset="0"/>
                <a:cs typeface="Arial" panose="020B0604020202020204" pitchFamily="34" charset="0"/>
              </a:rPr>
              <a:t>POR ESO YO TE CANTO Y TE ALABO</a:t>
            </a:r>
            <a:br>
              <a:rPr lang="es-ES" sz="58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5800" b="1" dirty="0">
                <a:solidFill>
                  <a:schemeClr val="bg1"/>
                </a:solidFill>
                <a:latin typeface="Arial" panose="020B0604020202020204" pitchFamily="34" charset="0"/>
                <a:ea typeface="Tahoma" panose="020B0604030504040204" pitchFamily="34" charset="0"/>
                <a:cs typeface="Arial" panose="020B0604020202020204" pitchFamily="34" charset="0"/>
              </a:rPr>
              <a:t>PORQUE SÉ QUE ME PROTEGES PORQUE ESTOY DE TU LADO</a:t>
            </a:r>
            <a:br>
              <a:rPr lang="es-ES" sz="58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5800" b="1" dirty="0">
                <a:solidFill>
                  <a:schemeClr val="bg1"/>
                </a:solidFill>
                <a:latin typeface="Arial" panose="020B0604020202020204" pitchFamily="34" charset="0"/>
                <a:ea typeface="Tahoma" panose="020B0604030504040204" pitchFamily="34" charset="0"/>
                <a:cs typeface="Arial" panose="020B0604020202020204" pitchFamily="34" charset="0"/>
              </a:rPr>
              <a:t>POR ESO YO TE CANTO Y TE ADORO</a:t>
            </a:r>
            <a:br>
              <a:rPr lang="es-ES" sz="58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5800" b="1" dirty="0">
                <a:solidFill>
                  <a:schemeClr val="bg1"/>
                </a:solidFill>
                <a:latin typeface="Arial" panose="020B0604020202020204" pitchFamily="34" charset="0"/>
                <a:ea typeface="Tahoma" panose="020B0604030504040204" pitchFamily="34" charset="0"/>
                <a:cs typeface="Arial" panose="020B0604020202020204" pitchFamily="34" charset="0"/>
              </a:rPr>
              <a:t>PORQUE SÉ QUE NUNCA JAMÁS ME DEJARÁS DESAMPARADO</a:t>
            </a:r>
            <a:endParaRPr lang="es-CO" sz="58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5030195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1B5C402-25DD-0679-9141-D0E73436A25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EF3EB85-B86E-E4EF-4186-BFC139CB7E87}"/>
              </a:ext>
            </a:extLst>
          </p:cNvPr>
          <p:cNvSpPr>
            <a:spLocks noGrp="1"/>
          </p:cNvSpPr>
          <p:nvPr>
            <p:ph type="ctrTitle"/>
          </p:nvPr>
        </p:nvSpPr>
        <p:spPr>
          <a:xfrm>
            <a:off x="0" y="-160421"/>
            <a:ext cx="12192000" cy="6858000"/>
          </a:xfrm>
        </p:spPr>
        <p:txBody>
          <a:bodyPr>
            <a:noAutofit/>
          </a:bodyPr>
          <a:lstStyle/>
          <a:p>
            <a:r>
              <a:rPr lang="es-ES" sz="88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//CUANDO EL SEÑOR HICIERE VOLVER LA CAUTIVIDAD</a:t>
            </a:r>
            <a:br>
              <a:rPr lang="es-ES" sz="88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88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SEREMOS COMO LOS QUE SUEÑAN//</a:t>
            </a:r>
            <a:endParaRPr lang="es-CO" sz="88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10333519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4325530-33AF-72AA-F695-AE5F6F6AEF8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31FD383-2268-0B02-4978-6509D6050431}"/>
              </a:ext>
            </a:extLst>
          </p:cNvPr>
          <p:cNvSpPr>
            <a:spLocks noGrp="1"/>
          </p:cNvSpPr>
          <p:nvPr>
            <p:ph type="ctrTitle"/>
          </p:nvPr>
        </p:nvSpPr>
        <p:spPr>
          <a:xfrm>
            <a:off x="0" y="0"/>
            <a:ext cx="12304294" cy="6858000"/>
          </a:xfrm>
        </p:spPr>
        <p:txBody>
          <a:bodyPr>
            <a:noAutofit/>
          </a:bodyPr>
          <a:lstStyle/>
          <a:p>
            <a:r>
              <a:rPr lang="es-ES" sz="7000" b="1" dirty="0">
                <a:solidFill>
                  <a:schemeClr val="bg1"/>
                </a:solidFill>
                <a:latin typeface="Arial" panose="020B0604020202020204" pitchFamily="34" charset="0"/>
                <a:ea typeface="Tahoma" panose="020B0604030504040204" pitchFamily="34" charset="0"/>
                <a:cs typeface="Arial" panose="020B0604020202020204" pitchFamily="34" charset="0"/>
              </a:rPr>
              <a:t>//</a:t>
            </a:r>
            <a:r>
              <a:rPr lang="es-ES" sz="7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MI BOCA LLENARÁ DE RISA</a:t>
            </a:r>
            <a:br>
              <a:rPr lang="es-ES" sz="7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7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MIS LABIOS DE ALABANZA</a:t>
            </a:r>
            <a:br>
              <a:rPr lang="es-ES" sz="7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7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ENTONCES DIRÁN LAS NACIONES:</a:t>
            </a:r>
            <a:br>
              <a:rPr lang="es-ES" sz="7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7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GRANDES COSAS HA HECHO EL SEÑOR//</a:t>
            </a:r>
            <a:endParaRPr lang="es-CO" sz="70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12886317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87DF6D1-F991-0D52-9896-47477AAFB66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A15430D-C24B-AE84-146B-F9532ED48C43}"/>
              </a:ext>
            </a:extLst>
          </p:cNvPr>
          <p:cNvSpPr>
            <a:spLocks noGrp="1"/>
          </p:cNvSpPr>
          <p:nvPr>
            <p:ph type="ctrTitle"/>
          </p:nvPr>
        </p:nvSpPr>
        <p:spPr>
          <a:xfrm>
            <a:off x="0" y="128336"/>
            <a:ext cx="12192001" cy="6858000"/>
          </a:xfrm>
        </p:spPr>
        <p:txBody>
          <a:bodyPr>
            <a:noAutofit/>
          </a:bodyPr>
          <a:lstStyle/>
          <a:p>
            <a:r>
              <a:rPr lang="es-ES" sz="7300" b="1" dirty="0">
                <a:solidFill>
                  <a:schemeClr val="bg1"/>
                </a:solidFill>
                <a:latin typeface="Arial" panose="020B0604020202020204" pitchFamily="34" charset="0"/>
                <a:ea typeface="Tahoma" panose="020B0604030504040204" pitchFamily="34" charset="0"/>
                <a:cs typeface="Arial" panose="020B0604020202020204" pitchFamily="34" charset="0"/>
              </a:rPr>
              <a:t>//ME GOZARÉ, ME GOZARÉ</a:t>
            </a:r>
            <a:br>
              <a:rPr lang="es-ES" sz="73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300" b="1" dirty="0">
                <a:solidFill>
                  <a:schemeClr val="bg1"/>
                </a:solidFill>
                <a:latin typeface="Arial" panose="020B0604020202020204" pitchFamily="34" charset="0"/>
                <a:ea typeface="Tahoma" panose="020B0604030504040204" pitchFamily="34" charset="0"/>
                <a:cs typeface="Arial" panose="020B0604020202020204" pitchFamily="34" charset="0"/>
              </a:rPr>
              <a:t>ME GOZARÉ, ME GOZARÉ EN JEHOVÁ</a:t>
            </a:r>
            <a:br>
              <a:rPr lang="es-ES" sz="73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300" b="1" dirty="0">
                <a:solidFill>
                  <a:schemeClr val="bg1"/>
                </a:solidFill>
                <a:latin typeface="Arial" panose="020B0604020202020204" pitchFamily="34" charset="0"/>
                <a:ea typeface="Tahoma" panose="020B0604030504040204" pitchFamily="34" charset="0"/>
                <a:cs typeface="Arial" panose="020B0604020202020204" pitchFamily="34" charset="0"/>
              </a:rPr>
              <a:t>PUES SE HA LLEVADO TODO MI DOLOR</a:t>
            </a:r>
            <a:br>
              <a:rPr lang="es-ES" sz="73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300" b="1" dirty="0">
                <a:solidFill>
                  <a:schemeClr val="bg1"/>
                </a:solidFill>
                <a:latin typeface="Arial" panose="020B0604020202020204" pitchFamily="34" charset="0"/>
                <a:ea typeface="Tahoma" panose="020B0604030504040204" pitchFamily="34" charset="0"/>
                <a:cs typeface="Arial" panose="020B0604020202020204" pitchFamily="34" charset="0"/>
              </a:rPr>
              <a:t>ME HA HECHO LIBRE//</a:t>
            </a:r>
            <a:endParaRPr lang="es-CO" sz="73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23222460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02BA28B-07FC-A39F-69E2-B3D5F2C8E32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8DF371B-AD00-1C82-267A-2B01F0EC6F9D}"/>
              </a:ext>
            </a:extLst>
          </p:cNvPr>
          <p:cNvSpPr>
            <a:spLocks noGrp="1"/>
          </p:cNvSpPr>
          <p:nvPr>
            <p:ph type="ctrTitle"/>
          </p:nvPr>
        </p:nvSpPr>
        <p:spPr>
          <a:xfrm>
            <a:off x="0" y="0"/>
            <a:ext cx="12192001" cy="6858000"/>
          </a:xfrm>
        </p:spPr>
        <p:txBody>
          <a:bodyPr>
            <a:noAutofit/>
          </a:bodyPr>
          <a:lstStyle/>
          <a:p>
            <a: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t>ASÍ COMO DAVID CANTABA</a:t>
            </a:r>
            <a:b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t>ASÍ COMO DAVID DANZABA</a:t>
            </a:r>
            <a:b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t>ASÍ COMO DAVID FLUÍA EN SU PRESENCIA</a:t>
            </a:r>
            <a:endParaRPr lang="es-CO" sz="80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1421543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E91FBA24-A33B-A9F4-7539-10888B52D93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EB20427-EDB0-0B6D-B86D-7A37D95F5357}"/>
              </a:ext>
            </a:extLst>
          </p:cNvPr>
          <p:cNvSpPr>
            <a:spLocks noGrp="1"/>
          </p:cNvSpPr>
          <p:nvPr>
            <p:ph type="ctrTitle"/>
          </p:nvPr>
        </p:nvSpPr>
        <p:spPr>
          <a:xfrm>
            <a:off x="-112295" y="-200527"/>
            <a:ext cx="12304295" cy="6858000"/>
          </a:xfrm>
        </p:spPr>
        <p:txBody>
          <a:bodyPr>
            <a:noAutofit/>
          </a:bodyPr>
          <a:lstStyle/>
          <a:p>
            <a:r>
              <a:rPr lang="es-ES" sz="6400" b="1" dirty="0">
                <a:solidFill>
                  <a:schemeClr val="bg1"/>
                </a:solidFill>
                <a:latin typeface="Arial" panose="020B0604020202020204" pitchFamily="34" charset="0"/>
                <a:ea typeface="Tahoma" panose="020B0604030504040204" pitchFamily="34" charset="0"/>
                <a:cs typeface="Arial" panose="020B0604020202020204" pitchFamily="34" charset="0"/>
              </a:rPr>
              <a:t>//AHORA MISMO, SEÑOR, AHORA MISMO. YO TE PIDO QUE ROMPAS LAS CADENAS//</a:t>
            </a:r>
            <a:br>
              <a:rPr lang="es-ES" sz="64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400" b="1" dirty="0">
                <a:solidFill>
                  <a:schemeClr val="bg1"/>
                </a:solidFill>
                <a:latin typeface="Arial" panose="020B0604020202020204" pitchFamily="34" charset="0"/>
                <a:ea typeface="Tahoma" panose="020B0604030504040204" pitchFamily="34" charset="0"/>
                <a:cs typeface="Arial" panose="020B0604020202020204" pitchFamily="34" charset="0"/>
              </a:rPr>
              <a:t>// Y QUE LAS PUERTAS DEL CIELO SEAN ABIERTAS</a:t>
            </a:r>
            <a:br>
              <a:rPr lang="es-ES" sz="64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400" b="1" dirty="0">
                <a:solidFill>
                  <a:schemeClr val="bg1"/>
                </a:solidFill>
                <a:latin typeface="Arial" panose="020B0604020202020204" pitchFamily="34" charset="0"/>
                <a:ea typeface="Tahoma" panose="020B0604030504040204" pitchFamily="34" charset="0"/>
                <a:cs typeface="Arial" panose="020B0604020202020204" pitchFamily="34" charset="0"/>
              </a:rPr>
              <a:t>Y DE VIRTUD MI ALMA SEA LLENA//</a:t>
            </a:r>
            <a:endParaRPr lang="es-CO" sz="64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26718599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4A057128-F9D9-79D7-3B68-EB87057B1E2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E00C811-6B89-FEA6-BD51-CA1E3C291634}"/>
              </a:ext>
            </a:extLst>
          </p:cNvPr>
          <p:cNvSpPr>
            <a:spLocks noGrp="1"/>
          </p:cNvSpPr>
          <p:nvPr>
            <p:ph type="ctrTitle"/>
          </p:nvPr>
        </p:nvSpPr>
        <p:spPr>
          <a:xfrm>
            <a:off x="0" y="0"/>
            <a:ext cx="12192000" cy="6858000"/>
          </a:xfrm>
        </p:spPr>
        <p:txBody>
          <a:bodyPr>
            <a:noAutofit/>
          </a:bodyPr>
          <a:lstStyle/>
          <a:p>
            <a:r>
              <a:rPr lang="es-ES" sz="5300" b="1" dirty="0">
                <a:solidFill>
                  <a:schemeClr val="bg1"/>
                </a:solidFill>
                <a:latin typeface="Arial" panose="020B0604020202020204" pitchFamily="34" charset="0"/>
                <a:ea typeface="Tahoma" panose="020B0604030504040204" pitchFamily="34" charset="0"/>
                <a:cs typeface="Arial" panose="020B0604020202020204" pitchFamily="34" charset="0"/>
              </a:rPr>
              <a:t>//JESÚS ESTÁ PASANDO POR AQUÍ//</a:t>
            </a:r>
            <a:br>
              <a:rPr lang="es-ES" sz="53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5300" b="1" dirty="0">
                <a:solidFill>
                  <a:schemeClr val="bg1"/>
                </a:solidFill>
                <a:latin typeface="Arial" panose="020B0604020202020204" pitchFamily="34" charset="0"/>
                <a:ea typeface="Tahoma" panose="020B0604030504040204" pitchFamily="34" charset="0"/>
                <a:cs typeface="Arial" panose="020B0604020202020204" pitchFamily="34" charset="0"/>
              </a:rPr>
              <a:t>Y CUANDO ÉL PASA TODO SE TRANSFORMA,</a:t>
            </a:r>
            <a:br>
              <a:rPr lang="es-ES" sz="53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5300" b="1" dirty="0">
                <a:solidFill>
                  <a:schemeClr val="bg1"/>
                </a:solidFill>
                <a:latin typeface="Arial" panose="020B0604020202020204" pitchFamily="34" charset="0"/>
                <a:ea typeface="Tahoma" panose="020B0604030504040204" pitchFamily="34" charset="0"/>
                <a:cs typeface="Arial" panose="020B0604020202020204" pitchFamily="34" charset="0"/>
              </a:rPr>
              <a:t>SE VÁ LA TRISTEZA LLEGA LA ALEGRÍA,</a:t>
            </a:r>
            <a:br>
              <a:rPr lang="es-ES" sz="53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5300" b="1" dirty="0">
                <a:solidFill>
                  <a:schemeClr val="bg1"/>
                </a:solidFill>
                <a:latin typeface="Arial" panose="020B0604020202020204" pitchFamily="34" charset="0"/>
                <a:ea typeface="Tahoma" panose="020B0604030504040204" pitchFamily="34" charset="0"/>
                <a:cs typeface="Arial" panose="020B0604020202020204" pitchFamily="34" charset="0"/>
              </a:rPr>
              <a:t>Y CUANDO ÉL PASA TODO SE TRANSFORMA,</a:t>
            </a:r>
            <a:br>
              <a:rPr lang="es-ES" sz="53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5300" b="1" dirty="0">
                <a:solidFill>
                  <a:schemeClr val="bg1"/>
                </a:solidFill>
                <a:latin typeface="Arial" panose="020B0604020202020204" pitchFamily="34" charset="0"/>
                <a:ea typeface="Tahoma" panose="020B0604030504040204" pitchFamily="34" charset="0"/>
                <a:cs typeface="Arial" panose="020B0604020202020204" pitchFamily="34" charset="0"/>
              </a:rPr>
              <a:t>LLEGA LA ALEGRÍA PARA TÍ Y PARA MÍ.</a:t>
            </a:r>
            <a:endParaRPr lang="es-CO" sz="53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11775327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43AB313A-5F65-01D5-5348-878AF1EDCCE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2B685A5-166B-7CC8-B068-550742D62968}"/>
              </a:ext>
            </a:extLst>
          </p:cNvPr>
          <p:cNvSpPr>
            <a:spLocks noGrp="1"/>
          </p:cNvSpPr>
          <p:nvPr>
            <p:ph type="ctrTitle"/>
          </p:nvPr>
        </p:nvSpPr>
        <p:spPr>
          <a:xfrm>
            <a:off x="0" y="1058779"/>
            <a:ext cx="12192000" cy="6858000"/>
          </a:xfrm>
        </p:spPr>
        <p:txBody>
          <a:bodyPr>
            <a:noAutofit/>
          </a:bodyPr>
          <a:lstStyle/>
          <a:p>
            <a: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t>//PASEATE NAZARENO, NAZARENO PASEATE//</a:t>
            </a:r>
            <a:b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t>//A ESE CRISTO ALABO YO PORQUE ÉL FUE EL QUE ME SALVÓ//</a:t>
            </a:r>
            <a:br>
              <a:rPr lang="es-ES" sz="5900" b="1" dirty="0">
                <a:solidFill>
                  <a:schemeClr val="bg1"/>
                </a:solidFill>
                <a:latin typeface="Arial" panose="020B0604020202020204" pitchFamily="34" charset="0"/>
                <a:ea typeface="Tahoma" panose="020B0604030504040204" pitchFamily="34" charset="0"/>
                <a:cs typeface="Arial" panose="020B0604020202020204" pitchFamily="34" charset="0"/>
              </a:rPr>
            </a:br>
            <a:br>
              <a:rPr lang="es-ES" sz="5900" b="1" dirty="0">
                <a:solidFill>
                  <a:schemeClr val="bg1"/>
                </a:solidFill>
                <a:latin typeface="Arial" panose="020B0604020202020204" pitchFamily="34" charset="0"/>
                <a:ea typeface="Tahoma" panose="020B0604030504040204" pitchFamily="34" charset="0"/>
                <a:cs typeface="Arial" panose="020B0604020202020204" pitchFamily="34" charset="0"/>
              </a:rPr>
            </a:br>
            <a:endParaRPr lang="es-CO" sz="59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11131001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25CD35D-DF00-13AB-7336-7A987C068E9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52B3E3B-5763-48DD-3B12-DB0F31AFA89A}"/>
              </a:ext>
            </a:extLst>
          </p:cNvPr>
          <p:cNvSpPr>
            <a:spLocks noGrp="1"/>
          </p:cNvSpPr>
          <p:nvPr>
            <p:ph type="ctrTitle"/>
          </p:nvPr>
        </p:nvSpPr>
        <p:spPr>
          <a:xfrm>
            <a:off x="0" y="-384269"/>
            <a:ext cx="12192000" cy="6858000"/>
          </a:xfrm>
        </p:spPr>
        <p:txBody>
          <a:bodyPr>
            <a:noAutofit/>
          </a:bodyPr>
          <a:lstStyle/>
          <a:p>
            <a:r>
              <a:rPr lang="es-ES" sz="8500" b="1" i="0" dirty="0">
                <a:solidFill>
                  <a:schemeClr val="bg1"/>
                </a:solidFill>
                <a:effectLst/>
                <a:latin typeface="Arial" panose="020B0604020202020204" pitchFamily="34" charset="0"/>
                <a:cs typeface="Arial" panose="020B0604020202020204" pitchFamily="34" charset="0"/>
              </a:rPr>
              <a:t>//ESPÍRITU DE DIOS DESCIENDE SOBRE MÍ</a:t>
            </a:r>
            <a:br>
              <a:rPr lang="es-ES" sz="8500" b="1" i="0" dirty="0">
                <a:solidFill>
                  <a:schemeClr val="bg1"/>
                </a:solidFill>
                <a:effectLst/>
                <a:latin typeface="Arial" panose="020B0604020202020204" pitchFamily="34" charset="0"/>
                <a:cs typeface="Arial" panose="020B0604020202020204" pitchFamily="34" charset="0"/>
              </a:rPr>
            </a:br>
            <a:r>
              <a:rPr lang="es-ES" sz="8500" b="1" i="0" dirty="0">
                <a:solidFill>
                  <a:schemeClr val="bg1"/>
                </a:solidFill>
                <a:effectLst/>
                <a:latin typeface="Arial" panose="020B0604020202020204" pitchFamily="34" charset="0"/>
                <a:cs typeface="Arial" panose="020B0604020202020204" pitchFamily="34" charset="0"/>
              </a:rPr>
              <a:t>Y DAME MAS PODER PARA PODER VENCER//.</a:t>
            </a:r>
            <a:endParaRPr lang="es-CO" sz="85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449106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B117244-06F6-5EC5-F916-2BAD05F4A70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93803DD-D988-019D-E6C8-9E317D0A3ED2}"/>
              </a:ext>
            </a:extLst>
          </p:cNvPr>
          <p:cNvSpPr>
            <a:spLocks noGrp="1"/>
          </p:cNvSpPr>
          <p:nvPr>
            <p:ph type="ctrTitle"/>
          </p:nvPr>
        </p:nvSpPr>
        <p:spPr>
          <a:xfrm>
            <a:off x="56148" y="158415"/>
            <a:ext cx="12135852" cy="6858000"/>
          </a:xfrm>
        </p:spPr>
        <p:txBody>
          <a:bodyPr>
            <a:noAutofit/>
          </a:bodyPr>
          <a:lstStyle/>
          <a:p>
            <a:r>
              <a:rPr lang="es-ES" sz="6400" b="1" i="0" dirty="0">
                <a:solidFill>
                  <a:schemeClr val="bg1"/>
                </a:solidFill>
                <a:effectLst/>
                <a:latin typeface="Arial" panose="020B0604020202020204" pitchFamily="34" charset="0"/>
                <a:cs typeface="Arial" panose="020B0604020202020204" pitchFamily="34" charset="0"/>
              </a:rPr>
              <a:t>//YO SÉ QUE CRISTO VIENE Y ESPERO SU VENIDA//</a:t>
            </a:r>
            <a:br>
              <a:rPr lang="es-ES" sz="6400" b="1" i="0" dirty="0">
                <a:solidFill>
                  <a:schemeClr val="bg1"/>
                </a:solidFill>
                <a:effectLst/>
                <a:latin typeface="Arial" panose="020B0604020202020204" pitchFamily="34" charset="0"/>
                <a:cs typeface="Arial" panose="020B0604020202020204" pitchFamily="34" charset="0"/>
              </a:rPr>
            </a:br>
            <a:r>
              <a:rPr lang="es-ES" sz="6400" b="1" i="0" dirty="0">
                <a:solidFill>
                  <a:schemeClr val="bg1"/>
                </a:solidFill>
                <a:effectLst/>
                <a:latin typeface="Arial" panose="020B0604020202020204" pitchFamily="34" charset="0"/>
                <a:cs typeface="Arial" panose="020B0604020202020204" pitchFamily="34" charset="0"/>
              </a:rPr>
              <a:t>Y EL QUE ESTÉ PREPARADO CON ÉL SE IRÁ</a:t>
            </a:r>
            <a:br>
              <a:rPr lang="es-ES" sz="6400" b="1" i="0" dirty="0">
                <a:solidFill>
                  <a:schemeClr val="bg1"/>
                </a:solidFill>
                <a:effectLst/>
                <a:latin typeface="Arial" panose="020B0604020202020204" pitchFamily="34" charset="0"/>
                <a:cs typeface="Arial" panose="020B0604020202020204" pitchFamily="34" charset="0"/>
              </a:rPr>
            </a:br>
            <a:r>
              <a:rPr lang="es-ES" sz="6400" b="1" i="0" dirty="0">
                <a:solidFill>
                  <a:schemeClr val="bg1"/>
                </a:solidFill>
                <a:effectLst/>
                <a:latin typeface="Arial" panose="020B0604020202020204" pitchFamily="34" charset="0"/>
                <a:cs typeface="Arial" panose="020B0604020202020204" pitchFamily="34" charset="0"/>
              </a:rPr>
              <a:t>////PARA ARRIBA//// Y NO PARA ABAJO</a:t>
            </a:r>
            <a:br>
              <a:rPr lang="es-ES" sz="6400" b="1" i="0" dirty="0">
                <a:solidFill>
                  <a:schemeClr val="bg1"/>
                </a:solidFill>
                <a:effectLst/>
                <a:latin typeface="Arial" panose="020B0604020202020204" pitchFamily="34" charset="0"/>
                <a:cs typeface="Arial" panose="020B0604020202020204" pitchFamily="34" charset="0"/>
              </a:rPr>
            </a:br>
            <a:r>
              <a:rPr lang="es-ES" sz="6400" b="1" i="0" dirty="0">
                <a:solidFill>
                  <a:schemeClr val="bg1"/>
                </a:solidFill>
                <a:effectLst/>
                <a:latin typeface="Arial" panose="020B0604020202020204" pitchFamily="34" charset="0"/>
                <a:cs typeface="Arial" panose="020B0604020202020204" pitchFamily="34" charset="0"/>
              </a:rPr>
              <a:t>///SUBIENDO/// Y NO BAJANDO.</a:t>
            </a:r>
            <a:endParaRPr lang="es-CO" sz="64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314443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E91FBA24-A33B-A9F4-7539-10888B52D93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EB20427-EDB0-0B6D-B86D-7A37D95F5357}"/>
              </a:ext>
            </a:extLst>
          </p:cNvPr>
          <p:cNvSpPr>
            <a:spLocks noGrp="1"/>
          </p:cNvSpPr>
          <p:nvPr>
            <p:ph type="ctrTitle"/>
          </p:nvPr>
        </p:nvSpPr>
        <p:spPr>
          <a:xfrm>
            <a:off x="0" y="-360948"/>
            <a:ext cx="12192000" cy="6858000"/>
          </a:xfrm>
        </p:spPr>
        <p:txBody>
          <a:bodyPr>
            <a:noAutofit/>
          </a:bodyPr>
          <a:lstStyle/>
          <a:p>
            <a:r>
              <a:rPr lang="es-ES" sz="7200" b="1" dirty="0">
                <a:solidFill>
                  <a:schemeClr val="bg1"/>
                </a:solidFill>
                <a:latin typeface="Arial" panose="020B0604020202020204" pitchFamily="34" charset="0"/>
                <a:ea typeface="Tahoma" panose="020B0604030504040204" pitchFamily="34" charset="0"/>
                <a:cs typeface="Arial" panose="020B0604020202020204" pitchFamily="34" charset="0"/>
              </a:rPr>
              <a:t>//ESTAMOS DE FIESTA CON JESÚS, AL CIELO QUEREMOS IR Y TODOS REUNIDOS EN LA MESA ES CRISTO QUIEN VA A SERVIR//</a:t>
            </a:r>
            <a:endParaRPr lang="es-CO" sz="72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39974850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4A057128-F9D9-79D7-3B68-EB87057B1E2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E00C811-6B89-FEA6-BD51-CA1E3C291634}"/>
              </a:ext>
            </a:extLst>
          </p:cNvPr>
          <p:cNvSpPr>
            <a:spLocks noGrp="1"/>
          </p:cNvSpPr>
          <p:nvPr>
            <p:ph type="ctrTitle"/>
          </p:nvPr>
        </p:nvSpPr>
        <p:spPr>
          <a:xfrm>
            <a:off x="0" y="721893"/>
            <a:ext cx="12192000" cy="6858000"/>
          </a:xfrm>
        </p:spPr>
        <p:txBody>
          <a:bodyPr>
            <a:noAutofit/>
          </a:bodyPr>
          <a:lstStyle/>
          <a:p>
            <a:r>
              <a:rPr lang="es-ES" sz="9600" b="1" dirty="0">
                <a:solidFill>
                  <a:schemeClr val="bg1"/>
                </a:solidFill>
                <a:latin typeface="Arial" panose="020B0604020202020204" pitchFamily="34" charset="0"/>
                <a:ea typeface="Tahoma" panose="020B0604030504040204" pitchFamily="34" charset="0"/>
                <a:cs typeface="Arial" panose="020B0604020202020204" pitchFamily="34" charset="0"/>
              </a:rPr>
              <a:t>//PODEROSO ES NUESTRO DIOS, PODEROSO ES NUESTRO DIOS//</a:t>
            </a:r>
            <a:br>
              <a:rPr lang="es-ES" sz="5900" b="1" dirty="0">
                <a:solidFill>
                  <a:schemeClr val="bg1"/>
                </a:solidFill>
                <a:latin typeface="Arial" panose="020B0604020202020204" pitchFamily="34" charset="0"/>
                <a:ea typeface="Tahoma" panose="020B0604030504040204" pitchFamily="34" charset="0"/>
                <a:cs typeface="Arial" panose="020B0604020202020204" pitchFamily="34" charset="0"/>
              </a:rPr>
            </a:br>
            <a:br>
              <a:rPr lang="es-ES" sz="5900" b="1" dirty="0">
                <a:solidFill>
                  <a:schemeClr val="bg1"/>
                </a:solidFill>
                <a:latin typeface="Arial" panose="020B0604020202020204" pitchFamily="34" charset="0"/>
                <a:ea typeface="Tahoma" panose="020B0604030504040204" pitchFamily="34" charset="0"/>
                <a:cs typeface="Arial" panose="020B0604020202020204" pitchFamily="34" charset="0"/>
              </a:rPr>
            </a:br>
            <a:endParaRPr lang="es-CO" sz="59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30544310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43AB313A-5F65-01D5-5348-878AF1EDCCE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2B685A5-166B-7CC8-B068-550742D62968}"/>
              </a:ext>
            </a:extLst>
          </p:cNvPr>
          <p:cNvSpPr>
            <a:spLocks noGrp="1"/>
          </p:cNvSpPr>
          <p:nvPr>
            <p:ph type="ctrTitle"/>
          </p:nvPr>
        </p:nvSpPr>
        <p:spPr>
          <a:xfrm>
            <a:off x="0" y="1299410"/>
            <a:ext cx="12192000" cy="6858000"/>
          </a:xfrm>
        </p:spPr>
        <p:txBody>
          <a:bodyPr>
            <a:noAutofit/>
          </a:bodyPr>
          <a:lstStyle/>
          <a:p>
            <a:r>
              <a:rPr lang="es-ES" sz="7200" b="1" dirty="0">
                <a:solidFill>
                  <a:schemeClr val="bg1"/>
                </a:solidFill>
                <a:latin typeface="Arial" panose="020B0604020202020204" pitchFamily="34" charset="0"/>
                <a:ea typeface="Tahoma" panose="020B0604030504040204" pitchFamily="34" charset="0"/>
                <a:cs typeface="Arial" panose="020B0604020202020204" pitchFamily="34" charset="0"/>
              </a:rPr>
              <a:t>//ÉL SANA, ÉL SALVA</a:t>
            </a:r>
            <a:br>
              <a:rPr lang="es-ES" sz="72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200" b="1" dirty="0">
                <a:solidFill>
                  <a:schemeClr val="bg1"/>
                </a:solidFill>
                <a:latin typeface="Arial" panose="020B0604020202020204" pitchFamily="34" charset="0"/>
                <a:ea typeface="Tahoma" panose="020B0604030504040204" pitchFamily="34" charset="0"/>
                <a:cs typeface="Arial" panose="020B0604020202020204" pitchFamily="34" charset="0"/>
              </a:rPr>
              <a:t>PODEROSO ES NUESTRO DIOS//</a:t>
            </a:r>
            <a:br>
              <a:rPr lang="es-ES" sz="72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200" b="1" dirty="0">
                <a:solidFill>
                  <a:schemeClr val="bg1"/>
                </a:solidFill>
                <a:latin typeface="Arial" panose="020B0604020202020204" pitchFamily="34" charset="0"/>
                <a:ea typeface="Tahoma" panose="020B0604030504040204" pitchFamily="34" charset="0"/>
                <a:cs typeface="Arial" panose="020B0604020202020204" pitchFamily="34" charset="0"/>
              </a:rPr>
              <a:t>//PODEROSO ES NUESTRO DIOS, PODEROSO ES NUESTRO DIOS//</a:t>
            </a:r>
            <a:br>
              <a:rPr lang="es-ES" sz="5900" b="1" dirty="0">
                <a:solidFill>
                  <a:schemeClr val="bg1"/>
                </a:solidFill>
                <a:latin typeface="Arial" panose="020B0604020202020204" pitchFamily="34" charset="0"/>
                <a:ea typeface="Tahoma" panose="020B0604030504040204" pitchFamily="34" charset="0"/>
                <a:cs typeface="Arial" panose="020B0604020202020204" pitchFamily="34" charset="0"/>
              </a:rPr>
            </a:br>
            <a:br>
              <a:rPr lang="es-ES" sz="5900" b="1" dirty="0">
                <a:solidFill>
                  <a:schemeClr val="bg1"/>
                </a:solidFill>
                <a:latin typeface="Arial" panose="020B0604020202020204" pitchFamily="34" charset="0"/>
                <a:ea typeface="Tahoma" panose="020B0604030504040204" pitchFamily="34" charset="0"/>
                <a:cs typeface="Arial" panose="020B0604020202020204" pitchFamily="34" charset="0"/>
              </a:rPr>
            </a:br>
            <a:endParaRPr lang="es-CO" sz="59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40230656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E0B03D2-4E04-6C8A-BB8F-8DA1E9FAEA4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0EA8B22-BD55-0C6B-671E-F57B80CE2899}"/>
              </a:ext>
            </a:extLst>
          </p:cNvPr>
          <p:cNvSpPr>
            <a:spLocks noGrp="1"/>
          </p:cNvSpPr>
          <p:nvPr>
            <p:ph type="ctrTitle"/>
          </p:nvPr>
        </p:nvSpPr>
        <p:spPr>
          <a:xfrm>
            <a:off x="0" y="-436099"/>
            <a:ext cx="12192000" cy="6858000"/>
          </a:xfrm>
          <a:solidFill>
            <a:schemeClr val="tx1"/>
          </a:solidFill>
        </p:spPr>
        <p:txBody>
          <a:bodyPr>
            <a:noAutofit/>
          </a:bodyPr>
          <a:lstStyle/>
          <a:p>
            <a:r>
              <a:rPr lang="es-ES" sz="5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HABRÁ EN EL CIELO UNA GRAN FIESTA</a:t>
            </a:r>
            <a:br>
              <a:rPr lang="es-ES" sz="5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SERA UNA GLORIOSA REUNIÓN</a:t>
            </a:r>
            <a:br>
              <a:rPr lang="es-ES" sz="5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SE REUNIRÁN DE TODAS RAZAS</a:t>
            </a:r>
            <a:br>
              <a:rPr lang="es-ES" sz="5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LOS REDIMIDOS DEL SEÑOR.</a:t>
            </a:r>
            <a:br>
              <a:rPr lang="es-ES" sz="5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CANTARAN CANCIONES DE ALEGRÍA</a:t>
            </a:r>
            <a:br>
              <a:rPr lang="es-ES" sz="5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LAGRIMAS DE GOZO LLORARÁN</a:t>
            </a:r>
            <a:br>
              <a:rPr lang="es-ES" sz="5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SERA UNA FIESTA DE VICTORIA</a:t>
            </a:r>
            <a:br>
              <a:rPr lang="es-ES" sz="5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SOLO REDIMIDOS ENTRAR</a:t>
            </a:r>
            <a:r>
              <a:rPr lang="es-ES" sz="5000" b="1" dirty="0">
                <a:solidFill>
                  <a:schemeClr val="bg1"/>
                </a:solidFill>
                <a:latin typeface="Arial" panose="020B0604020202020204" pitchFamily="34" charset="0"/>
                <a:ea typeface="Tahoma" panose="020B0604030504040204" pitchFamily="34" charset="0"/>
                <a:cs typeface="Arial" panose="020B0604020202020204" pitchFamily="34" charset="0"/>
              </a:rPr>
              <a:t>Á</a:t>
            </a:r>
            <a:r>
              <a:rPr lang="es-ES" sz="5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N.</a:t>
            </a:r>
            <a:endParaRPr lang="es-CO" sz="50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7247350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5D23BC5-30BF-FB24-FA38-B4BB54C55AB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B49AE6D-AF2A-8DF4-770A-885F76DCA7C3}"/>
              </a:ext>
            </a:extLst>
          </p:cNvPr>
          <p:cNvSpPr>
            <a:spLocks noGrp="1"/>
          </p:cNvSpPr>
          <p:nvPr>
            <p:ph type="ctrTitle"/>
          </p:nvPr>
        </p:nvSpPr>
        <p:spPr>
          <a:xfrm>
            <a:off x="0" y="-323850"/>
            <a:ext cx="12192000" cy="6858000"/>
          </a:xfrm>
        </p:spPr>
        <p:txBody>
          <a:bodyPr>
            <a:noAutofit/>
          </a:bodyPr>
          <a:lstStyle/>
          <a:p>
            <a:r>
              <a:rPr lang="es-ES" sz="5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LA FIESTA DE LOS VENCEDORES</a:t>
            </a:r>
            <a:br>
              <a:rPr lang="es-ES" sz="5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NO ME LA VOY A PERDER</a:t>
            </a:r>
            <a:br>
              <a:rPr lang="es-ES" sz="5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EL CANTO DE LOS REDIMIDOS</a:t>
            </a:r>
            <a:br>
              <a:rPr lang="es-ES" sz="5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CON ALEGRÍA CANTARE</a:t>
            </a:r>
            <a:br>
              <a:rPr lang="es-ES" sz="5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LA FIESTA DE LOS VENCEDORES</a:t>
            </a:r>
            <a:br>
              <a:rPr lang="es-ES" sz="5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NO ME LA VOY A PERDER</a:t>
            </a:r>
            <a:br>
              <a:rPr lang="es-ES" sz="5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EL CANTO DE LOS REDIMIDOS</a:t>
            </a:r>
            <a:br>
              <a:rPr lang="es-ES" sz="5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CON ALEGRÍA CANTARE</a:t>
            </a:r>
            <a:endParaRPr lang="es-CO" sz="54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29773583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3225"/>
        </a:solidFill>
        <a:effectLst/>
      </p:bgPr>
    </p:bg>
    <p:spTree>
      <p:nvGrpSpPr>
        <p:cNvPr id="1" name="">
          <a:extLst>
            <a:ext uri="{FF2B5EF4-FFF2-40B4-BE49-F238E27FC236}">
              <a16:creationId xmlns:a16="http://schemas.microsoft.com/office/drawing/2014/main" id="{97455C63-F6E9-249F-C739-4004953F1EE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FB5058A-0AFD-8C2B-9D5F-DF03E5603DC5}"/>
              </a:ext>
            </a:extLst>
          </p:cNvPr>
          <p:cNvSpPr>
            <a:spLocks noGrp="1"/>
          </p:cNvSpPr>
          <p:nvPr>
            <p:ph type="ctrTitle"/>
          </p:nvPr>
        </p:nvSpPr>
        <p:spPr>
          <a:xfrm>
            <a:off x="104273" y="312822"/>
            <a:ext cx="11983453" cy="6545178"/>
          </a:xfrm>
        </p:spPr>
        <p:txBody>
          <a:bodyPr>
            <a:noAutofit/>
          </a:bodyPr>
          <a:lstStyle/>
          <a:p>
            <a:r>
              <a:rPr lang="es-ES" sz="7100" b="1" dirty="0">
                <a:solidFill>
                  <a:schemeClr val="bg1"/>
                </a:solidFill>
                <a:latin typeface="Arial" panose="020B0604020202020204" pitchFamily="34" charset="0"/>
                <a:ea typeface="Tahoma" panose="020B0604030504040204" pitchFamily="34" charset="0"/>
                <a:cs typeface="Arial" panose="020B0604020202020204" pitchFamily="34" charset="0"/>
              </a:rPr>
              <a:t>QUIERO LEVANTAR MIS MANOS</a:t>
            </a:r>
            <a:br>
              <a:rPr lang="es-ES" sz="71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100" b="1" dirty="0">
                <a:solidFill>
                  <a:schemeClr val="bg1"/>
                </a:solidFill>
                <a:latin typeface="Arial" panose="020B0604020202020204" pitchFamily="34" charset="0"/>
                <a:ea typeface="Tahoma" panose="020B0604030504040204" pitchFamily="34" charset="0"/>
                <a:cs typeface="Arial" panose="020B0604020202020204" pitchFamily="34" charset="0"/>
              </a:rPr>
              <a:t>QUIERO LEVANTAR MI VOZ</a:t>
            </a:r>
            <a:br>
              <a:rPr lang="es-ES" sz="71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100" b="1" dirty="0">
                <a:solidFill>
                  <a:schemeClr val="bg1"/>
                </a:solidFill>
                <a:latin typeface="Arial" panose="020B0604020202020204" pitchFamily="34" charset="0"/>
                <a:ea typeface="Tahoma" panose="020B0604030504040204" pitchFamily="34" charset="0"/>
                <a:cs typeface="Arial" panose="020B0604020202020204" pitchFamily="34" charset="0"/>
              </a:rPr>
              <a:t>Y OFRECIERTE A TI MI VIDA</a:t>
            </a:r>
            <a:br>
              <a:rPr lang="es-ES" sz="71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100" b="1" dirty="0">
                <a:solidFill>
                  <a:schemeClr val="bg1"/>
                </a:solidFill>
                <a:latin typeface="Arial" panose="020B0604020202020204" pitchFamily="34" charset="0"/>
                <a:ea typeface="Tahoma" panose="020B0604030504040204" pitchFamily="34" charset="0"/>
                <a:cs typeface="Arial" panose="020B0604020202020204" pitchFamily="34" charset="0"/>
              </a:rPr>
              <a:t>EN SANTIDAD Y AMOR</a:t>
            </a:r>
            <a:endParaRPr lang="es-CO" sz="71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39887255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3225"/>
        </a:solidFill>
        <a:effectLst/>
      </p:bgPr>
    </p:bg>
    <p:spTree>
      <p:nvGrpSpPr>
        <p:cNvPr id="1" name="">
          <a:extLst>
            <a:ext uri="{FF2B5EF4-FFF2-40B4-BE49-F238E27FC236}">
              <a16:creationId xmlns:a16="http://schemas.microsoft.com/office/drawing/2014/main" id="{E01D4F5D-A5BC-2C5D-714D-8FC7FADF0CB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138E571-464D-C49F-397C-57B6B8135391}"/>
              </a:ext>
            </a:extLst>
          </p:cNvPr>
          <p:cNvSpPr>
            <a:spLocks noGrp="1"/>
          </p:cNvSpPr>
          <p:nvPr>
            <p:ph type="ctrTitle"/>
          </p:nvPr>
        </p:nvSpPr>
        <p:spPr>
          <a:xfrm>
            <a:off x="0" y="0"/>
            <a:ext cx="12192000" cy="6858000"/>
          </a:xfrm>
        </p:spPr>
        <p:txBody>
          <a:bodyPr>
            <a:noAutofit/>
          </a:bodyPr>
          <a:lstStyle/>
          <a:p>
            <a: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t>PADRE, SOLO A TI TE OFREZCO</a:t>
            </a:r>
            <a:b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t>MI VIDA Y MI CORAZÓN</a:t>
            </a:r>
            <a:b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t>Y ME POSTRO EN TU PRESENCIA</a:t>
            </a:r>
            <a:b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8000" b="1" dirty="0">
                <a:solidFill>
                  <a:schemeClr val="bg1"/>
                </a:solidFill>
                <a:latin typeface="Arial" panose="020B0604020202020204" pitchFamily="34" charset="0"/>
                <a:ea typeface="Tahoma" panose="020B0604030504040204" pitchFamily="34" charset="0"/>
                <a:cs typeface="Arial" panose="020B0604020202020204" pitchFamily="34" charset="0"/>
              </a:rPr>
              <a:t>EN ADORACIÓN</a:t>
            </a:r>
            <a:endParaRPr lang="es-CO" sz="80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3168375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3225"/>
        </a:solidFill>
        <a:effectLst/>
      </p:bgPr>
    </p:bg>
    <p:spTree>
      <p:nvGrpSpPr>
        <p:cNvPr id="1" name="">
          <a:extLst>
            <a:ext uri="{FF2B5EF4-FFF2-40B4-BE49-F238E27FC236}">
              <a16:creationId xmlns:a16="http://schemas.microsoft.com/office/drawing/2014/main" id="{9B21263F-3762-17BB-3F64-025D5D2AD8D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9798E31-4ED1-95CC-FD06-3027DA0B4DAD}"/>
              </a:ext>
            </a:extLst>
          </p:cNvPr>
          <p:cNvSpPr>
            <a:spLocks noGrp="1"/>
          </p:cNvSpPr>
          <p:nvPr>
            <p:ph type="ctrTitle"/>
          </p:nvPr>
        </p:nvSpPr>
        <p:spPr>
          <a:xfrm>
            <a:off x="0" y="0"/>
            <a:ext cx="12192000" cy="6858000"/>
          </a:xfrm>
        </p:spPr>
        <p:txBody>
          <a:bodyPr>
            <a:noAutofit/>
          </a:bodyPr>
          <a:lstStyle/>
          <a:p>
            <a:r>
              <a:rPr lang="es-ES" sz="6900" b="1" dirty="0">
                <a:solidFill>
                  <a:schemeClr val="bg1"/>
                </a:solidFill>
                <a:latin typeface="Arial" panose="020B0604020202020204" pitchFamily="34" charset="0"/>
                <a:ea typeface="Tahoma" panose="020B0604030504040204" pitchFamily="34" charset="0"/>
                <a:cs typeface="Arial" panose="020B0604020202020204" pitchFamily="34" charset="0"/>
              </a:rPr>
              <a:t>HIJO DE DIOS, RECIBE HOY</a:t>
            </a:r>
            <a:br>
              <a:rPr lang="es-ES" sz="69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900" b="1" dirty="0">
                <a:solidFill>
                  <a:schemeClr val="bg1"/>
                </a:solidFill>
                <a:latin typeface="Arial" panose="020B0604020202020204" pitchFamily="34" charset="0"/>
                <a:ea typeface="Tahoma" panose="020B0604030504040204" pitchFamily="34" charset="0"/>
                <a:cs typeface="Arial" panose="020B0604020202020204" pitchFamily="34" charset="0"/>
              </a:rPr>
              <a:t>TODA LA GLORIA, LA HONRA Y HONOR</a:t>
            </a:r>
            <a:br>
              <a:rPr lang="es-ES" sz="69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900" b="1" dirty="0">
                <a:solidFill>
                  <a:schemeClr val="bg1"/>
                </a:solidFill>
                <a:latin typeface="Arial" panose="020B0604020202020204" pitchFamily="34" charset="0"/>
                <a:ea typeface="Tahoma" panose="020B0604030504040204" pitchFamily="34" charset="0"/>
                <a:cs typeface="Arial" panose="020B0604020202020204" pitchFamily="34" charset="0"/>
              </a:rPr>
              <a:t>HIJO DE DIOS, RECIBE HOY</a:t>
            </a:r>
            <a:br>
              <a:rPr lang="es-ES" sz="69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900" b="1" dirty="0">
                <a:solidFill>
                  <a:schemeClr val="bg1"/>
                </a:solidFill>
                <a:latin typeface="Arial" panose="020B0604020202020204" pitchFamily="34" charset="0"/>
                <a:ea typeface="Tahoma" panose="020B0604030504040204" pitchFamily="34" charset="0"/>
                <a:cs typeface="Arial" panose="020B0604020202020204" pitchFamily="34" charset="0"/>
              </a:rPr>
              <a:t>TODA LA GLORIA, LA HONRA Y HONOR</a:t>
            </a:r>
            <a:endParaRPr lang="es-CO" sz="69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19750051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69439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E0B03D2-4E04-6C8A-BB8F-8DA1E9FAEA4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0EA8B22-BD55-0C6B-671E-F57B80CE2899}"/>
              </a:ext>
            </a:extLst>
          </p:cNvPr>
          <p:cNvSpPr>
            <a:spLocks noGrp="1"/>
          </p:cNvSpPr>
          <p:nvPr>
            <p:ph type="ctrTitle"/>
          </p:nvPr>
        </p:nvSpPr>
        <p:spPr>
          <a:xfrm>
            <a:off x="0" y="0"/>
            <a:ext cx="12192000" cy="6858000"/>
          </a:xfrm>
          <a:solidFill>
            <a:srgbClr val="002060"/>
          </a:solidFill>
        </p:spPr>
        <p:txBody>
          <a:bodyPr>
            <a:noAutofit/>
          </a:bodyPr>
          <a:lstStyle/>
          <a:p>
            <a:r>
              <a:rPr lang="es-ES" sz="77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YO QUIERO MÁS DE TI</a:t>
            </a:r>
            <a:br>
              <a:rPr lang="es-ES" sz="77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7700" b="1" dirty="0">
                <a:solidFill>
                  <a:schemeClr val="bg1"/>
                </a:solidFill>
                <a:latin typeface="Arial" panose="020B0604020202020204" pitchFamily="34" charset="0"/>
                <a:ea typeface="Tahoma" panose="020B0604030504040204" pitchFamily="34" charset="0"/>
                <a:cs typeface="Arial" panose="020B0604020202020204" pitchFamily="34" charset="0"/>
              </a:rPr>
              <a:t>Y HABITAR EN TU PRESENCIA, MENGUAR PARA QUE CREZCAS TÚ</a:t>
            </a:r>
            <a:br>
              <a:rPr lang="es-ES" sz="77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700" b="1" dirty="0">
                <a:solidFill>
                  <a:schemeClr val="bg1"/>
                </a:solidFill>
                <a:latin typeface="Arial" panose="020B0604020202020204" pitchFamily="34" charset="0"/>
                <a:ea typeface="Tahoma" panose="020B0604030504040204" pitchFamily="34" charset="0"/>
                <a:cs typeface="Arial" panose="020B0604020202020204" pitchFamily="34" charset="0"/>
              </a:rPr>
              <a:t>Y CADA DÍA SERÉ</a:t>
            </a:r>
            <a:br>
              <a:rPr lang="es-ES" sz="77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7700" b="1" dirty="0">
                <a:solidFill>
                  <a:schemeClr val="bg1"/>
                </a:solidFill>
                <a:latin typeface="Arial" panose="020B0604020202020204" pitchFamily="34" charset="0"/>
                <a:ea typeface="Tahoma" panose="020B0604030504040204" pitchFamily="34" charset="0"/>
                <a:cs typeface="Arial" panose="020B0604020202020204" pitchFamily="34" charset="0"/>
              </a:rPr>
              <a:t>MÁS COMO </a:t>
            </a:r>
            <a:r>
              <a:rPr lang="es-ES" sz="77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TÚ</a:t>
            </a:r>
            <a:endParaRPr lang="es-CO" sz="77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28360552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E5D23BC5-30BF-FB24-FA38-B4BB54C55AB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B49AE6D-AF2A-8DF4-770A-885F76DCA7C3}"/>
              </a:ext>
            </a:extLst>
          </p:cNvPr>
          <p:cNvSpPr>
            <a:spLocks noGrp="1"/>
          </p:cNvSpPr>
          <p:nvPr>
            <p:ph type="ctrTitle"/>
          </p:nvPr>
        </p:nvSpPr>
        <p:spPr>
          <a:xfrm>
            <a:off x="0" y="-288758"/>
            <a:ext cx="12192000" cy="6858000"/>
          </a:xfrm>
        </p:spPr>
        <p:txBody>
          <a:bodyPr>
            <a:noAutofit/>
          </a:bodyPr>
          <a:lstStyle/>
          <a:p>
            <a: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QUEBRANTA MI CORAZÓN</a:t>
            </a:r>
            <a:b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QUEBRANTA MI VIDA</a:t>
            </a:r>
            <a:b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TE ENTREGO MI VOLUNTAD A TI</a:t>
            </a:r>
            <a:b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TODO LO QUE SOY, SEÑOR</a:t>
            </a:r>
            <a:b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TODO CUANTO TENGO ES TUYO, YO QUIERO MENGUAR PARA QUE CREZCAS TÚ</a:t>
            </a:r>
            <a:endParaRPr lang="es-CO"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14373007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D71F8D86-CC95-278B-ECB3-F8FFF1A08D3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1358D5E-B65B-0EC2-79E1-B7C159C482F5}"/>
              </a:ext>
            </a:extLst>
          </p:cNvPr>
          <p:cNvSpPr>
            <a:spLocks noGrp="1"/>
          </p:cNvSpPr>
          <p:nvPr>
            <p:ph type="ctrTitle"/>
          </p:nvPr>
        </p:nvSpPr>
        <p:spPr>
          <a:xfrm>
            <a:off x="0" y="-1251283"/>
            <a:ext cx="12192000" cy="6858000"/>
          </a:xfrm>
        </p:spPr>
        <p:txBody>
          <a:bodyPr>
            <a:noAutofit/>
          </a:bodyPr>
          <a:lstStyle/>
          <a:p>
            <a:r>
              <a:rPr lang="es-ES" sz="77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YO QUIERO MENGUAR PARA QUE CREZCAS TÚ,</a:t>
            </a:r>
            <a:br>
              <a:rPr lang="es-ES" sz="77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77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YO QUIERO MENGUAR PARA QUE CREZCAS TÚ</a:t>
            </a:r>
            <a:endParaRPr lang="es-CO" sz="77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29322716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4F02A623-567D-0269-B543-9276FD325EA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D76CBC9-9F35-138F-E13D-C6E4AD449B25}"/>
              </a:ext>
            </a:extLst>
          </p:cNvPr>
          <p:cNvSpPr>
            <a:spLocks noGrp="1"/>
          </p:cNvSpPr>
          <p:nvPr>
            <p:ph type="ctrTitle"/>
          </p:nvPr>
        </p:nvSpPr>
        <p:spPr>
          <a:xfrm>
            <a:off x="0" y="-1532637"/>
            <a:ext cx="12192000" cy="6858000"/>
          </a:xfrm>
        </p:spPr>
        <p:txBody>
          <a:bodyPr>
            <a:noAutofit/>
          </a:bodyPr>
          <a:lstStyle/>
          <a:p>
            <a:r>
              <a:rPr lang="es-ES" sz="77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//YO QUIERO MENGUAR PARA QUE CREZCAS TÚ//</a:t>
            </a:r>
            <a:endParaRPr lang="es-CO" sz="77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17332701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D7CB10F-901A-3B06-18A8-E02ED376355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2D97892-FABC-BE78-5D7A-C43E535CFA66}"/>
              </a:ext>
            </a:extLst>
          </p:cNvPr>
          <p:cNvSpPr>
            <a:spLocks noGrp="1"/>
          </p:cNvSpPr>
          <p:nvPr>
            <p:ph type="ctrTitle"/>
          </p:nvPr>
        </p:nvSpPr>
        <p:spPr>
          <a:xfrm>
            <a:off x="0" y="850234"/>
            <a:ext cx="12192000" cy="6858000"/>
          </a:xfrm>
        </p:spPr>
        <p:txBody>
          <a:bodyPr>
            <a:noAutofit/>
          </a:bodyPr>
          <a:lstStyle/>
          <a:p>
            <a:r>
              <a:rPr lang="es-ES" sz="8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LEVANTO MIS MANOS</a:t>
            </a:r>
            <a:br>
              <a:rPr lang="es-ES" sz="8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8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AUNQUE NO TENGA FUERZAS</a:t>
            </a:r>
            <a:br>
              <a:rPr lang="es-ES" sz="8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8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LEVANTO MIS MANOS</a:t>
            </a:r>
            <a:br>
              <a:rPr lang="es-ES" sz="8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8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AUNQUE TENGA MIL PROBLEMAS</a:t>
            </a:r>
            <a:br>
              <a:rPr lang="es-ES" sz="75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endParaRPr lang="es-CO" sz="70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11827393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7FBD454-F13E-B5AB-D3A6-233EE4C83F8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312F324-4C24-D8FB-4C9F-79F444368A74}"/>
              </a:ext>
            </a:extLst>
          </p:cNvPr>
          <p:cNvSpPr>
            <a:spLocks noGrp="1"/>
          </p:cNvSpPr>
          <p:nvPr>
            <p:ph type="ctrTitle"/>
          </p:nvPr>
        </p:nvSpPr>
        <p:spPr>
          <a:xfrm>
            <a:off x="0" y="-224590"/>
            <a:ext cx="12192000" cy="6858000"/>
          </a:xfrm>
        </p:spPr>
        <p:txBody>
          <a:bodyPr>
            <a:noAutofit/>
          </a:bodyPr>
          <a:lstStyle/>
          <a:p>
            <a:r>
              <a:rPr lang="es-ES" sz="61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CUANDO LEVANTO MIS MANOS</a:t>
            </a:r>
            <a:br>
              <a:rPr lang="es-ES" sz="61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61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COMIENZO A SENTIR</a:t>
            </a:r>
            <a:br>
              <a:rPr lang="es-ES" sz="61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61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UNA UNCIÓN QUE ME HACE CANTAR</a:t>
            </a:r>
            <a:br>
              <a:rPr lang="es-ES" sz="61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61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CUANDO LEVANTO MIS MANOS</a:t>
            </a:r>
            <a:br>
              <a:rPr lang="es-ES" sz="61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61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COMIENZO A SENTIR</a:t>
            </a:r>
            <a:br>
              <a:rPr lang="es-ES" sz="61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61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EL FUEGO</a:t>
            </a:r>
            <a:endParaRPr lang="es-CO" sz="61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38515671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FF89335-27ED-67A3-E003-5EAEF5C68A5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9EC034D-846F-3F1F-5BEC-AB9D21B5B0A9}"/>
              </a:ext>
            </a:extLst>
          </p:cNvPr>
          <p:cNvSpPr>
            <a:spLocks noGrp="1"/>
          </p:cNvSpPr>
          <p:nvPr>
            <p:ph type="ctrTitle"/>
          </p:nvPr>
        </p:nvSpPr>
        <p:spPr>
          <a:xfrm>
            <a:off x="0" y="-786064"/>
            <a:ext cx="12192000" cy="6858000"/>
          </a:xfrm>
        </p:spPr>
        <p:txBody>
          <a:bodyPr>
            <a:noAutofit/>
          </a:bodyPr>
          <a:lstStyle/>
          <a:p>
            <a:r>
              <a:rPr lang="es-ES" sz="6100" b="1" dirty="0">
                <a:solidFill>
                  <a:schemeClr val="bg1"/>
                </a:solidFill>
                <a:latin typeface="Arial" panose="020B0604020202020204" pitchFamily="34" charset="0"/>
                <a:ea typeface="Tahoma" panose="020B0604030504040204" pitchFamily="34" charset="0"/>
                <a:cs typeface="Arial" panose="020B0604020202020204" pitchFamily="34" charset="0"/>
              </a:rPr>
              <a:t>CUANDO LEVANTO MIS MANOS</a:t>
            </a:r>
            <a:br>
              <a:rPr lang="es-ES" sz="61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100" b="1" dirty="0">
                <a:solidFill>
                  <a:schemeClr val="bg1"/>
                </a:solidFill>
                <a:latin typeface="Arial" panose="020B0604020202020204" pitchFamily="34" charset="0"/>
                <a:ea typeface="Tahoma" panose="020B0604030504040204" pitchFamily="34" charset="0"/>
                <a:cs typeface="Arial" panose="020B0604020202020204" pitchFamily="34" charset="0"/>
              </a:rPr>
              <a:t>MIS CARGAS SE VAN</a:t>
            </a:r>
            <a:br>
              <a:rPr lang="es-ES" sz="61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100" b="1" dirty="0">
                <a:solidFill>
                  <a:schemeClr val="bg1"/>
                </a:solidFill>
                <a:latin typeface="Arial" panose="020B0604020202020204" pitchFamily="34" charset="0"/>
                <a:ea typeface="Tahoma" panose="020B0604030504040204" pitchFamily="34" charset="0"/>
                <a:cs typeface="Arial" panose="020B0604020202020204" pitchFamily="34" charset="0"/>
              </a:rPr>
              <a:t>NUEVAS FUERZAS TÚ ME DAS</a:t>
            </a:r>
            <a:br>
              <a:rPr lang="es-ES" sz="61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100" b="1" dirty="0">
                <a:solidFill>
                  <a:schemeClr val="bg1"/>
                </a:solidFill>
                <a:latin typeface="Arial" panose="020B0604020202020204" pitchFamily="34" charset="0"/>
                <a:ea typeface="Tahoma" panose="020B0604030504040204" pitchFamily="34" charset="0"/>
                <a:cs typeface="Arial" panose="020B0604020202020204" pitchFamily="34" charset="0"/>
              </a:rPr>
              <a:t>TODO ESO ES POSIBLE</a:t>
            </a:r>
            <a:br>
              <a:rPr lang="es-ES" sz="61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100" b="1" dirty="0">
                <a:solidFill>
                  <a:schemeClr val="bg1"/>
                </a:solidFill>
                <a:latin typeface="Arial" panose="020B0604020202020204" pitchFamily="34" charset="0"/>
                <a:ea typeface="Tahoma" panose="020B0604030504040204" pitchFamily="34" charset="0"/>
                <a:cs typeface="Arial" panose="020B0604020202020204" pitchFamily="34" charset="0"/>
              </a:rPr>
              <a:t>TODO ESO ES POSIBLE</a:t>
            </a:r>
            <a:br>
              <a:rPr lang="es-ES" sz="6100" b="1" dirty="0">
                <a:solidFill>
                  <a:schemeClr val="bg1"/>
                </a:solidFill>
                <a:latin typeface="Arial" panose="020B0604020202020204" pitchFamily="34" charset="0"/>
                <a:ea typeface="Tahoma" panose="020B0604030504040204" pitchFamily="34" charset="0"/>
                <a:cs typeface="Arial" panose="020B0604020202020204" pitchFamily="34" charset="0"/>
              </a:rPr>
            </a:br>
            <a:r>
              <a:rPr lang="es-ES" sz="6100" b="1" dirty="0">
                <a:solidFill>
                  <a:schemeClr val="bg1"/>
                </a:solidFill>
                <a:latin typeface="Arial" panose="020B0604020202020204" pitchFamily="34" charset="0"/>
                <a:ea typeface="Tahoma" panose="020B0604030504040204" pitchFamily="34" charset="0"/>
                <a:cs typeface="Arial" panose="020B0604020202020204" pitchFamily="34" charset="0"/>
              </a:rPr>
              <a:t>CUANDO LEVANTO MIS MANOS</a:t>
            </a:r>
            <a:endParaRPr lang="es-CO" sz="61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19500811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5895B97A-8C5A-1AE4-40EC-5EB24A97FD3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90D1F86-EFAA-9226-C167-A1ABB177C807}"/>
              </a:ext>
            </a:extLst>
          </p:cNvPr>
          <p:cNvSpPr>
            <a:spLocks noGrp="1"/>
          </p:cNvSpPr>
          <p:nvPr>
            <p:ph type="ctrTitle"/>
          </p:nvPr>
        </p:nvSpPr>
        <p:spPr>
          <a:xfrm>
            <a:off x="0" y="1794711"/>
            <a:ext cx="12192000" cy="6858000"/>
          </a:xfrm>
        </p:spPr>
        <p:txBody>
          <a:bodyPr>
            <a:noAutofit/>
          </a:bodyPr>
          <a:lstStyle/>
          <a:p>
            <a:br>
              <a:rPr lang="es-ES" sz="5900" b="1" dirty="0">
                <a:solidFill>
                  <a:schemeClr val="bg1"/>
                </a:solidFill>
                <a:latin typeface="Arial" panose="020B0604020202020204" pitchFamily="34" charset="0"/>
                <a:ea typeface="Tahoma" panose="020B0604030504040204" pitchFamily="34" charset="0"/>
                <a:cs typeface="Arial" panose="020B0604020202020204" pitchFamily="34" charset="0"/>
              </a:rPr>
            </a:br>
            <a:endParaRPr lang="es-CO" sz="59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
        <p:nvSpPr>
          <p:cNvPr id="6" name="CuadroTexto 5">
            <a:extLst>
              <a:ext uri="{FF2B5EF4-FFF2-40B4-BE49-F238E27FC236}">
                <a16:creationId xmlns:a16="http://schemas.microsoft.com/office/drawing/2014/main" id="{E948EDCC-C266-131F-18ED-2EA1169304DC}"/>
              </a:ext>
            </a:extLst>
          </p:cNvPr>
          <p:cNvSpPr txBox="1"/>
          <p:nvPr/>
        </p:nvSpPr>
        <p:spPr>
          <a:xfrm>
            <a:off x="0" y="194637"/>
            <a:ext cx="12192000" cy="6663363"/>
          </a:xfrm>
          <a:prstGeom prst="rect">
            <a:avLst/>
          </a:prstGeom>
          <a:noFill/>
        </p:spPr>
        <p:txBody>
          <a:bodyPr wrap="square"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61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DE GLORIA EN GLORIA TE VEO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61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CUANTO MÁS TE CONOZCO,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61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QUIERO SABER MÁS DE TI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61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MI DIOS CUAL BUEN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61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ALFARERO QUEBRÁNTAME, TRANSFÓRMAME MOLDÉAME A TU IMAGEN SEÑOR.</a:t>
            </a:r>
          </a:p>
        </p:txBody>
      </p:sp>
    </p:spTree>
    <p:extLst>
      <p:ext uri="{BB962C8B-B14F-4D97-AF65-F5344CB8AC3E}">
        <p14:creationId xmlns:p14="http://schemas.microsoft.com/office/powerpoint/2010/main" val="29113083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E95570E0-0285-764B-8EB6-20F47630F33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4AEDD1E-96EC-1249-C800-0C266CA10C92}"/>
              </a:ext>
            </a:extLst>
          </p:cNvPr>
          <p:cNvSpPr>
            <a:spLocks noGrp="1"/>
          </p:cNvSpPr>
          <p:nvPr>
            <p:ph type="ctrTitle"/>
          </p:nvPr>
        </p:nvSpPr>
        <p:spPr>
          <a:xfrm>
            <a:off x="0" y="1794711"/>
            <a:ext cx="12192000" cy="6858000"/>
          </a:xfrm>
        </p:spPr>
        <p:txBody>
          <a:bodyPr>
            <a:noAutofit/>
          </a:bodyPr>
          <a:lstStyle/>
          <a:p>
            <a:br>
              <a:rPr lang="es-ES" sz="5900" b="1" dirty="0">
                <a:solidFill>
                  <a:schemeClr val="bg1"/>
                </a:solidFill>
                <a:latin typeface="Arial" panose="020B0604020202020204" pitchFamily="34" charset="0"/>
                <a:ea typeface="Tahoma" panose="020B0604030504040204" pitchFamily="34" charset="0"/>
                <a:cs typeface="Arial" panose="020B0604020202020204" pitchFamily="34" charset="0"/>
              </a:rPr>
            </a:br>
            <a:endParaRPr lang="es-CO" sz="59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
        <p:nvSpPr>
          <p:cNvPr id="6" name="CuadroTexto 5">
            <a:extLst>
              <a:ext uri="{FF2B5EF4-FFF2-40B4-BE49-F238E27FC236}">
                <a16:creationId xmlns:a16="http://schemas.microsoft.com/office/drawing/2014/main" id="{47E386FE-971B-1FAE-D346-010687519ED1}"/>
              </a:ext>
            </a:extLst>
          </p:cNvPr>
          <p:cNvSpPr txBox="1"/>
          <p:nvPr/>
        </p:nvSpPr>
        <p:spPr>
          <a:xfrm>
            <a:off x="0" y="243512"/>
            <a:ext cx="12192000" cy="6370975"/>
          </a:xfrm>
          <a:prstGeom prst="rect">
            <a:avLst/>
          </a:prstGeom>
          <a:noFill/>
        </p:spPr>
        <p:txBody>
          <a:bodyPr wrap="square"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6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QUIERO SER MAS COMO TÚ</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6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VER LA VIDA COMO TÚ</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6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SATURARME DE TU ESPÍRITU</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6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Y REFLEJAR AL MUNDO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6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TU AMOR.</a:t>
            </a:r>
          </a:p>
        </p:txBody>
      </p:sp>
    </p:spTree>
    <p:extLst>
      <p:ext uri="{BB962C8B-B14F-4D97-AF65-F5344CB8AC3E}">
        <p14:creationId xmlns:p14="http://schemas.microsoft.com/office/powerpoint/2010/main" val="37621985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C64C99D-A46B-A107-D384-25B5A926F72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9A956A9-80BF-4596-610C-1DA0F446A7A6}"/>
              </a:ext>
            </a:extLst>
          </p:cNvPr>
          <p:cNvSpPr>
            <a:spLocks noGrp="1"/>
          </p:cNvSpPr>
          <p:nvPr>
            <p:ph type="ctrTitle"/>
          </p:nvPr>
        </p:nvSpPr>
        <p:spPr>
          <a:xfrm>
            <a:off x="0" y="1794711"/>
            <a:ext cx="12192000" cy="6858000"/>
          </a:xfrm>
        </p:spPr>
        <p:txBody>
          <a:bodyPr>
            <a:noAutofit/>
          </a:bodyPr>
          <a:lstStyle/>
          <a:p>
            <a:br>
              <a:rPr lang="es-ES" sz="5900" b="1" dirty="0">
                <a:solidFill>
                  <a:schemeClr val="bg1"/>
                </a:solidFill>
                <a:latin typeface="Arial" panose="020B0604020202020204" pitchFamily="34" charset="0"/>
                <a:ea typeface="Tahoma" panose="020B0604030504040204" pitchFamily="34" charset="0"/>
                <a:cs typeface="Arial" panose="020B0604020202020204" pitchFamily="34" charset="0"/>
              </a:rPr>
            </a:br>
            <a:endParaRPr lang="es-CO" sz="59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
        <p:nvSpPr>
          <p:cNvPr id="6" name="CuadroTexto 5">
            <a:extLst>
              <a:ext uri="{FF2B5EF4-FFF2-40B4-BE49-F238E27FC236}">
                <a16:creationId xmlns:a16="http://schemas.microsoft.com/office/drawing/2014/main" id="{6FB16F66-A9D4-FAF7-B1B9-E5508179235D}"/>
              </a:ext>
            </a:extLst>
          </p:cNvPr>
          <p:cNvSpPr txBox="1"/>
          <p:nvPr/>
        </p:nvSpPr>
        <p:spPr>
          <a:xfrm>
            <a:off x="0" y="-20806"/>
            <a:ext cx="12192000" cy="6878806"/>
          </a:xfrm>
          <a:prstGeom prst="rect">
            <a:avLst/>
          </a:prstGeom>
          <a:noFill/>
        </p:spPr>
        <p:txBody>
          <a:bodyPr wrap="square"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63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COMO EL SIERVO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63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BUSCA POR LAS AGUAS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63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ASÍ CLAMA MI ALMA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63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POR TI SEÑOR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63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DÍA Y NOCHE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63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YO TENGO SED DE TI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63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Y SOLO A TI BUSCARÉ.</a:t>
            </a:r>
          </a:p>
        </p:txBody>
      </p:sp>
    </p:spTree>
    <p:extLst>
      <p:ext uri="{BB962C8B-B14F-4D97-AF65-F5344CB8AC3E}">
        <p14:creationId xmlns:p14="http://schemas.microsoft.com/office/powerpoint/2010/main" val="14552857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38F6FFB-CD39-7D7F-F7F2-5869E2A8681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CBA3A35-2496-B5F4-45DA-AB170902531B}"/>
              </a:ext>
            </a:extLst>
          </p:cNvPr>
          <p:cNvSpPr>
            <a:spLocks noGrp="1"/>
          </p:cNvSpPr>
          <p:nvPr>
            <p:ph type="ctrTitle"/>
          </p:nvPr>
        </p:nvSpPr>
        <p:spPr>
          <a:xfrm>
            <a:off x="0" y="1794711"/>
            <a:ext cx="12192000" cy="6858000"/>
          </a:xfrm>
        </p:spPr>
        <p:txBody>
          <a:bodyPr>
            <a:noAutofit/>
          </a:bodyPr>
          <a:lstStyle/>
          <a:p>
            <a:br>
              <a:rPr lang="es-ES" sz="5900" b="1" dirty="0">
                <a:solidFill>
                  <a:schemeClr val="bg1"/>
                </a:solidFill>
                <a:latin typeface="Arial" panose="020B0604020202020204" pitchFamily="34" charset="0"/>
                <a:ea typeface="Tahoma" panose="020B0604030504040204" pitchFamily="34" charset="0"/>
                <a:cs typeface="Arial" panose="020B0604020202020204" pitchFamily="34" charset="0"/>
              </a:rPr>
            </a:br>
            <a:endParaRPr lang="es-CO" sz="59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
        <p:nvSpPr>
          <p:cNvPr id="6" name="CuadroTexto 5">
            <a:extLst>
              <a:ext uri="{FF2B5EF4-FFF2-40B4-BE49-F238E27FC236}">
                <a16:creationId xmlns:a16="http://schemas.microsoft.com/office/drawing/2014/main" id="{868C87B8-D62F-9D6C-42D9-797F3D46BB24}"/>
              </a:ext>
            </a:extLst>
          </p:cNvPr>
          <p:cNvSpPr txBox="1"/>
          <p:nvPr/>
        </p:nvSpPr>
        <p:spPr>
          <a:xfrm>
            <a:off x="0" y="117693"/>
            <a:ext cx="12192000" cy="6740307"/>
          </a:xfrm>
          <a:prstGeom prst="rect">
            <a:avLst/>
          </a:prstGeom>
          <a:noFill/>
        </p:spPr>
        <p:txBody>
          <a:bodyPr wrap="square"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72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//LLÉNAME// SEÑOR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72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DAME MÁS, MÁS DE TU AMOR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72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YO TENGO SED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72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SOLO DE TI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72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LLÉNAME SEÑOR.</a:t>
            </a:r>
          </a:p>
        </p:txBody>
      </p:sp>
    </p:spTree>
    <p:extLst>
      <p:ext uri="{BB962C8B-B14F-4D97-AF65-F5344CB8AC3E}">
        <p14:creationId xmlns:p14="http://schemas.microsoft.com/office/powerpoint/2010/main" val="32022939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AEBF8B90-5EE4-A8EC-68DB-F27B2FAA865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CE46897-E817-846B-67D9-06B383EE4FCC}"/>
              </a:ext>
            </a:extLst>
          </p:cNvPr>
          <p:cNvSpPr>
            <a:spLocks noGrp="1"/>
          </p:cNvSpPr>
          <p:nvPr>
            <p:ph type="ctrTitle"/>
          </p:nvPr>
        </p:nvSpPr>
        <p:spPr>
          <a:xfrm>
            <a:off x="0" y="-499773"/>
            <a:ext cx="12192000" cy="6858000"/>
          </a:xfrm>
        </p:spPr>
        <p:txBody>
          <a:bodyPr>
            <a:noAutofit/>
          </a:bodyPr>
          <a:lstStyle/>
          <a:p>
            <a:r>
              <a:rPr lang="es-ES" sz="7200" b="1" i="0" dirty="0">
                <a:solidFill>
                  <a:schemeClr val="bg1"/>
                </a:solidFill>
                <a:effectLst/>
                <a:latin typeface="Arial" panose="020B0604020202020204" pitchFamily="34" charset="0"/>
                <a:cs typeface="Arial" panose="020B0604020202020204" pitchFamily="34" charset="0"/>
              </a:rPr>
              <a:t>EL SEÑOR</a:t>
            </a:r>
            <a:br>
              <a:rPr lang="es-ES" sz="7200" b="1" i="0" dirty="0">
                <a:solidFill>
                  <a:schemeClr val="bg1"/>
                </a:solidFill>
                <a:effectLst/>
                <a:latin typeface="Arial" panose="020B0604020202020204" pitchFamily="34" charset="0"/>
                <a:cs typeface="Arial" panose="020B0604020202020204" pitchFamily="34" charset="0"/>
              </a:rPr>
            </a:br>
            <a:r>
              <a:rPr lang="es-ES" sz="7200" b="1" i="0" dirty="0">
                <a:solidFill>
                  <a:schemeClr val="bg1"/>
                </a:solidFill>
                <a:effectLst/>
                <a:latin typeface="Arial" panose="020B0604020202020204" pitchFamily="34" charset="0"/>
                <a:cs typeface="Arial" panose="020B0604020202020204" pitchFamily="34" charset="0"/>
              </a:rPr>
              <a:t>ES MI PASTOR</a:t>
            </a:r>
            <a:br>
              <a:rPr lang="es-ES" sz="7200" b="1" i="0" dirty="0">
                <a:solidFill>
                  <a:schemeClr val="bg1"/>
                </a:solidFill>
                <a:effectLst/>
                <a:latin typeface="Arial" panose="020B0604020202020204" pitchFamily="34" charset="0"/>
                <a:cs typeface="Arial" panose="020B0604020202020204" pitchFamily="34" charset="0"/>
              </a:rPr>
            </a:br>
            <a:r>
              <a:rPr lang="es-ES" sz="7200" b="1" i="0" dirty="0">
                <a:solidFill>
                  <a:schemeClr val="bg1"/>
                </a:solidFill>
                <a:effectLst/>
                <a:latin typeface="Arial" panose="020B0604020202020204" pitchFamily="34" charset="0"/>
                <a:cs typeface="Arial" panose="020B0604020202020204" pitchFamily="34" charset="0"/>
              </a:rPr>
              <a:t>NADA ME FALTARÁ</a:t>
            </a:r>
            <a:br>
              <a:rPr lang="es-ES" sz="7200" b="1" i="0" dirty="0">
                <a:solidFill>
                  <a:schemeClr val="bg1"/>
                </a:solidFill>
                <a:effectLst/>
                <a:latin typeface="Arial" panose="020B0604020202020204" pitchFamily="34" charset="0"/>
                <a:cs typeface="Arial" panose="020B0604020202020204" pitchFamily="34" charset="0"/>
              </a:rPr>
            </a:br>
            <a:r>
              <a:rPr lang="es-ES" sz="7200" b="1" i="0" dirty="0">
                <a:solidFill>
                  <a:schemeClr val="bg1"/>
                </a:solidFill>
                <a:effectLst/>
                <a:latin typeface="Arial" panose="020B0604020202020204" pitchFamily="34" charset="0"/>
                <a:cs typeface="Arial" panose="020B0604020202020204" pitchFamily="34" charset="0"/>
              </a:rPr>
              <a:t>EL SEÑOR ES MI PASTOR</a:t>
            </a:r>
            <a:br>
              <a:rPr lang="es-ES" sz="7200" b="1" i="0" dirty="0">
                <a:solidFill>
                  <a:schemeClr val="bg1"/>
                </a:solidFill>
                <a:effectLst/>
                <a:latin typeface="Arial" panose="020B0604020202020204" pitchFamily="34" charset="0"/>
                <a:cs typeface="Arial" panose="020B0604020202020204" pitchFamily="34" charset="0"/>
              </a:rPr>
            </a:br>
            <a:r>
              <a:rPr lang="es-ES" sz="7200" b="1" i="0" dirty="0">
                <a:solidFill>
                  <a:schemeClr val="bg1"/>
                </a:solidFill>
                <a:effectLst/>
                <a:latin typeface="Arial" panose="020B0604020202020204" pitchFamily="34" charset="0"/>
                <a:cs typeface="Arial" panose="020B0604020202020204" pitchFamily="34" charset="0"/>
              </a:rPr>
              <a:t>EN PASTOS DELICADOS</a:t>
            </a:r>
            <a:br>
              <a:rPr lang="es-ES" sz="7200" b="1" i="0" dirty="0">
                <a:solidFill>
                  <a:schemeClr val="bg1"/>
                </a:solidFill>
                <a:effectLst/>
                <a:latin typeface="Arial" panose="020B0604020202020204" pitchFamily="34" charset="0"/>
                <a:cs typeface="Arial" panose="020B0604020202020204" pitchFamily="34" charset="0"/>
              </a:rPr>
            </a:br>
            <a:r>
              <a:rPr lang="es-ES" sz="7200" b="1" i="0" dirty="0">
                <a:solidFill>
                  <a:schemeClr val="bg1"/>
                </a:solidFill>
                <a:effectLst/>
                <a:latin typeface="Arial" panose="020B0604020202020204" pitchFamily="34" charset="0"/>
                <a:cs typeface="Arial" panose="020B0604020202020204" pitchFamily="34" charset="0"/>
              </a:rPr>
              <a:t>ÉL ME HARÁ DESCANSAR</a:t>
            </a:r>
            <a:endParaRPr lang="es-CO" sz="72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719641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08837051-05B9-7B3C-08CA-BFC60645FDE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98FCE75-BE99-0280-CCA0-D4E22159104E}"/>
              </a:ext>
            </a:extLst>
          </p:cNvPr>
          <p:cNvSpPr>
            <a:spLocks noGrp="1"/>
          </p:cNvSpPr>
          <p:nvPr>
            <p:ph type="ctrTitle"/>
          </p:nvPr>
        </p:nvSpPr>
        <p:spPr>
          <a:xfrm>
            <a:off x="0" y="-259142"/>
            <a:ext cx="12192000" cy="6858000"/>
          </a:xfrm>
        </p:spPr>
        <p:txBody>
          <a:bodyPr>
            <a:noAutofit/>
          </a:bodyPr>
          <a:lstStyle/>
          <a:p>
            <a:r>
              <a:rPr lang="es-ES" sz="6600" b="1" i="0" dirty="0">
                <a:solidFill>
                  <a:schemeClr val="bg1"/>
                </a:solidFill>
                <a:effectLst/>
                <a:latin typeface="Arial" panose="020B0604020202020204" pitchFamily="34" charset="0"/>
                <a:cs typeface="Arial" panose="020B0604020202020204" pitchFamily="34" charset="0"/>
              </a:rPr>
              <a:t>JUNTO A AGUAS DE REPOSO</a:t>
            </a:r>
            <a:br>
              <a:rPr lang="es-ES" sz="6600" b="1" i="0" dirty="0">
                <a:solidFill>
                  <a:schemeClr val="bg1"/>
                </a:solidFill>
                <a:effectLst/>
                <a:latin typeface="Arial" panose="020B0604020202020204" pitchFamily="34" charset="0"/>
                <a:cs typeface="Arial" panose="020B0604020202020204" pitchFamily="34" charset="0"/>
              </a:rPr>
            </a:br>
            <a:r>
              <a:rPr lang="es-ES" sz="6600" b="1" i="0" dirty="0">
                <a:solidFill>
                  <a:schemeClr val="bg1"/>
                </a:solidFill>
                <a:effectLst/>
                <a:latin typeface="Arial" panose="020B0604020202020204" pitchFamily="34" charset="0"/>
                <a:cs typeface="Arial" panose="020B0604020202020204" pitchFamily="34" charset="0"/>
              </a:rPr>
              <a:t>ME PASTOREARÁ</a:t>
            </a:r>
            <a:br>
              <a:rPr lang="es-ES" sz="6600" b="1" i="0" dirty="0">
                <a:solidFill>
                  <a:schemeClr val="bg1"/>
                </a:solidFill>
                <a:effectLst/>
                <a:latin typeface="Arial" panose="020B0604020202020204" pitchFamily="34" charset="0"/>
                <a:cs typeface="Arial" panose="020B0604020202020204" pitchFamily="34" charset="0"/>
              </a:rPr>
            </a:br>
            <a:r>
              <a:rPr lang="es-ES" sz="6600" b="1" i="0" dirty="0">
                <a:solidFill>
                  <a:schemeClr val="bg1"/>
                </a:solidFill>
                <a:effectLst/>
                <a:latin typeface="Arial" panose="020B0604020202020204" pitchFamily="34" charset="0"/>
                <a:cs typeface="Arial" panose="020B0604020202020204" pitchFamily="34" charset="0"/>
              </a:rPr>
              <a:t>CONFORTARÁ MI ALMA</a:t>
            </a:r>
            <a:br>
              <a:rPr lang="es-ES" sz="6600" b="1" i="0" dirty="0">
                <a:solidFill>
                  <a:schemeClr val="bg1"/>
                </a:solidFill>
                <a:effectLst/>
                <a:latin typeface="Arial" panose="020B0604020202020204" pitchFamily="34" charset="0"/>
                <a:cs typeface="Arial" panose="020B0604020202020204" pitchFamily="34" charset="0"/>
              </a:rPr>
            </a:br>
            <a:r>
              <a:rPr lang="es-ES" sz="6600" b="1" i="0" dirty="0">
                <a:solidFill>
                  <a:schemeClr val="bg1"/>
                </a:solidFill>
                <a:effectLst/>
                <a:latin typeface="Arial" panose="020B0604020202020204" pitchFamily="34" charset="0"/>
                <a:cs typeface="Arial" panose="020B0604020202020204" pitchFamily="34" charset="0"/>
              </a:rPr>
              <a:t>ME GUIARÁ POR SENDAS DE JUSTICIA</a:t>
            </a:r>
            <a:br>
              <a:rPr lang="es-ES" sz="6600" b="1" i="0" dirty="0">
                <a:solidFill>
                  <a:schemeClr val="bg1"/>
                </a:solidFill>
                <a:effectLst/>
                <a:latin typeface="Arial" panose="020B0604020202020204" pitchFamily="34" charset="0"/>
                <a:cs typeface="Arial" panose="020B0604020202020204" pitchFamily="34" charset="0"/>
              </a:rPr>
            </a:br>
            <a:r>
              <a:rPr lang="es-ES" sz="6600" b="1" i="0" dirty="0">
                <a:solidFill>
                  <a:schemeClr val="bg1"/>
                </a:solidFill>
                <a:effectLst/>
                <a:latin typeface="Arial" panose="020B0604020202020204" pitchFamily="34" charset="0"/>
                <a:cs typeface="Arial" panose="020B0604020202020204" pitchFamily="34" charset="0"/>
              </a:rPr>
              <a:t>POR AMOR DE SU NOMBRE</a:t>
            </a:r>
            <a:endParaRPr lang="es-CO" sz="66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487137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6B6FEAF-0EF8-7E17-7614-067A8BA5109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7DCC8E2-D2C6-9D0A-6501-124823C82D22}"/>
              </a:ext>
            </a:extLst>
          </p:cNvPr>
          <p:cNvSpPr>
            <a:spLocks noGrp="1"/>
          </p:cNvSpPr>
          <p:nvPr>
            <p:ph type="ctrTitle"/>
          </p:nvPr>
        </p:nvSpPr>
        <p:spPr>
          <a:xfrm>
            <a:off x="0" y="1794711"/>
            <a:ext cx="12192000" cy="6858000"/>
          </a:xfrm>
        </p:spPr>
        <p:txBody>
          <a:bodyPr>
            <a:noAutofit/>
          </a:bodyPr>
          <a:lstStyle/>
          <a:p>
            <a:br>
              <a:rPr lang="es-ES" sz="5900" b="1" dirty="0">
                <a:solidFill>
                  <a:schemeClr val="bg1"/>
                </a:solidFill>
                <a:latin typeface="Arial" panose="020B0604020202020204" pitchFamily="34" charset="0"/>
                <a:ea typeface="Tahoma" panose="020B0604030504040204" pitchFamily="34" charset="0"/>
                <a:cs typeface="Arial" panose="020B0604020202020204" pitchFamily="34" charset="0"/>
              </a:rPr>
            </a:br>
            <a:endParaRPr lang="es-CO" sz="59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
        <p:nvSpPr>
          <p:cNvPr id="6" name="CuadroTexto 5">
            <a:extLst>
              <a:ext uri="{FF2B5EF4-FFF2-40B4-BE49-F238E27FC236}">
                <a16:creationId xmlns:a16="http://schemas.microsoft.com/office/drawing/2014/main" id="{B3F35F16-5D3F-A695-8EAA-3A9D157760B1}"/>
              </a:ext>
            </a:extLst>
          </p:cNvPr>
          <p:cNvSpPr txBox="1"/>
          <p:nvPr/>
        </p:nvSpPr>
        <p:spPr>
          <a:xfrm>
            <a:off x="0" y="58846"/>
            <a:ext cx="12192000" cy="6740307"/>
          </a:xfrm>
          <a:prstGeom prst="rect">
            <a:avLst/>
          </a:prstGeom>
          <a:noFill/>
        </p:spPr>
        <p:txBody>
          <a:bodyPr wrap="square"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72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MI ANHELO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72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ES BUSCARTE DÍA Y NOCHE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72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DE TU AMOR Y LA TERNURA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72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DE TU ESPÍRITU SEÑOR</a:t>
            </a:r>
          </a:p>
        </p:txBody>
      </p:sp>
    </p:spTree>
    <p:extLst>
      <p:ext uri="{BB962C8B-B14F-4D97-AF65-F5344CB8AC3E}">
        <p14:creationId xmlns:p14="http://schemas.microsoft.com/office/powerpoint/2010/main" val="25728224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1D73DAD-C4C8-E868-C49D-80EA41F7BA5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9A93D17-83EB-653B-FE63-D9F2FFFFC8F6}"/>
              </a:ext>
            </a:extLst>
          </p:cNvPr>
          <p:cNvSpPr>
            <a:spLocks noGrp="1"/>
          </p:cNvSpPr>
          <p:nvPr>
            <p:ph type="ctrTitle"/>
          </p:nvPr>
        </p:nvSpPr>
        <p:spPr>
          <a:xfrm>
            <a:off x="0" y="1794711"/>
            <a:ext cx="12192000" cy="6858000"/>
          </a:xfrm>
        </p:spPr>
        <p:txBody>
          <a:bodyPr>
            <a:noAutofit/>
          </a:bodyPr>
          <a:lstStyle/>
          <a:p>
            <a:br>
              <a:rPr lang="es-ES" sz="5900" b="1" dirty="0">
                <a:solidFill>
                  <a:schemeClr val="bg1"/>
                </a:solidFill>
                <a:latin typeface="Arial" panose="020B0604020202020204" pitchFamily="34" charset="0"/>
                <a:ea typeface="Tahoma" panose="020B0604030504040204" pitchFamily="34" charset="0"/>
                <a:cs typeface="Arial" panose="020B0604020202020204" pitchFamily="34" charset="0"/>
              </a:rPr>
            </a:br>
            <a:endParaRPr lang="es-CO" sz="59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
        <p:nvSpPr>
          <p:cNvPr id="6" name="CuadroTexto 5">
            <a:extLst>
              <a:ext uri="{FF2B5EF4-FFF2-40B4-BE49-F238E27FC236}">
                <a16:creationId xmlns:a16="http://schemas.microsoft.com/office/drawing/2014/main" id="{34123C50-5D91-2889-E19D-B8E9BD65DDBB}"/>
              </a:ext>
            </a:extLst>
          </p:cNvPr>
          <p:cNvSpPr txBox="1"/>
          <p:nvPr/>
        </p:nvSpPr>
        <p:spPr>
          <a:xfrm>
            <a:off x="0" y="-79653"/>
            <a:ext cx="12192000" cy="6878806"/>
          </a:xfrm>
          <a:prstGeom prst="rect">
            <a:avLst/>
          </a:prstGeom>
          <a:noFill/>
        </p:spPr>
        <p:txBody>
          <a:bodyPr wrap="square"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63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EN TU PRESENCIA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63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HAY PLENITUD DE GOZO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63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EN TU PRESENCIA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63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DELICIAS A TU DIESTRA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63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POR SIEMPRE Y PARA SIEMPRE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63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ME GOZO EN TU PRESENCIA</a:t>
            </a:r>
          </a:p>
        </p:txBody>
      </p:sp>
    </p:spTree>
    <p:extLst>
      <p:ext uri="{BB962C8B-B14F-4D97-AF65-F5344CB8AC3E}">
        <p14:creationId xmlns:p14="http://schemas.microsoft.com/office/powerpoint/2010/main" val="42441932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898D6D90-0AC5-3723-D213-A53979D1357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D8BEBB4-2F65-6D67-D186-E01FA8310236}"/>
              </a:ext>
            </a:extLst>
          </p:cNvPr>
          <p:cNvSpPr>
            <a:spLocks noGrp="1"/>
          </p:cNvSpPr>
          <p:nvPr>
            <p:ph type="ctrTitle"/>
          </p:nvPr>
        </p:nvSpPr>
        <p:spPr>
          <a:xfrm>
            <a:off x="0" y="1794711"/>
            <a:ext cx="12192000" cy="6858000"/>
          </a:xfrm>
        </p:spPr>
        <p:txBody>
          <a:bodyPr>
            <a:noAutofit/>
          </a:bodyPr>
          <a:lstStyle/>
          <a:p>
            <a:br>
              <a:rPr lang="es-ES" sz="5900" b="1" dirty="0">
                <a:solidFill>
                  <a:schemeClr val="bg1"/>
                </a:solidFill>
                <a:latin typeface="Arial" panose="020B0604020202020204" pitchFamily="34" charset="0"/>
                <a:ea typeface="Tahoma" panose="020B0604030504040204" pitchFamily="34" charset="0"/>
                <a:cs typeface="Arial" panose="020B0604020202020204" pitchFamily="34" charset="0"/>
              </a:rPr>
            </a:br>
            <a:endParaRPr lang="es-CO" sz="59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
        <p:nvSpPr>
          <p:cNvPr id="6" name="CuadroTexto 5">
            <a:extLst>
              <a:ext uri="{FF2B5EF4-FFF2-40B4-BE49-F238E27FC236}">
                <a16:creationId xmlns:a16="http://schemas.microsoft.com/office/drawing/2014/main" id="{9AC1C615-8AFF-F04D-5C14-19A8BB6CC60C}"/>
              </a:ext>
            </a:extLst>
          </p:cNvPr>
          <p:cNvSpPr txBox="1"/>
          <p:nvPr/>
        </p:nvSpPr>
        <p:spPr>
          <a:xfrm>
            <a:off x="0" y="456468"/>
            <a:ext cx="12192000" cy="5632311"/>
          </a:xfrm>
          <a:prstGeom prst="rect">
            <a:avLst/>
          </a:prstGeom>
          <a:noFill/>
        </p:spPr>
        <p:txBody>
          <a:bodyPr wrap="square"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72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//DIGNO DE GLORIA, DE ALABANZA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72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LEVANTEMOS NUESTRAS MANOS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72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Y ADOREMOS AL SEÑOR//</a:t>
            </a:r>
          </a:p>
        </p:txBody>
      </p:sp>
    </p:spTree>
    <p:extLst>
      <p:ext uri="{BB962C8B-B14F-4D97-AF65-F5344CB8AC3E}">
        <p14:creationId xmlns:p14="http://schemas.microsoft.com/office/powerpoint/2010/main" val="3723461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25F17995-1AB7-1B14-C52E-DC66C43822B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6E9C767-7F60-CF72-DC50-A3B9C0B18958}"/>
              </a:ext>
            </a:extLst>
          </p:cNvPr>
          <p:cNvSpPr>
            <a:spLocks noGrp="1"/>
          </p:cNvSpPr>
          <p:nvPr>
            <p:ph type="ctrTitle"/>
          </p:nvPr>
        </p:nvSpPr>
        <p:spPr>
          <a:xfrm>
            <a:off x="0" y="1794711"/>
            <a:ext cx="12192000" cy="6858000"/>
          </a:xfrm>
        </p:spPr>
        <p:txBody>
          <a:bodyPr>
            <a:noAutofit/>
          </a:bodyPr>
          <a:lstStyle/>
          <a:p>
            <a:br>
              <a:rPr lang="es-ES" sz="5900" b="1" dirty="0">
                <a:solidFill>
                  <a:schemeClr val="bg1"/>
                </a:solidFill>
                <a:latin typeface="Arial" panose="020B0604020202020204" pitchFamily="34" charset="0"/>
                <a:ea typeface="Tahoma" panose="020B0604030504040204" pitchFamily="34" charset="0"/>
                <a:cs typeface="Arial" panose="020B0604020202020204" pitchFamily="34" charset="0"/>
              </a:rPr>
            </a:br>
            <a:endParaRPr lang="es-CO" sz="59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
        <p:nvSpPr>
          <p:cNvPr id="6" name="CuadroTexto 5">
            <a:extLst>
              <a:ext uri="{FF2B5EF4-FFF2-40B4-BE49-F238E27FC236}">
                <a16:creationId xmlns:a16="http://schemas.microsoft.com/office/drawing/2014/main" id="{ECD8B0B9-5125-E54F-17D3-5FE40630DCB6}"/>
              </a:ext>
            </a:extLst>
          </p:cNvPr>
          <p:cNvSpPr txBox="1"/>
          <p:nvPr/>
        </p:nvSpPr>
        <p:spPr>
          <a:xfrm>
            <a:off x="0" y="456468"/>
            <a:ext cx="12192000" cy="5632311"/>
          </a:xfrm>
          <a:prstGeom prst="rect">
            <a:avLst/>
          </a:prstGeom>
          <a:noFill/>
        </p:spPr>
        <p:txBody>
          <a:bodyPr wrap="square"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72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//PORQUE GRANDE ES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72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MARAVILLAS HACES TÚ</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72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NO HAY OTRO COMO TÚ,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72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NO LO HAY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72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NO HAY NADIE COMO TU//.</a:t>
            </a:r>
          </a:p>
        </p:txBody>
      </p:sp>
    </p:spTree>
    <p:extLst>
      <p:ext uri="{BB962C8B-B14F-4D97-AF65-F5344CB8AC3E}">
        <p14:creationId xmlns:p14="http://schemas.microsoft.com/office/powerpoint/2010/main" val="423573975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154</TotalTime>
  <Words>1091</Words>
  <Application>Microsoft Office PowerPoint</Application>
  <PresentationFormat>Panorámica</PresentationFormat>
  <Paragraphs>95</Paragraphs>
  <Slides>44</Slides>
  <Notes>12</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44</vt:i4>
      </vt:variant>
    </vt:vector>
  </HeadingPairs>
  <TitlesOfParts>
    <vt:vector size="48" baseType="lpstr">
      <vt:lpstr>Arial</vt:lpstr>
      <vt:lpstr>Calibri</vt:lpstr>
      <vt:lpstr>Calibri Light</vt:lpstr>
      <vt:lpstr>Tema de Office</vt:lpstr>
      <vt:lpstr>PON ACEITE EN MI LÁMPARA SEÑOR PON ACEITE EN MI LÁMPARA SEÑOR QUE YO QUIERO SERVIRTE CON AMOR PON ACEITE EN MI LÁMPARA SEÑOR</vt:lpstr>
      <vt:lpstr>SEÑOR JESÚS TU ERES MI VIDA SEÑOR JESÚS TU ERES MI AMOR</vt:lpstr>
      <vt:lpstr>/SALVASTE MI ALMA PERDIDA POR ESO TE ALABO CON EL CORAZÓN /</vt:lpstr>
      <vt:lpstr>ALZA TUS OJOS Y MIRA LA COSECHA ESTÁ LISTA EL TIEMPO A LLEGADO LA MIEL ESTÁ MADURA. ESFUERZATE Y SÉ VALIENTE LEVANTATE Y PREDICA A TODAS LAS NACIONES QUE CRISTO ES LA VIDA</vt:lpstr>
      <vt:lpstr>//Y SERÁ LLENA LA TIERRA  DE SU GLORIA SE CUBRIRA COMO LAS AGUAS CUBREN  LA MAR//</vt:lpstr>
      <vt:lpstr>NO, NO HAY OTRO NOMBRE DADO A LOS HOMBRES JESUCRISTO ES EL SEÑOR</vt:lpstr>
      <vt:lpstr>/AVÍVAME, AVÍVAME CON TU ESPÍRITU AVÍVAME, AVÍVAME CON TU PODER/</vt:lpstr>
      <vt:lpstr>ERES SEÑOR, VENCEDOR, EL INVENCIBLE ERES CAMPEÓN, GANADOR EN BATALLA ERES MI REY Y MI DIOS EL QUE CUIDA A SU PUEBLO</vt:lpstr>
      <vt:lpstr>POR ESO YO TE CANTO Y TE ALABO PORQUE SÉ QUE ME PROTEGES PORQUE ESTOY DE TU LADO POR ESO YO TE CANTO Y TE ADORO PORQUE SÉ QUE NUNCA JAMÁS ME DEJARÁS DESAMPARADO</vt:lpstr>
      <vt:lpstr>//CUANDO EL SEÑOR HICIERE VOLVER LA CAUTIVIDAD SEREMOS COMO LOS QUE SUEÑAN//</vt:lpstr>
      <vt:lpstr>//MI BOCA LLENARÁ DE RISA MIS LABIOS DE ALABANZA ENTONCES DIRÁN LAS NACIONES: GRANDES COSAS HA HECHO EL SEÑOR//</vt:lpstr>
      <vt:lpstr>//ME GOZARÉ, ME GOZARÉ ME GOZARÉ, ME GOZARÉ EN JEHOVÁ PUES SE HA LLEVADO TODO MI DOLOR ME HA HECHO LIBRE//</vt:lpstr>
      <vt:lpstr>ASÍ COMO DAVID CANTABA ASÍ COMO DAVID DANZABA ASÍ COMO DAVID FLUÍA EN SU PRESENCIA</vt:lpstr>
      <vt:lpstr>//AHORA MISMO, SEÑOR, AHORA MISMO. YO TE PIDO QUE ROMPAS LAS CADENAS// // Y QUE LAS PUERTAS DEL CIELO SEAN ABIERTAS Y DE VIRTUD MI ALMA SEA LLENA//</vt:lpstr>
      <vt:lpstr>//JESÚS ESTÁ PASANDO POR AQUÍ// Y CUANDO ÉL PASA TODO SE TRANSFORMA, SE VÁ LA TRISTEZA LLEGA LA ALEGRÍA, Y CUANDO ÉL PASA TODO SE TRANSFORMA, LLEGA LA ALEGRÍA PARA TÍ Y PARA MÍ.</vt:lpstr>
      <vt:lpstr>//PASEATE NAZARENO, NAZARENO PASEATE// //A ESE CRISTO ALABO YO PORQUE ÉL FUE EL QUE ME SALVÓ//  </vt:lpstr>
      <vt:lpstr>//ESPÍRITU DE DIOS DESCIENDE SOBRE MÍ Y DAME MAS PODER PARA PODER VENCER//.</vt:lpstr>
      <vt:lpstr>//YO SÉ QUE CRISTO VIENE Y ESPERO SU VENIDA// Y EL QUE ESTÉ PREPARADO CON ÉL SE IRÁ ////PARA ARRIBA//// Y NO PARA ABAJO ///SUBIENDO/// Y NO BAJANDO.</vt:lpstr>
      <vt:lpstr>//ESTAMOS DE FIESTA CON JESÚS, AL CIELO QUEREMOS IR Y TODOS REUNIDOS EN LA MESA ES CRISTO QUIEN VA A SERVIR//</vt:lpstr>
      <vt:lpstr>//PODEROSO ES NUESTRO DIOS, PODEROSO ES NUESTRO DIOS//  </vt:lpstr>
      <vt:lpstr>//ÉL SANA, ÉL SALVA PODEROSO ES NUESTRO DIOS// //PODEROSO ES NUESTRO DIOS, PODEROSO ES NUESTRO DIOS//  </vt:lpstr>
      <vt:lpstr>HABRÁ EN EL CIELO UNA GRAN FIESTA SERA UNA GLORIOSA REUNIÓN SE REUNIRÁN DE TODAS RAZAS LOS REDIMIDOS DEL SEÑOR. CANTARAN CANCIONES DE ALEGRÍA LAGRIMAS DE GOZO LLORARÁN SERA UNA FIESTA DE VICTORIA SOLO REDIMIDOS ENTRARÁN.</vt:lpstr>
      <vt:lpstr>LA FIESTA DE LOS VENCEDORES NO ME LA VOY A PERDER EL CANTO DE LOS REDIMIDOS CON ALEGRÍA CANTARE LA FIESTA DE LOS VENCEDORES NO ME LA VOY A PERDER EL CANTO DE LOS REDIMIDOS CON ALEGRÍA CANTARE</vt:lpstr>
      <vt:lpstr>QUIERO LEVANTAR MIS MANOS QUIERO LEVANTAR MI VOZ Y OFRECIERTE A TI MI VIDA EN SANTIDAD Y AMOR</vt:lpstr>
      <vt:lpstr>PADRE, SOLO A TI TE OFREZCO MI VIDA Y MI CORAZÓN Y ME POSTRO EN TU PRESENCIA EN ADORACIÓN</vt:lpstr>
      <vt:lpstr>HIJO DE DIOS, RECIBE HOY TODA LA GLORIA, LA HONRA Y HONOR HIJO DE DIOS, RECIBE HOY TODA LA GLORIA, LA HONRA Y HONOR</vt:lpstr>
      <vt:lpstr>Presentación de PowerPoint</vt:lpstr>
      <vt:lpstr>YO QUIERO MÁS DE TI Y HABITAR EN TU PRESENCIA, MENGUAR PARA QUE CREZCAS TÚ Y CADA DÍA SERÉ MÁS COMO TÚ</vt:lpstr>
      <vt:lpstr>QUEBRANTA MI CORAZÓN QUEBRANTA MI VIDA TE ENTREGO MI VOLUNTAD A TI TODO LO QUE SOY, SEÑOR TODO CUANTO TENGO ES TUYO, YO QUIERO MENGUAR PARA QUE CREZCAS TÚ</vt:lpstr>
      <vt:lpstr>YO QUIERO MENGUAR PARA QUE CREZCAS TÚ, YO QUIERO MENGUAR PARA QUE CREZCAS TÚ</vt:lpstr>
      <vt:lpstr>//YO QUIERO MENGUAR PARA QUE CREZCAS TÚ//</vt:lpstr>
      <vt:lpstr>LEVANTO MIS MANOS AUNQUE NO TENGA FUERZAS LEVANTO MIS MANOS AUNQUE TENGA MIL PROBLEMAS </vt:lpstr>
      <vt:lpstr>CUANDO LEVANTO MIS MANOS COMIENZO A SENTIR UNA UNCIÓN QUE ME HACE CANTAR CUANDO LEVANTO MIS MANOS COMIENZO A SENTIR EL FUEGO</vt:lpstr>
      <vt:lpstr>CUANDO LEVANTO MIS MANOS MIS CARGAS SE VAN NUEVAS FUERZAS TÚ ME DAS TODO ESO ES POSIBLE TODO ESO ES POSIBLE CUANDO LEVANTO MIS MANOS</vt:lpstr>
      <vt:lpstr> </vt:lpstr>
      <vt:lpstr> </vt:lpstr>
      <vt:lpstr> </vt:lpstr>
      <vt:lpstr> </vt:lpstr>
      <vt:lpstr>EL SEÑOR ES MI PASTOR NADA ME FALTARÁ EL SEÑOR ES MI PASTOR EN PASTOS DELICADOS ÉL ME HARÁ DESCANSAR</vt:lpstr>
      <vt:lpstr>JUNTO A AGUAS DE REPOSO ME PASTOREARÁ CONFORTARÁ MI ALMA ME GUIARÁ POR SENDAS DE JUSTICIA POR AMOR DE SU NOMBRE</vt:lpstr>
      <vt:lpstr> </vt:lpstr>
      <vt:lpstr> </vt:lpstr>
      <vt:lpstr> </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Andrés Windows</dc:creator>
  <cp:lastModifiedBy>Andrés Windows</cp:lastModifiedBy>
  <cp:revision>5</cp:revision>
  <dcterms:created xsi:type="dcterms:W3CDTF">2025-01-15T22:53:03Z</dcterms:created>
  <dcterms:modified xsi:type="dcterms:W3CDTF">2026-10-04T03:46:22Z</dcterms:modified>
</cp:coreProperties>
</file>