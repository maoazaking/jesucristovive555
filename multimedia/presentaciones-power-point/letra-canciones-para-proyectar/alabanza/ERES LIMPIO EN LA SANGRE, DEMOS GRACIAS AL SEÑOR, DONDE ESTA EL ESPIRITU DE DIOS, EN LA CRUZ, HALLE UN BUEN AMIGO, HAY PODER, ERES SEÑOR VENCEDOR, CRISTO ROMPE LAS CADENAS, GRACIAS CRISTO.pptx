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73" r:id="rId2"/>
    <p:sldId id="289" r:id="rId3"/>
    <p:sldId id="290" r:id="rId4"/>
    <p:sldId id="291" r:id="rId5"/>
    <p:sldId id="257" r:id="rId6"/>
    <p:sldId id="272" r:id="rId7"/>
    <p:sldId id="307" r:id="rId8"/>
    <p:sldId id="308" r:id="rId9"/>
    <p:sldId id="256" r:id="rId10"/>
    <p:sldId id="309" r:id="rId11"/>
    <p:sldId id="286" r:id="rId12"/>
    <p:sldId id="287" r:id="rId13"/>
    <p:sldId id="288" r:id="rId14"/>
    <p:sldId id="310" r:id="rId15"/>
    <p:sldId id="311" r:id="rId16"/>
    <p:sldId id="312" r:id="rId17"/>
    <p:sldId id="313" r:id="rId18"/>
    <p:sldId id="259" r:id="rId19"/>
    <p:sldId id="262" r:id="rId20"/>
    <p:sldId id="260" r:id="rId21"/>
    <p:sldId id="314" r:id="rId22"/>
    <p:sldId id="315" r:id="rId23"/>
    <p:sldId id="316" r:id="rId24"/>
    <p:sldId id="317" r:id="rId25"/>
    <p:sldId id="318" r:id="rId26"/>
    <p:sldId id="319" r:id="rId27"/>
    <p:sldId id="320" r:id="rId2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370" autoAdjust="0"/>
  </p:normalViewPr>
  <p:slideViewPr>
    <p:cSldViewPr snapToGrid="0">
      <p:cViewPr>
        <p:scale>
          <a:sx n="50" d="100"/>
          <a:sy n="50" d="100"/>
        </p:scale>
        <p:origin x="1500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0104C-D444-4C2F-9D72-71A47DACD528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D05F5A-2C73-4892-AFE6-690DFC1A7E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5258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4C3626-AB6A-407A-8AF3-A89C0F69E745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46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E94D6-0594-0E04-E24F-558C6E2B5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769629B-81C8-4598-8B7F-8E618BF1A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E176F68-19BC-2FD7-2FE1-D8C79A984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F556C3-EB3D-0F58-A997-956F9E408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71B287-CC88-4DD8-8C8A-9E260736AC5B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2042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FFAB2-ACF5-2846-2265-EFCA949CB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3AF55F-8761-84B7-49A5-ACA631BA6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12F5AEE-BC41-A3DE-14C2-1B12EB012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743FBC-F413-60DD-3438-39F88D8C8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71B287-CC88-4DD8-8C8A-9E260736AC5B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640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130C0-D651-6B83-E53B-3EA1EDAF6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DEBF0A-3593-6B33-406E-71647DAF6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6375EA-22B4-4CAE-AB3F-67A0997F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36B72-5818-6E81-A4D4-89F55276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E88D5C-FE2D-1E1D-0A89-AC302CA0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28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38C44-7538-3B3F-C8CE-3CF1EC13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BF0C69-9AEE-5328-B74B-F510E65B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23A08A-C123-6CBB-923A-605E325E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4E9F9A-8C7D-A76B-7DA4-0C4447E0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BCC67-3FEA-3210-EAD5-C4D54680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572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FEAF8-FBF5-0B7B-3CB1-04ED2856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53291-CD5B-E8FC-B4EB-A51CA076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76001-7210-F0CD-8DC2-34688124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9AE81-9B61-F390-7AB9-C5155245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9F872-6CDB-5F50-3F76-19DFFE0C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19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19EA4-9EDC-F471-2250-55E2BD83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B67AAD-DB38-7645-E0AD-92CA2EE20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2FFB3D-DDDB-C10B-A5A7-989218522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8ED495-FD3F-1338-9D71-3AB9D839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F70FE-7A38-4640-348E-B59F55FD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31FEDF-0F3B-0E0F-9AF1-3C004D56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388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FC605-565A-6C8C-930D-F5E5586B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EDD4D3-FEE7-30A2-EC51-0C12856B8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DE4A01-363B-EB04-B4A7-591573430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9A3DDE-B39E-3E46-C758-3E410AEDF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10ADD7-383E-B199-F1BC-8FB9359F2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C35E3E-46E6-89DC-6337-002B47F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718591-089F-AE35-BF6F-7708B6E1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1F7E3E-2FAD-3377-03FD-2E16DBEC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37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C5662-4383-89C5-97C3-AE1BE5B7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E43F2-D835-4DC9-87E0-17CA97F6C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13B977-31EB-FE00-92AE-3697E580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6BFB55-D182-74B3-FBDC-FE2A648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117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90ECD0-74A8-F9D4-A75A-B43E5C0D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146E16-41EB-213B-5018-3E35BAA3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3AE431-70CC-9EDC-8818-3DFDC9A5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67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C18C6-313C-919A-B697-9670A72F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743773-4F64-1A6B-65B5-69913A8A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0879A7-F4A9-8B5E-1B92-B23125346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2312EE-EB01-6CED-841E-3F0EC302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736635-CC6F-352D-F451-81984AFD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2FBDAD-125F-3349-9176-C3BA3A48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057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04C57-4818-E3ED-A6C5-F6F0DCD0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43AB964-318B-337F-60B7-2754720DA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3CB9B5-34A7-129B-0A31-F9DC3B03D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DAD8ED-BDBF-42F5-3B2F-ECB7B425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785FFD-59B6-BC64-E9D6-16052BBB7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F37ACC-A056-E9BB-5DDB-22ABA20B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514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D7602-9F2F-1A04-27ED-D6B40223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DF196E-F362-AF35-731F-E57B56CD5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5CE00D-068C-0663-07D0-D0E4009B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77BA55-9761-D08F-75E3-BA24412C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FF34F0-6499-4641-D773-47264DA0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90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877A66-C666-056F-960F-171BE0A21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474AEC-C427-4B7F-F962-BF90628D3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89CFCC-52A0-31C0-1287-C727C689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F7EDF1-917F-3E81-2797-81020FCF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80FEF-AB90-C357-A5A4-FB68CA8C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996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701C12-4015-F4A9-4662-8F064380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B8C966-0D4A-1CE4-B00F-6CA3BD54B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EE87F2-74FC-DEC5-0F78-BB780EF7B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C9EE7-8DDA-4DF6-924E-8E4896CBE84A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8A9CA-C692-6AA9-163F-9B8F7BAAE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231D6-70B1-65BF-A514-A6FF777CB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978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8F1672-0440-B1D6-E6A8-C47C4B16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414FD-45DC-17DC-4368-72E630A8D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98829"/>
            <a:ext cx="12192000" cy="7235729"/>
          </a:xfrm>
        </p:spPr>
        <p:txBody>
          <a:bodyPr>
            <a:noAutofit/>
          </a:bodyPr>
          <a:lstStyle/>
          <a:p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¿HAS HALLADO EN CRISTO 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PLENA SALVACIÓN?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¿POR LA SANGRE QUE 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CRISTO VERTIÓ?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 MANCHA LAVA DE 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 CORAZÓN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¿ERES LIMPIO EN LA 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SANGRE EFICAZ?</a:t>
            </a:r>
            <a:endParaRPr lang="es-CO" sz="6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914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D1877-9F49-312F-DF9F-A14CD7427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7DC57-A366-F84E-19E4-8CA64A629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133350"/>
            <a:ext cx="11372850" cy="6858000"/>
          </a:xfrm>
        </p:spPr>
        <p:txBody>
          <a:bodyPr>
            <a:noAutofit/>
          </a:bodyPr>
          <a:lstStyle/>
          <a:p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¿ERES LIMPIO EN LA 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SANGRE,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LA SANGRE DE 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CRISTO JESÚS?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¿ES TU CORAZÓN MÁS BLANCO QUE LA NIEVE?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¿ERES LIMPIO EN LA 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SANGRE EFICAZ?</a:t>
            </a:r>
            <a:endParaRPr lang="es-CO" sz="63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25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6D71EF-E38E-84F2-DFE7-DBBD10DCA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A5B178-141A-E853-CE20-2B68BB723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191503"/>
            <a:ext cx="11983453" cy="6858000"/>
          </a:xfrm>
        </p:spPr>
        <p:txBody>
          <a:bodyPr>
            <a:noAutofit/>
          </a:bodyPr>
          <a:lstStyle/>
          <a:p>
            <a: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¿VIVES SIEMPRE AL </a:t>
            </a:r>
            <a:b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LADO DE TU SALVADOR?</a:t>
            </a:r>
            <a:b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¿POR LA SANGRE QUE ÉL DERRAMÓ?</a:t>
            </a:r>
            <a:b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DEL PECADO ERES SIEMPRE VENCEDOR,</a:t>
            </a:r>
            <a:b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¿ERES LIMPIO EN LA SANGRE EFICAZ?</a:t>
            </a:r>
            <a:endParaRPr lang="es-CO" sz="64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535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3231E-3F64-1DFD-6F2F-0BAF1B43F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1AE01-C867-C600-E90E-DA2636881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" y="95250"/>
            <a:ext cx="11983453" cy="6858000"/>
          </a:xfrm>
        </p:spPr>
        <p:txBody>
          <a:bodyPr>
            <a:noAutofit/>
          </a:bodyPr>
          <a:lstStyle/>
          <a:p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¿TENDRÁS ROPAS BLANCAS AL VENIR JESÚS?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¿ERES LIMPIO EN LA FUENTE DE AMOR?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¿ESTÁS LISTO PARA LA MANSIÓN DE LUZ?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¿ERES LIMPIO EN LA 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SANGRE EFICAZ?</a:t>
            </a:r>
            <a:endParaRPr lang="es-CO" sz="63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897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D35D-DF00-13AB-7336-7A987C06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B3E3B-5763-48DD-3B12-DB0F31AFA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11015"/>
            <a:ext cx="12192000" cy="6858000"/>
          </a:xfrm>
        </p:spPr>
        <p:txBody>
          <a:bodyPr>
            <a:noAutofit/>
          </a:bodyPr>
          <a:lstStyle/>
          <a:p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//DEMOS GRACIAS AL SEÑOR</a:t>
            </a:r>
            <a:b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DEMOS GRACIAS</a:t>
            </a:r>
            <a:b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DEMOS GRACIAS AL SEÑOR//</a:t>
            </a:r>
            <a:endParaRPr lang="es-CO" sz="8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000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24F2FC-6C3C-ACC1-10CF-2F5A2003A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4073A7-1F0C-4129-FAEB-3F101A881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40676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 LAS MAÑANAS LAS 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AVES CANTAN LAS ALABANZAS AL CRISTO SALVADOR, Y TU HERMANO POR QUE NO CANTAS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LAS ALABANZAS A CRISTO 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SALVADOR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150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7CE9C-E612-ED6C-A592-F37F93FCE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E31177-BDDE-6148-6049-8B3786B91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6700"/>
            <a:ext cx="12192000" cy="6858000"/>
          </a:xfrm>
        </p:spPr>
        <p:txBody>
          <a:bodyPr>
            <a:noAutofit/>
          </a:bodyPr>
          <a:lstStyle/>
          <a:p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DONDE ESTÁ EL ESPÍRITU DE DIOS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HAY LIBERTAD, HAY LIBERTAD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DONDE ESTÁ EL ESPÍRITU DE DIOS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ALLÍ SIEMPRE HAY LIBERTAD</a:t>
            </a:r>
            <a:endParaRPr lang="es-CO" sz="63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265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60230-5F15-7178-A982-917E7935E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097A24-BAE8-AD89-8A6B-B54FDDA26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51448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//LIBERTAD, LIBERTAD//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DONDE ESTÁ EL ESPÍRITU DE DIOS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ALLÍ SIEMPRE HAY LIBERTAD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357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013EB-9FD4-2410-6563-C86DD33F0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20180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 HIRIÓ EL PECADO, FUI A JESÚS,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MOSTRELE MI DOLOR;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PERDIDO ERRANTE VI SU LUZ,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BENDÍJOME EN SU AMOR.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065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D35D-DF00-13AB-7336-7A987C06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B3E3B-5763-48DD-3B12-DB0F31AFA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6610"/>
            <a:ext cx="12192000" cy="6858000"/>
          </a:xfrm>
        </p:spPr>
        <p:txBody>
          <a:bodyPr>
            <a:noAutofit/>
          </a:bodyPr>
          <a:lstStyle/>
          <a:p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LA CRUZ, EN LA CRUZ,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 PRIMERO VI LA LUZ,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LAS MANCHAS DE MI ALMA YO LAVÉ.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FUE ALLÍ POR FE, DO VI A JESÚS,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SIEMPRE FELIZ CON ÉL SERÉ</a:t>
            </a:r>
          </a:p>
        </p:txBody>
      </p:sp>
    </p:spTree>
    <p:extLst>
      <p:ext uri="{BB962C8B-B14F-4D97-AF65-F5344CB8AC3E}">
        <p14:creationId xmlns:p14="http://schemas.microsoft.com/office/powerpoint/2010/main" val="1168704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1AA484-AF74-C06D-FBA5-D8BEA37D0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A94C1-585B-A718-13A9-2C1888F3C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46106"/>
            <a:ext cx="12192000" cy="6858000"/>
          </a:xfrm>
        </p:spPr>
        <p:txBody>
          <a:bodyPr>
            <a:noAutofit/>
          </a:bodyPr>
          <a:lstStyle/>
          <a:p>
            <a: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SOBRE UNA CRUZ, MI BUEN SEÑOR,</a:t>
            </a:r>
            <a:b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 SANGRE DERRAMÓ,</a:t>
            </a:r>
            <a:b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 ESTE POBRE PECADOR</a:t>
            </a:r>
            <a:b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QUIEN ASÍ SALVÓ.</a:t>
            </a:r>
          </a:p>
        </p:txBody>
      </p:sp>
    </p:spTree>
    <p:extLst>
      <p:ext uri="{BB962C8B-B14F-4D97-AF65-F5344CB8AC3E}">
        <p14:creationId xmlns:p14="http://schemas.microsoft.com/office/powerpoint/2010/main" val="3170786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97E5C-3CC2-D1F2-6930-5451F3A53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A563BE-F6B1-B47C-A314-A72C0ED12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74443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VENCIÓ LA MUERTE CON PODER,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AL CIELO SE EXALTÓ;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CONFIAR EN ÉL ES MI PLACER,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MORIR NO TEMO YO</a:t>
            </a:r>
          </a:p>
        </p:txBody>
      </p:sp>
    </p:spTree>
    <p:extLst>
      <p:ext uri="{BB962C8B-B14F-4D97-AF65-F5344CB8AC3E}">
        <p14:creationId xmlns:p14="http://schemas.microsoft.com/office/powerpoint/2010/main" val="1452613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6418FE-7C3B-D73F-5421-0795605F7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6A4F3-7B33-B946-7462-1764DDC147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04045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AUNQUE ÉL SE FUE  SOLO NO ESTOY,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MANDÓ AL CONSOLADOR,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DIVINO ESPÍRITU QUE HOY ME DA PERFECTO AMOR</a:t>
            </a:r>
          </a:p>
        </p:txBody>
      </p:sp>
    </p:spTree>
    <p:extLst>
      <p:ext uri="{BB962C8B-B14F-4D97-AF65-F5344CB8AC3E}">
        <p14:creationId xmlns:p14="http://schemas.microsoft.com/office/powerpoint/2010/main" val="1087801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5FA733-68F4-A05A-9787-DA86DBBD8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FA879-3117-1E5F-632F-E9969E396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HALLÉ UN BUEN AMIGO, MI AMADO SALVADOR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CONTARÉ LO QUE ÉL HA HECHO PARA MÍ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HALLÁNDOME PERDIDO E INDIGNO PECADOR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 SALVÓ, Y YA ME GUARDA PARA SÍ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483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50456E-6E80-6DB9-DE81-F0BE9F896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13B3E-36ED-9B00-E769-DE4702C54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 SALVA DEL PECADO, ME GUARDA DE SATÁN</a:t>
            </a:r>
            <a:b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PROMETE ESTAR CONMIGO HASTA EL FIN ¡ALELUYA!</a:t>
            </a:r>
            <a:b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ÉL CONSUELA MI TRISTEZA, ME QUITA TODO AFÁN</a:t>
            </a:r>
            <a:b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GRANDES COSAS CRISTO HA HECHO PARA MÍ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683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0E1E54-5734-F0AA-7C88-CDBBC2C53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361CA-AA85-A97D-8CBB-1C181A890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JESÚS JAMÁS ME FALTA, JAMÁS ME DEJARÁ</a:t>
            </a:r>
            <a:b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 MI FUERTE Y PODEROSO PROTECTOR</a:t>
            </a:r>
            <a:b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 MUNDO ME SEPARO Y </a:t>
            </a:r>
            <a:b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LA VANIDAD</a:t>
            </a:r>
            <a:b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CONSAGRAR MI </a:t>
            </a:r>
            <a:b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VIDA A MI SEÑOR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263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5A2D46-8345-770D-8A5F-89A6B9DF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1112F-CBE4-B032-1060-67670446A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 EL MUNDO ME PERSIGUE, SI SUFRO TENTACIÓN</a:t>
            </a:r>
            <a:b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CONFIADO EN CRISTO </a:t>
            </a:r>
            <a:r>
              <a:rPr lang="es-ES" b="1" dirty="0">
                <a:solidFill>
                  <a:srgbClr val="E0E0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PUEDO RESISTIR ¡ALELUYA!</a:t>
            </a:r>
            <a:b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VICTORIA ME ES SEGURA Y ELEVO MI CANCIÓN</a:t>
            </a:r>
            <a:b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GRANDES COSAS CRISTO HA HECHO PARA MÍ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886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0B03D2-4E04-6C8A-BB8F-8DA1E9FA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A8B22-BD55-0C6B-671E-F57B80CE2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HAY PODER, PODER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SIN IGUAL PODER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JESÚS,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QUIEN MURIÓ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HAY PODER, PODER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SIN IGUAL PODER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LA SANGRE QUE ÉL VERTIÓ</a:t>
            </a:r>
            <a:endParaRPr lang="es-CO" sz="6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735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23BC5-30BF-FB24-FA38-B4BB54C55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9AE6D-AF2A-8DF4-770A-885F76DCA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¿QUIERES SER SALVO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TODA MALDAD?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TAN SOLO HAY PODER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MI JESÚS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¿QUIERES VIVIR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GOZAR SANTIDAD?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TAN SOLO HAY PODER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JESÚS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358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1F8D86-CC95-278B-ECB3-F8FFF1A0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58D5E-B65B-0EC2-79E1-B7C159C48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¿QUIERES SER LIBRE DE ORGULLO Y PASIÓN?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TAN SOLO HAY PODER EN MI JESÚS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¿QUIERES VENCER TODA CRUEL TENTACIÓN?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TAN SOLO HAY PODER EN JESÚS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271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5383A-7D45-92D5-8543-BDD2B86D6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E10BE5-548C-F792-81C1-D162F545E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//ERES SEÑOR, VENCEDOR, </a:t>
            </a:r>
            <a:b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INVENCIBLE</a:t>
            </a:r>
            <a:b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ERES CAMPEÓN, GANADOR </a:t>
            </a:r>
            <a:b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BATALLA</a:t>
            </a:r>
            <a:b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ERES MI REY Y MI DIOS</a:t>
            </a:r>
            <a:b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QUE CUIDA A SU PUEBLO//</a:t>
            </a:r>
            <a:endParaRPr lang="es-CO" sz="6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412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E0C6B-2790-4358-41ED-577777E54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D0A08-1710-C079-28F3-5BFE1A9A4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28600"/>
            <a:ext cx="12192000" cy="6858000"/>
          </a:xfrm>
        </p:spPr>
        <p:txBody>
          <a:bodyPr>
            <a:noAutofit/>
          </a:bodyPr>
          <a:lstStyle/>
          <a:p>
            <a: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 ESO YO TE CANTO </a:t>
            </a:r>
            <a:b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TE ALABO</a:t>
            </a:r>
            <a:b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PORQUE SÉ QUE ME </a:t>
            </a:r>
            <a:b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PROTEGES PORQUE ESTOY </a:t>
            </a:r>
            <a:b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TU LADO POR ESO YO </a:t>
            </a:r>
            <a:b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 CANTO Y TE ADORO</a:t>
            </a:r>
            <a:b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PORQUE SÉ QUE NUNCA JAMÁS ME DEJARÁS DESAMPARADO</a:t>
            </a: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615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1BAD0D-8860-4BB7-864E-6414FC074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3AC70F8A-E24E-7B43-E3E5-87B1BEDC1998}"/>
              </a:ext>
            </a:extLst>
          </p:cNvPr>
          <p:cNvSpPr txBox="1"/>
          <p:nvPr/>
        </p:nvSpPr>
        <p:spPr>
          <a:xfrm>
            <a:off x="0" y="1066264"/>
            <a:ext cx="12192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///CRISTO ROMPE LAS CADENAS/// Y NOS DA SEGURIDAD</a:t>
            </a:r>
          </a:p>
        </p:txBody>
      </p:sp>
    </p:spTree>
    <p:extLst>
      <p:ext uri="{BB962C8B-B14F-4D97-AF65-F5344CB8AC3E}">
        <p14:creationId xmlns:p14="http://schemas.microsoft.com/office/powerpoint/2010/main" val="158664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148B2-9E98-3E36-1BC8-4280543AA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C8F72-FF0B-A84E-ABCC-9B375BCA1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94711"/>
            <a:ext cx="12192000" cy="6858000"/>
          </a:xfrm>
        </p:spPr>
        <p:txBody>
          <a:bodyPr>
            <a:noAutofit/>
          </a:bodyPr>
          <a:lstStyle/>
          <a:p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7A49033-D9A3-B528-975C-42A20C13683D}"/>
              </a:ext>
            </a:extLst>
          </p:cNvPr>
          <p:cNvSpPr txBox="1"/>
          <p:nvPr/>
        </p:nvSpPr>
        <p:spPr>
          <a:xfrm>
            <a:off x="0" y="-171986"/>
            <a:ext cx="1219200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COMO ES POSIBLE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YO VIVIR SIN MI JESUS,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 EL FUNDAMENTO DE MI VIDA ERES TU.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TÚ ME LIBRASTE DEL PECADO Y DE LA MUERTE,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COMO ES POSIBLE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YO VIVIR SIN TI SEÑOR.</a:t>
            </a:r>
          </a:p>
        </p:txBody>
      </p:sp>
    </p:spTree>
    <p:extLst>
      <p:ext uri="{BB962C8B-B14F-4D97-AF65-F5344CB8AC3E}">
        <p14:creationId xmlns:p14="http://schemas.microsoft.com/office/powerpoint/2010/main" val="17385550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C49BD-4ED7-7072-1203-C33EAC27A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7D59C-F636-B9DF-AE49-426FCCAC5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3350" y="152400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////GRACIAS CRISTO////</a:t>
            </a:r>
            <a:br>
              <a:rPr lang="es-ES" sz="72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72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LEVANTEMOS NUESTRAS MANOS EN SEÑAL DE GRATITUD</a:t>
            </a:r>
            <a:br>
              <a:rPr lang="es-ES" sz="72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GRACIAS CRISTO, GRACIAS CRISTO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87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3C4CB9-1BC7-D1D9-4A09-853B13F17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7DD4B-59C3-8032-6730-4EBC4E838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3350" y="152400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////SANTO ESPÍRITU////</a:t>
            </a:r>
            <a:br>
              <a:rPr lang="es-ES" sz="72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72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LEVANTEMOS NUESTRAS MANOS EN SEÑAL DE GRATITUD</a:t>
            </a:r>
            <a:br>
              <a:rPr lang="es-ES" sz="72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GRACIAS CRISTO, GRACIAS CRISTO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3083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59BB0-2C49-A308-31DF-4C02CFD1D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D98384-963D-A312-E9D4-CD6655DE9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38150"/>
            <a:ext cx="12192000" cy="6858000"/>
          </a:xfrm>
        </p:spPr>
        <p:txBody>
          <a:bodyPr>
            <a:noAutofit/>
          </a:bodyPr>
          <a:lstStyle/>
          <a:p>
            <a:r>
              <a:rPr lang="es-ES" sz="85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SANTO ESPÍRITU, SANTO ESPÍRITU</a:t>
            </a:r>
            <a:br>
              <a:rPr lang="es-ES" sz="85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5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LLENA NUESTROS CORAZONES SANTO ESPÍRITU DE DIOS</a:t>
            </a:r>
            <a:endParaRPr lang="es-CO" sz="85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9113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785</Words>
  <Application>Microsoft Office PowerPoint</Application>
  <PresentationFormat>Panorámica</PresentationFormat>
  <Paragraphs>36</Paragraphs>
  <Slides>27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Tema de Office</vt:lpstr>
      <vt:lpstr>¿HAS HALLADO EN CRISTO  PLENA SALVACIÓN? ¿POR LA SANGRE QUE  CRISTO VERTIÓ? TODA MANCHA LAVA DE  TU CORAZÓN ¿ERES LIMPIO EN LA  SANGRE EFICAZ?</vt:lpstr>
      <vt:lpstr>¿ERES LIMPIO EN LA  SANGRE, EN LA SANGRE DE  CRISTO JESÚS? ¿ES TU CORAZÓN MÁS BLANCO QUE LA NIEVE? ¿ERES LIMPIO EN LA  SANGRE EFICAZ?</vt:lpstr>
      <vt:lpstr>¿VIVES SIEMPRE AL  LADO DE TU SALVADOR? ¿POR LA SANGRE QUE ÉL DERRAMÓ? DEL PECADO ERES SIEMPRE VENCEDOR, ¿ERES LIMPIO EN LA SANGRE EFICAZ?</vt:lpstr>
      <vt:lpstr>¿TENDRÁS ROPAS BLANCAS AL VENIR JESÚS? ¿ERES LIMPIO EN LA FUENTE DE AMOR? ¿ESTÁS LISTO PARA LA MANSIÓN DE LUZ? ¿ERES LIMPIO EN LA  SANGRE EFICAZ?</vt:lpstr>
      <vt:lpstr>//DEMOS GRACIAS AL SEÑOR DEMOS GRACIAS DEMOS GRACIAS AL SEÑOR//</vt:lpstr>
      <vt:lpstr>POR LAS MAÑANAS LAS  AVES CANTAN LAS ALABANZAS AL CRISTO SALVADOR, Y TU HERMANO POR QUE NO CANTAS LAS ALABANZAS A CRISTO  EL SALVADOR</vt:lpstr>
      <vt:lpstr>DONDE ESTÁ EL ESPÍRITU DE DIOS HAY LIBERTAD, HAY LIBERTAD DONDE ESTÁ EL ESPÍRITU DE DIOS ALLÍ SIEMPRE HAY LIBERTAD</vt:lpstr>
      <vt:lpstr>//LIBERTAD, LIBERTAD// DONDE ESTÁ EL ESPÍRITU DE DIOS ALLÍ SIEMPRE HAY LIBERTAD</vt:lpstr>
      <vt:lpstr>ME HIRIÓ EL PECADO, FUI A JESÚS, MOSTRELE MI DOLOR; PERDIDO ERRANTE VI SU LUZ, BENDÍJOME EN SU AMOR.</vt:lpstr>
      <vt:lpstr>EN LA CRUZ, EN LA CRUZ, DO PRIMERO VI LA LUZ, Y LAS MANCHAS DE MI ALMA YO LAVÉ. FUE ALLÍ POR FE, DO VI A JESÚS, Y SIEMPRE FELIZ CON ÉL SERÉ</vt:lpstr>
      <vt:lpstr>SOBRE UNA CRUZ, MI BUEN SEÑOR, SU SANGRE DERRAMÓ, POR ESTE POBRE PECADOR A QUIEN ASÍ SALVÓ.</vt:lpstr>
      <vt:lpstr>VENCIÓ LA MUERTE CON PODER, Y AL CIELO SE EXALTÓ; CONFIAR EN ÉL ES MI PLACER, MORIR NO TEMO YO</vt:lpstr>
      <vt:lpstr>AUNQUE ÉL SE FUE  SOLO NO ESTOY, MANDÓ AL CONSOLADOR, DIVINO ESPÍRITU QUE HOY ME DA PERFECTO AMOR</vt:lpstr>
      <vt:lpstr>HALLÉ UN BUEN AMIGO, MI AMADO SALVADOR CONTARÉ LO QUE ÉL HA HECHO PARA MÍ HALLÁNDOME PERDIDO E INDIGNO PECADOR ME SALVÓ, Y YA ME GUARDA PARA SÍ</vt:lpstr>
      <vt:lpstr>ME SALVA DEL PECADO, ME GUARDA DE SATÁN PROMETE ESTAR CONMIGO HASTA EL FIN ¡ALELUYA! ÉL CONSUELA MI TRISTEZA, ME QUITA TODO AFÁN GRANDES COSAS CRISTO HA HECHO PARA MÍ</vt:lpstr>
      <vt:lpstr>JESÚS JAMÁS ME FALTA, JAMÁS ME DEJARÁ ES MI FUERTE Y PODEROSO PROTECTOR DEL MUNDO ME SEPARO Y  DE LA VANIDAD PARA CONSAGRAR MI  VIDA A MI SEÑOR</vt:lpstr>
      <vt:lpstr>SI EL MUNDO ME PERSIGUE, SI SUFRO TENTACIÓN CONFIADO EN CRISTO PUEDO RESISTIR ¡ALELUYA! LA VICTORIA ME ES SEGURA Y ELEVO MI CANCIÓN GRANDES COSAS CRISTO HA HECHO PARA MÍ</vt:lpstr>
      <vt:lpstr>HAY PODER, PODER SIN IGUAL PODER EN JESÚS, QUIEN MURIÓ HAY PODER, PODER SIN IGUAL PODER EN LA SANGRE QUE ÉL VERTIÓ</vt:lpstr>
      <vt:lpstr>¿QUIERES SER SALVO DE TODA MALDAD? TAN SOLO HAY PODER EN MI JESÚS ¿QUIERES VIVIR Y GOZAR SANTIDAD? TAN SOLO HAY PODER EN JESÚS</vt:lpstr>
      <vt:lpstr>¿QUIERES SER LIBRE DE ORGULLO Y PASIÓN? TAN SOLO HAY PODER EN MI JESÚS ¿QUIERES VENCER TODA CRUEL TENTACIÓN? TAN SOLO HAY PODER EN JESÚS</vt:lpstr>
      <vt:lpstr>//ERES SEÑOR, VENCEDOR,  EL INVENCIBLE ERES CAMPEÓN, GANADOR  EN BATALLA ERES MI REY Y MI DIOS EL QUE CUIDA A SU PUEBLO//</vt:lpstr>
      <vt:lpstr>POR ESO YO TE CANTO  Y TE ALABO PORQUE SÉ QUE ME  PROTEGES PORQUE ESTOY  DE TU LADO POR ESO YO  TE CANTO Y TE ADORO PORQUE SÉ QUE NUNCA JAMÁS ME DEJARÁS DESAMPARADO</vt:lpstr>
      <vt:lpstr>Presentación de PowerPoint</vt:lpstr>
      <vt:lpstr> </vt:lpstr>
      <vt:lpstr>////GRACIAS CRISTO////  LEVANTEMOS NUESTRAS MANOS EN SEÑAL DE GRATITUD GRACIAS CRISTO, GRACIAS CRISTO</vt:lpstr>
      <vt:lpstr>////SANTO ESPÍRITU////  LEVANTEMOS NUESTRAS MANOS EN SEÑAL DE GRATITUD GRACIAS CRISTO, GRACIAS CRISTO</vt:lpstr>
      <vt:lpstr>SANTO ESPÍRITU, SANTO ESPÍRITU LLENA NUESTROS CORAZONES SANTO ESPÍRITU DE DIOS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Windows</dc:creator>
  <cp:lastModifiedBy>Andrés Windows</cp:lastModifiedBy>
  <cp:revision>5</cp:revision>
  <dcterms:created xsi:type="dcterms:W3CDTF">2024-11-24T01:13:55Z</dcterms:created>
  <dcterms:modified xsi:type="dcterms:W3CDTF">2026-06-28T03:17:30Z</dcterms:modified>
</cp:coreProperties>
</file>