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86" r:id="rId4"/>
    <p:sldId id="272" r:id="rId5"/>
    <p:sldId id="289" r:id="rId6"/>
    <p:sldId id="290" r:id="rId7"/>
    <p:sldId id="269" r:id="rId8"/>
    <p:sldId id="303" r:id="rId9"/>
    <p:sldId id="304" r:id="rId10"/>
    <p:sldId id="305" r:id="rId11"/>
    <p:sldId id="306" r:id="rId12"/>
    <p:sldId id="307" r:id="rId13"/>
    <p:sldId id="265" r:id="rId14"/>
    <p:sldId id="266" r:id="rId15"/>
    <p:sldId id="268" r:id="rId16"/>
    <p:sldId id="275" r:id="rId17"/>
    <p:sldId id="291" r:id="rId18"/>
    <p:sldId id="283" r:id="rId19"/>
    <p:sldId id="293" r:id="rId20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53" autoAdjust="0"/>
    <p:restoredTop sz="94660"/>
  </p:normalViewPr>
  <p:slideViewPr>
    <p:cSldViewPr snapToGrid="0">
      <p:cViewPr>
        <p:scale>
          <a:sx n="50" d="100"/>
          <a:sy n="50" d="100"/>
        </p:scale>
        <p:origin x="1506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063325-4C64-448E-A5BA-D48D8B9DC1B5}" type="datetimeFigureOut">
              <a:rPr lang="es-CO" smtClean="0"/>
              <a:t>11/01/2025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4C3626-AB6A-407A-8AF3-A89C0F69E74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55212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BD4EC-7702-0AAD-D05E-D6D07C77C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FE3788A-98FB-4414-B6EF-13A2DC6D12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D4C312F-5910-8ED4-F75D-75E6B37F86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E1D6CFC-B776-A780-7856-AD4A91FF22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4C3626-AB6A-407A-8AF3-A89C0F69E745}" type="slidenum">
              <a:rPr lang="es-CO" smtClean="0"/>
              <a:t>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567226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22321-F3B3-EEC3-8676-628FE5033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AF6425-A770-4633-7CF4-21EE046177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FD61709-E1A3-08DB-22B1-FE068FF38B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411A259-F781-638E-5685-1BAA081AC8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4C3626-AB6A-407A-8AF3-A89C0F69E745}" type="slidenum">
              <a:rPr lang="es-CO" smtClean="0"/>
              <a:t>10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418146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65393-AA13-72CD-67C2-4DE598168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7EE79DE-7DC8-BE86-CEE3-7A0D31F412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58D3DB1-86E1-4D31-6CF1-39901F655A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B300C00-8177-8415-07AA-614243E60F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4C3626-AB6A-407A-8AF3-A89C0F69E745}" type="slidenum">
              <a:rPr lang="es-CO" smtClean="0"/>
              <a:t>11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018147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027A-A32B-B0FB-DE37-0883B8F65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4AFD760-078F-08BB-3382-A24A95B1AB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E8FEB6B-6A03-8FDD-AA9F-1F82197F6C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A50DAB4-DFF9-8D1A-B215-81CF3EB582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4C3626-AB6A-407A-8AF3-A89C0F69E745}" type="slidenum">
              <a:rPr lang="es-CO" smtClean="0"/>
              <a:t>12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33551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C130C0-D651-6B83-E53B-3EA1EDAF61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DEBF0A-3593-6B33-406E-71647DAF63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6375EA-22B4-4CAE-AB3F-67A0997F9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11/01/2025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236B72-5818-6E81-A4D4-89F55276D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E88D5C-FE2D-1E1D-0A89-AC302CA0D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0289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E38C44-7538-3B3F-C8CE-3CF1EC13F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BF0C69-9AEE-5328-B74B-F510E65B5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F23A08A-C123-6CBB-923A-605E325EA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11/01/2025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4E9F9A-8C7D-A76B-7DA4-0C4447E0D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0BCC67-3FEA-3210-EAD5-C4D54680F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15725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6FEAF8-FBF5-0B7B-3CB1-04ED2856D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8D53291-CD5B-E8FC-B4EB-A51CA0764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876001-7210-F0CD-8DC2-346881245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11/01/2025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B39AE81-9B61-F390-7AB9-C51552454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F9F872-6CDB-5F50-3F76-19DFFE0CE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62195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119EA4-9EDC-F471-2250-55E2BD831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B67AAD-DB38-7645-E0AD-92CA2EE209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32FFB3D-DDDB-C10B-A5A7-989218522B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88ED495-FD3F-1338-9D71-3AB9D839A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11/01/2025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61F70FE-7A38-4640-348E-B59F55FD0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331FEDF-0F3B-0E0F-9AF1-3C004D565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03881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7FC605-565A-6C8C-930D-F5E5586B0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EDD4D3-FEE7-30A2-EC51-0C12856B8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DE4A01-363B-EB04-B4A7-5915734307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69A3DDE-B39E-3E46-C758-3E410AEDF7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F10ADD7-383E-B199-F1BC-8FB9359F26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5C35E3E-46E6-89DC-6337-002B47FE6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11/01/2025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6718591-089F-AE35-BF6F-7708B6E16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01F7E3E-2FAD-3377-03FD-2E16DBEC0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33718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FC5662-4383-89C5-97C3-AE1BE5B7B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20E43F2-D835-4DC9-87E0-17CA97F6C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11/01/2025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C13B977-31EB-FE00-92AE-3697E5808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C6BFB55-D182-74B3-FBDC-FE2A64860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81179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990ECD0-74A8-F9D4-A75A-B43E5C0DF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11/01/2025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1146E16-41EB-213B-5018-3E35BAA35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A3AE431-70CC-9EDC-8818-3DFDC9A5A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47670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AC18C6-313C-919A-B697-9670A72F2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743773-4F64-1A6B-65B5-69913A8A8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40879A7-F4A9-8B5E-1B92-B231253465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C2312EE-EB01-6CED-841E-3F0EC302A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11/01/2025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5736635-CC6F-352D-F451-81984AFDE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F2FBDAD-125F-3349-9176-C3BA3A489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30575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804C57-4818-E3ED-A6C5-F6F0DCD01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43AB964-318B-337F-60B7-2754720DAE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93CB9B5-34A7-129B-0A31-F9DC3B03D5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DAD8ED-BDBF-42F5-3B2F-ECB7B425C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11/01/2025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3785FFD-59B6-BC64-E9D6-16052BBB7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F37ACC-A056-E9BB-5DDB-22ABA20B2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45149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CD7602-9F2F-1A04-27ED-D6B402238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1DF196E-F362-AF35-731F-E57B56CD5B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5CE00D-068C-0663-07D0-D0E4009B7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11/01/2025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77BA55-9761-D08F-75E3-BA24412C0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EFF34F0-6499-4641-D773-47264DA08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76909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C877A66-C666-056F-960F-171BE0A217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9474AEC-C427-4B7F-F962-BF90628D3B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89CFCC-52A0-31C0-1287-C727C6890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11/01/2025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7F7EDF1-917F-3E81-2797-81020FCFB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880FEF-AB90-C357-A5A4-FB68CA8CA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39960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F701C12-4015-F4A9-4662-8F064380B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B8C966-0D4A-1CE4-B00F-6CA3BD54B6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5EE87F2-74FC-DEC5-0F78-BB780EF7B5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5C9EE7-8DDA-4DF6-924E-8E4896CBE84A}" type="datetimeFigureOut">
              <a:rPr lang="es-CO" smtClean="0"/>
              <a:t>11/01/2025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38A9CA-C692-6AA9-163F-9B8F7BAAEA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C231D6-70B1-65BF-A514-A6FF777CBD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19786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2013EB-9FD4-2410-6563-C86DD33F0E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11834" y="-307638"/>
            <a:ext cx="12815668" cy="6858000"/>
          </a:xfrm>
        </p:spPr>
        <p:txBody>
          <a:bodyPr>
            <a:noAutofit/>
          </a:bodyPr>
          <a:lstStyle/>
          <a:p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/VAMOS ESCALANDO PELDAÑOS,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VAMOS LLEVANDO ESTA CRUZ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PROSIGO EL CAMINO ANGOSTO,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 CRISTO MUCHO MEJOR/</a:t>
            </a:r>
            <a:endParaRPr lang="es-CO" sz="6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8065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5CD35D-DF00-13AB-7336-7A987C06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2B3E3B-5763-48DD-3B12-DB0F31AFA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//YA VIENE LA RECOMPENSA,</a:t>
            </a:r>
            <a:b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YA NO VOY A LLORAR,</a:t>
            </a:r>
            <a:r>
              <a:rPr lang="es-ES" sz="7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TENGO A CRISTO EN MI VIDA</a:t>
            </a:r>
            <a:b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 POR ESO PUEDO ESCALAR//.</a:t>
            </a:r>
          </a:p>
        </p:txBody>
      </p:sp>
    </p:spTree>
    <p:extLst>
      <p:ext uri="{BB962C8B-B14F-4D97-AF65-F5344CB8AC3E}">
        <p14:creationId xmlns:p14="http://schemas.microsoft.com/office/powerpoint/2010/main" val="1218000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1AA484-AF74-C06D-FBA5-D8BEA37D0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1A94C1-585B-A718-13A9-2C1888F3C6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708813"/>
            <a:ext cx="12192000" cy="6858000"/>
          </a:xfrm>
        </p:spPr>
        <p:txBody>
          <a:bodyPr>
            <a:noAutofit/>
          </a:bodyPr>
          <a:lstStyle/>
          <a:p>
            <a:r>
              <a:rPr lang="es-ES" sz="6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//A VECES ME SIENTO DÉBIL,</a:t>
            </a:r>
            <a:br>
              <a:rPr lang="es-ES" sz="6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YA NO PUEDO ESCALAR,</a:t>
            </a:r>
            <a:br>
              <a:rPr lang="es-ES" sz="6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LEVANTO MIS MANOS AL CIELO</a:t>
            </a:r>
            <a:br>
              <a:rPr lang="es-ES" sz="6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 CRISTO FUERZAS ME DA//.</a:t>
            </a:r>
          </a:p>
        </p:txBody>
      </p:sp>
    </p:spTree>
    <p:extLst>
      <p:ext uri="{BB962C8B-B14F-4D97-AF65-F5344CB8AC3E}">
        <p14:creationId xmlns:p14="http://schemas.microsoft.com/office/powerpoint/2010/main" val="3170786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8F1672-0440-B1D6-E6A8-C47C4B163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1414FD-45DC-17DC-4368-72E630A8D0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497305"/>
            <a:ext cx="11983453" cy="6858000"/>
          </a:xfrm>
        </p:spPr>
        <p:txBody>
          <a:bodyPr>
            <a:noAutofit/>
          </a:bodyPr>
          <a:lstStyle/>
          <a:p>
            <a:r>
              <a:rPr lang="es-ES" sz="7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 CADA DÍA ME SIENTO MÁS ALEGRE,</a:t>
            </a:r>
            <a:br>
              <a:rPr lang="es-ES" sz="7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AUNQUE TENGA QUE CRUZAR MONTES Y VALLES //</a:t>
            </a:r>
            <a:endParaRPr lang="es-CO" sz="78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7914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CD1877-9F49-312F-DF9F-A14CD7427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07DC57-A366-F84E-19E4-8CA64A629F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593558"/>
            <a:ext cx="11983453" cy="6858000"/>
          </a:xfrm>
        </p:spPr>
        <p:txBody>
          <a:bodyPr>
            <a:noAutofit/>
          </a:bodyPr>
          <a:lstStyle/>
          <a:p>
            <a:r>
              <a:rPr lang="es-ES" sz="7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//PORQUE YO SÉ QUE MI SEÑOR HA PROMETIDO,</a:t>
            </a:r>
            <a:br>
              <a:rPr lang="es-ES" sz="7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ESTAR CONMIGO Y NO DEJARME DESMAYAR//</a:t>
            </a:r>
            <a:endParaRPr lang="es-CO" sz="78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4251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6D71EF-E38E-84F2-DFE7-DBBD10DCA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A5B178-141A-E853-CE20-2B68BB7237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73" y="-513347"/>
            <a:ext cx="11983453" cy="6858000"/>
          </a:xfrm>
        </p:spPr>
        <p:txBody>
          <a:bodyPr>
            <a:noAutofit/>
          </a:bodyPr>
          <a:lstStyle/>
          <a:p>
            <a:r>
              <a:rPr lang="es-ES" sz="7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 YO NO ESTOY SOLO NO, OIGO AL SEÑOR DECIR: SI ME ERES FIEL ESTARÉ CONTIGO HASTA EL FIN //</a:t>
            </a:r>
            <a:endParaRPr lang="es-CO" sz="78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1535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FBD454-F13E-B5AB-D3A6-233EE4C83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12F324-4C24-D8FB-4C9F-79F444368A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465221"/>
            <a:ext cx="12192000" cy="6858000"/>
          </a:xfrm>
        </p:spPr>
        <p:txBody>
          <a:bodyPr>
            <a:noAutofit/>
          </a:bodyPr>
          <a:lstStyle/>
          <a:p>
            <a:r>
              <a:rPr lang="es-ES" sz="7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TE EXALTARÉ, MI DIOS, MI REY</a:t>
            </a:r>
            <a:br>
              <a:rPr lang="es-ES" sz="7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BENDECIRÉ TU NOMBRE</a:t>
            </a:r>
            <a:br>
              <a:rPr lang="es-ES" sz="7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ETERNAMENTE Y PARA SIEMPRE,</a:t>
            </a:r>
            <a:br>
              <a:rPr lang="es-ES" sz="7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CADA DÍA TE BENDECIRÉ</a:t>
            </a:r>
            <a:endParaRPr lang="es-CO" sz="71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0559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80E139-0F9F-49F8-FC05-113E5241B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AC81B-EB81-CFE2-8C59-FBA2AC1630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421" y="-192505"/>
            <a:ext cx="12031579" cy="6858000"/>
          </a:xfrm>
        </p:spPr>
        <p:txBody>
          <a:bodyPr>
            <a:noAutofit/>
          </a:bodyPr>
          <a:lstStyle/>
          <a:p>
            <a:r>
              <a:rPr lang="es-ES" sz="5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ALABARÉ TU NOMBRE</a:t>
            </a:r>
            <a:br>
              <a:rPr lang="es-ES" sz="5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ETERNAMENTE Y PARA SIEMPRE,</a:t>
            </a:r>
            <a:br>
              <a:rPr lang="es-ES" sz="5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GRANDE ES JEHOVÁ</a:t>
            </a:r>
            <a:br>
              <a:rPr lang="es-ES" sz="5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DIGNO DE SUPREMA ALABANZA,</a:t>
            </a:r>
            <a:br>
              <a:rPr lang="es-ES" sz="5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SU GRANDEZA ES INESCRUTABLE,</a:t>
            </a:r>
            <a:br>
              <a:rPr lang="es-ES" sz="5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CADA DÍA TE BENDECIRÉ</a:t>
            </a:r>
            <a:endParaRPr lang="es-CO" sz="56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4441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B5C402-25DD-0679-9141-D0E73436A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F3EB85-B86E-E4EF-4186-BFC139CB7E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60421"/>
            <a:ext cx="12192000" cy="6858000"/>
          </a:xfrm>
        </p:spPr>
        <p:txBody>
          <a:bodyPr>
            <a:noAutofit/>
          </a:bodyPr>
          <a:lstStyle/>
          <a:p>
            <a:r>
              <a:rPr lang="es-ES" sz="8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//CUANDO EL SEÑOR HICIERE VOLVER LA CAUTIVIDAD</a:t>
            </a:r>
            <a:br>
              <a:rPr lang="es-ES" sz="8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SEREMOS COMO LOS QUE SUEÑAN//</a:t>
            </a:r>
            <a:endParaRPr lang="es-CO" sz="88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3351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325530-33AF-72AA-F695-AE5F6F6AE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1FD383-2268-0B02-4978-6509D60504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304294" cy="6858000"/>
          </a:xfrm>
        </p:spPr>
        <p:txBody>
          <a:bodyPr>
            <a:noAutofit/>
          </a:bodyPr>
          <a:lstStyle/>
          <a:p>
            <a:r>
              <a:rPr lang="es-ES" sz="7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</a:t>
            </a:r>
            <a: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MI BOCA LLENARÁ DE RISA</a:t>
            </a:r>
            <a:b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MIS LABIOS DE ALABANZA</a:t>
            </a:r>
            <a:b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ENTONCES DIRÁN LAS NACIONES:</a:t>
            </a:r>
            <a:b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GRANDES COSAS HA HECHO EL SEÑOR//</a:t>
            </a:r>
            <a:endParaRPr lang="es-CO" sz="70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8631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7DF6D1-F991-0D52-9896-47477AAFB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15430D-C24B-AE84-146B-F9532ED48C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28336"/>
            <a:ext cx="12192001" cy="6858000"/>
          </a:xfrm>
        </p:spPr>
        <p:txBody>
          <a:bodyPr>
            <a:noAutofit/>
          </a:bodyPr>
          <a:lstStyle/>
          <a:p>
            <a:r>
              <a:rPr lang="es-ES" sz="7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//ME GOZARÉ, ME GOZARÉ</a:t>
            </a:r>
            <a:br>
              <a:rPr lang="es-ES" sz="7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ME GOZARÉ, ME GOZARÉ EN JEHOVÁ</a:t>
            </a:r>
            <a:br>
              <a:rPr lang="es-ES" sz="7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PUES SE HA LLEVADO TODO MI DOLOR</a:t>
            </a:r>
            <a:br>
              <a:rPr lang="es-ES" sz="7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ME HA HECHO LIBRE//</a:t>
            </a:r>
            <a:endParaRPr lang="es-CO" sz="73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22460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2BA28B-07FC-A39F-69E2-B3D5F2C8E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DF371B-AD00-1C82-267A-2B01F0EC6F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1" cy="6858000"/>
          </a:xfrm>
        </p:spPr>
        <p:txBody>
          <a:bodyPr>
            <a:noAutofit/>
          </a:bodyPr>
          <a:lstStyle/>
          <a:p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ASÍ COMO DAVID CANTABA</a:t>
            </a:r>
            <a:b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ASÍ COMO DAVID DANZABA</a:t>
            </a:r>
            <a:b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ASÍ COMO DAVID FLUÍA EN SU PRESENCIA</a:t>
            </a:r>
            <a:endParaRPr lang="es-CO" sz="80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15432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2031E6-7B0D-B8B0-3F44-2C818EE42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D207D7-E09F-C3E2-1C18-994DFC6922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r>
              <a:rPr lang="es-ES" sz="7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ERES SEÑOR, VENCEDOR, EL INVENCIBLE</a:t>
            </a:r>
            <a:br>
              <a:rPr lang="es-ES" sz="7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ERES CAMPEÓN, GANADOR EN BATALLA</a:t>
            </a:r>
            <a:br>
              <a:rPr lang="es-ES" sz="7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ERES MI REY Y MI DIOS</a:t>
            </a:r>
            <a:br>
              <a:rPr lang="es-ES" sz="7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EL QUE CUIDA A SU PUEBLO</a:t>
            </a:r>
            <a:endParaRPr lang="es-CO" sz="70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01811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DFD1E0-9A8C-24C8-0EA4-5F07EF341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B3131B-641F-8714-8A55-17D8058D6E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73" y="-128337"/>
            <a:ext cx="11983453" cy="6858000"/>
          </a:xfrm>
        </p:spPr>
        <p:txBody>
          <a:bodyPr>
            <a:noAutofit/>
          </a:bodyPr>
          <a:lstStyle/>
          <a:p>
            <a:r>
              <a:rPr lang="es-ES" sz="5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POR ESO YO TE CANTO Y TE ALABO</a:t>
            </a:r>
            <a:br>
              <a:rPr lang="es-ES" sz="5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PORQUE SÉ QUE ME PROTEGES PORQUE ESTOY DE TU LADO</a:t>
            </a:r>
            <a:br>
              <a:rPr lang="es-ES" sz="5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POR ESO YO TE CANTO Y TE ADORO</a:t>
            </a:r>
            <a:br>
              <a:rPr lang="es-ES" sz="5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PORQUE SÉ QUE NUNCA JAMÁS ME DEJARÁS DESAMPARADO</a:t>
            </a:r>
            <a:endParaRPr lang="es-CO" sz="58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30195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7CB10F-901A-3B06-18A8-E02ED3763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D97892-FABC-BE78-5D7A-C43E535CFA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93561"/>
            <a:ext cx="12192000" cy="6858000"/>
          </a:xfrm>
        </p:spPr>
        <p:txBody>
          <a:bodyPr>
            <a:noAutofit/>
          </a:bodyPr>
          <a:lstStyle/>
          <a:p>
            <a: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//EL MAESTRO DE GALILEA</a:t>
            </a:r>
            <a:b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ESTÁ PASANDO POR AQUÍ//</a:t>
            </a:r>
            <a:b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///Y DÉJALO QUE TE TOQUE</a:t>
            </a:r>
            <a:r>
              <a:rPr lang="es-ES" sz="7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///</a:t>
            </a:r>
            <a:b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RECIBE LA BENDICIÓN</a:t>
            </a:r>
            <a:br>
              <a:rPr lang="es-ES" sz="7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endParaRPr lang="es-CO" sz="70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27393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1FBA24-A33B-A9F4-7539-10888B52D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B20427-EDB0-0B6D-B86D-7A37D95F53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081839"/>
            <a:ext cx="12192000" cy="6858000"/>
          </a:xfrm>
        </p:spPr>
        <p:txBody>
          <a:bodyPr>
            <a:noAutofit/>
          </a:bodyPr>
          <a:lstStyle/>
          <a:p>
            <a:r>
              <a:rPr lang="es-ES" sz="8500" b="1" i="0" dirty="0">
                <a:solidFill>
                  <a:srgbClr val="E8E8E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//Y AQUÍ SE SIENTE LA PRESENCIA DE DIOS//</a:t>
            </a:r>
            <a:br>
              <a:rPr lang="es-ES" sz="85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8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</a:t>
            </a:r>
            <a:r>
              <a:rPr lang="es-ES" sz="8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YO </a:t>
            </a:r>
            <a:r>
              <a:rPr lang="es-ES" sz="8500" b="1" i="0" dirty="0">
                <a:solidFill>
                  <a:srgbClr val="E8E8E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SIENTO EL FUEGO DEL ESPÍRITU SANTO//</a:t>
            </a:r>
            <a:br>
              <a:rPr lang="es-ES" sz="4800" b="1" i="0" dirty="0">
                <a:solidFill>
                  <a:srgbClr val="E8E8E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5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endParaRPr lang="es-CO" sz="51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74850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A2EF9B-7E0B-388A-2F6F-43F48CF86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0185FD-19EB-9F4D-3F8B-A5C5519DB3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737937"/>
            <a:ext cx="12192000" cy="6858000"/>
          </a:xfrm>
        </p:spPr>
        <p:txBody>
          <a:bodyPr>
            <a:noAutofit/>
          </a:bodyPr>
          <a:lstStyle/>
          <a:p>
            <a:r>
              <a:rPr lang="es-ES" sz="6200" b="1" i="0" dirty="0">
                <a:solidFill>
                  <a:srgbClr val="E8E8E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//YO SIENTO GOZO, YO SIENTO PAZ</a:t>
            </a:r>
            <a:br>
              <a:rPr lang="es-ES" sz="6200" b="1" i="0" dirty="0">
                <a:solidFill>
                  <a:srgbClr val="E8E8E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200" b="1" i="0" dirty="0">
                <a:solidFill>
                  <a:srgbClr val="E8E8E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YO SIENTO EL AMOR QUE DIOS ME DA//</a:t>
            </a:r>
            <a:br>
              <a:rPr lang="es-ES" sz="6200" b="1" i="0" dirty="0">
                <a:solidFill>
                  <a:srgbClr val="E8E8E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200" b="1" i="0" dirty="0">
                <a:solidFill>
                  <a:srgbClr val="E8E8E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//SENTIMOS GOZO, SENTIMOS PAZ</a:t>
            </a:r>
            <a:br>
              <a:rPr lang="es-ES" sz="6200" b="1" i="0" dirty="0">
                <a:solidFill>
                  <a:srgbClr val="E8E8E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200" b="1" i="0" dirty="0">
                <a:solidFill>
                  <a:srgbClr val="E8E8E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SENTIMOS EL AMOR QUE DIOS NOS DA//</a:t>
            </a:r>
            <a:br>
              <a:rPr lang="es-ES" sz="5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endParaRPr lang="es-CO" sz="51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54346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84D862-51D8-F714-0FCF-E0FAC36D7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2F828C-6CEF-09F3-A632-7DA84FF182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73" y="188495"/>
            <a:ext cx="11983453" cy="6545178"/>
          </a:xfrm>
        </p:spPr>
        <p:txBody>
          <a:bodyPr>
            <a:noAutofit/>
          </a:bodyPr>
          <a:lstStyle/>
          <a:p>
            <a:r>
              <a:rPr lang="es-ES" sz="7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GRANDE ES EL SEÑOR MARAVILLOSOS SUS PRODIGIOS</a:t>
            </a:r>
            <a:br>
              <a:rPr lang="es-ES" sz="7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//Y EN LA FUERZA DE SU MANO HAY PODER//</a:t>
            </a:r>
            <a:br>
              <a:rPr lang="es-ES" sz="7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PARA VENCER.</a:t>
            </a:r>
            <a:endParaRPr lang="es-CO" sz="78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64139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856F34-A671-A542-6688-F42288218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821429-7D63-6C01-D3B2-8346CFE875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73" y="-176463"/>
            <a:ext cx="11983453" cy="6545178"/>
          </a:xfrm>
        </p:spPr>
        <p:txBody>
          <a:bodyPr>
            <a:noAutofit/>
          </a:bodyPr>
          <a:lstStyle/>
          <a:p>
            <a: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UN RÍO DE ALABANZA DARÉ Y SÓLO ANTE ÉL DANZARÉ</a:t>
            </a:r>
            <a:b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//PUES HA CAMBIADO MI LAMENTO EN BAILE//</a:t>
            </a:r>
            <a:br>
              <a:rPr lang="es-ES" sz="7200" b="1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200" b="1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GRANDE </a:t>
            </a:r>
            <a: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ES </a:t>
            </a:r>
            <a:r>
              <a:rPr lang="es-ES" sz="7200" b="1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EL SEÑOR.</a:t>
            </a:r>
            <a:endParaRPr lang="es-CO" sz="72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77076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474</Words>
  <Application>Microsoft Office PowerPoint</Application>
  <PresentationFormat>Panorámica</PresentationFormat>
  <Paragraphs>23</Paragraphs>
  <Slides>19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Tema de Office</vt:lpstr>
      <vt:lpstr>/VAMOS ESCALANDO PELDAÑOS, VAMOS LLEVANDO ESTA CRUZ PROSIGO EL CAMINO ANGOSTO, CON CRISTO MUCHO MEJOR/</vt:lpstr>
      <vt:lpstr>//YA VIENE LA RECOMPENSA,  YA NO VOY A LLORAR, TENGO A CRISTO EN MI VIDA Y POR ESO PUEDO ESCALAR//.</vt:lpstr>
      <vt:lpstr>//A VECES ME SIENTO DÉBIL, YA NO PUEDO ESCALAR, LEVANTO MIS MANOS AL CIELO Y CRISTO FUERZAS ME DA//.</vt:lpstr>
      <vt:lpstr>// CADA DÍA ME SIENTO MÁS ALEGRE, AUNQUE TENGA QUE CRUZAR MONTES Y VALLES //</vt:lpstr>
      <vt:lpstr>//PORQUE YO SÉ QUE MI SEÑOR HA PROMETIDO, ESTAR CONMIGO Y NO DEJARME DESMAYAR//</vt:lpstr>
      <vt:lpstr>// YO NO ESTOY SOLO NO, OIGO AL SEÑOR DECIR: SI ME ERES FIEL ESTARÉ CONTIGO HASTA EL FIN //</vt:lpstr>
      <vt:lpstr>TE EXALTARÉ, MI DIOS, MI REY Y BENDECIRÉ TU NOMBRE ETERNAMENTE Y PARA SIEMPRE, CADA DÍA TE BENDECIRÉ</vt:lpstr>
      <vt:lpstr>Y ALABARÉ TU NOMBRE ETERNAMENTE Y PARA SIEMPRE, GRANDE ES JEHOVÁ Y DIGNO DE SUPREMA ALABANZA, Y SU GRANDEZA ES INESCRUTABLE, CADA DÍA TE BENDECIRÉ</vt:lpstr>
      <vt:lpstr>//CUANDO EL SEÑOR HICIERE VOLVER LA CAUTIVIDAD SEREMOS COMO LOS QUE SUEÑAN//</vt:lpstr>
      <vt:lpstr>//MI BOCA LLENARÁ DE RISA MIS LABIOS DE ALABANZA ENTONCES DIRÁN LAS NACIONES: GRANDES COSAS HA HECHO EL SEÑOR//</vt:lpstr>
      <vt:lpstr>//ME GOZARÉ, ME GOZARÉ ME GOZARÉ, ME GOZARÉ EN JEHOVÁ PUES SE HA LLEVADO TODO MI DOLOR ME HA HECHO LIBRE//</vt:lpstr>
      <vt:lpstr>ASÍ COMO DAVID CANTABA ASÍ COMO DAVID DANZABA ASÍ COMO DAVID FLUÍA EN SU PRESENCIA</vt:lpstr>
      <vt:lpstr>ERES SEÑOR, VENCEDOR, EL INVENCIBLE ERES CAMPEÓN, GANADOR EN BATALLA ERES MI REY Y MI DIOS EL QUE CUIDA A SU PUEBLO</vt:lpstr>
      <vt:lpstr>POR ESO YO TE CANTO Y TE ALABO PORQUE SÉ QUE ME PROTEGES PORQUE ESTOY DE TU LADO POR ESO YO TE CANTO Y TE ADORO PORQUE SÉ QUE NUNCA JAMÁS ME DEJARÁS DESAMPARADO</vt:lpstr>
      <vt:lpstr>//EL MAESTRO DE GALILEA ESTÁ PASANDO POR AQUÍ// ///Y DÉJALO QUE TE TOQUE/// Y RECIBE LA BENDICIÓN </vt:lpstr>
      <vt:lpstr>//Y AQUÍ SE SIENTE LA PRESENCIA DE DIOS// //YO SIENTO EL FUEGO DEL ESPÍRITU SANTO//  </vt:lpstr>
      <vt:lpstr>//YO SIENTO GOZO, YO SIENTO PAZ YO SIENTO EL AMOR QUE DIOS ME DA// //SENTIMOS GOZO, SENTIMOS PAZ SENTIMOS EL AMOR QUE DIOS NOS DA// </vt:lpstr>
      <vt:lpstr>GRANDE ES EL SEÑOR MARAVILLOSOS SUS PRODIGIOS //Y EN LA FUERZA DE SU MANO HAY PODER// PARA VENCER.</vt:lpstr>
      <vt:lpstr>UN RÍO DE ALABANZA DARÉ Y SÓLO ANTE ÉL DANZARÉ //PUES HA CAMBIADO MI LAMENTO EN BAILE// GRANDE ES EL SEÑOR.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Andrés Windows</dc:creator>
  <cp:lastModifiedBy>Andrés Windows</cp:lastModifiedBy>
  <cp:revision>5</cp:revision>
  <dcterms:created xsi:type="dcterms:W3CDTF">2024-11-24T01:13:55Z</dcterms:created>
  <dcterms:modified xsi:type="dcterms:W3CDTF">2025-01-12T03:45:38Z</dcterms:modified>
</cp:coreProperties>
</file>