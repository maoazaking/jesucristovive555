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6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44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B6D856-6B40-4B36-9822-4AA33577992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2680" cy="8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2680" cy="367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240" cy="8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240" cy="367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F953FA-45D9-46F5-9902-58D6D977BA7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EB226F-339F-4E3C-A716-8CAC9B537EF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644FE1-AC54-4E74-82DA-3E40A86EFFA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C4FBBD-F0B0-4366-8E4E-4DAF0CB6FEC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24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160" cy="486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240" cy="380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97B60F-6190-4F3C-8BA7-B3D5EB09700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4255E1-D920-40B2-8C79-E43DF77487B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514EAC-B04A-42E7-AEB1-B4CC0B98355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580F7A-AD95-4478-83FA-79A0D5F2E4F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040" cy="580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200" cy="580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16C57B-3E95-4993-945A-866AF8C8A1C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560" cy="434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CFF1C8-CB77-4F93-964D-F89BB52FE9D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560" cy="284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56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81A351-FBE7-4B72-BF71-0CF7E773A3B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BCC1BBF-899B-4430-831D-320C34498E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71CE139-6424-45F7-A9B2-E32C0F1718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960" cy="238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DCBEEE3F-3C23-4254-989B-ABDAD966B7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9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48CDCD-4F7F-4BB2-A688-B8C174C203B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9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D9147F-F327-4D22-BE63-3A2CFC9B85F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//El culto de hoy va a ser maravilloso,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el Señor va a derramar de su poder.//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Derrama Señor, derrama Señor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Derrama sobre nosotros tu poder.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1080"/>
            <a:ext cx="1219104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Paz inmensa siento en mi alma hoy; porque ya Cristo me redimió, me salvó del mal con su gran poder en la cruz do su sangre vertió.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-180000" y="1080"/>
            <a:ext cx="1278000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cuando la trompeta suene, allí estaré,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al llamar mi nombre yo responderé.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080"/>
            <a:ext cx="1219104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Gloria sea a Cristo el Salvador,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verdad él es todo aquí;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todo el mundo es el Redentor,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su Palabra lo dice así.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-180000" y="1080"/>
            <a:ext cx="1278000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cuando la trompeta suene, allí estaré,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al llamar mi nombre yo responderé.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-180000" y="1080"/>
            <a:ext cx="1278000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prometió que regresará a reinar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sus santos en luz;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las nubes pronto aparecerá,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fue así que nos dijo Jesús.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-180000" y="1080"/>
            <a:ext cx="1278000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cuando la trompeta suene, allí estaré,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//Allí estaré// al llamar mi nombre yo responderé.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-180000" y="1080"/>
            <a:ext cx="12780000" cy="6856920"/>
          </a:xfrm>
          <a:prstGeom prst="rect">
            <a:avLst/>
          </a:prstGeom>
          <a:solidFill>
            <a:srgbClr val="224B12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una mansión que fue a preparar,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donde mora la felicidad;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allí con él hemos de reinar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toda la eternidad.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Agua de vida saludable para ti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todo aquel que sufre y va llorando, La paz le ofrece por su sangre Carmesí</a:t>
            </a:r>
            <a:endParaRPr lang="es-ES" sz="10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Ven, a tomarla que es más dulce que la miel; Refresca el alma refresca todo mi ser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brotando; Agua de vida saludable para ti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lirio del valle de las flores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la rosa blanca y pura de sharon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vida y amor de los amores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la eterna fuente de la salvación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Ven, a tomarla que es más dulce que la miel; Refresca el alma refresca todo mi ser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brotando; Agua de vida saludable para ti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//Ardiendo en fuego mi alma esta//,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Gloriosa llama me limpiará,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aleluya mi alma ardiendo está.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ardas en mi ser,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arder con tu poder,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Un nuevo espíritu tener como señal, Que estoy ardiendo con el fuego celestial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alabarte y adorarte solo a ti,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se adora en espíritu y en verdad;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 que ardas en mi ser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 arder con tu poder.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exaltaré, mi Dios, mi Rey; y bendeciré tu nombre; Eternamente y para siempre,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Cada día te bendeciré.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alabaré tu nombre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eternamente y para siempre. Grande es Jehová y digno de suprema alabanza, Y su grandeza es inescrutable, cada día te bendeciré.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alabaré tu nombre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eternamente y para siempre.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Grande es Jehová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digno de suprema alabanza,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su grandeza es inescrutable,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cada día te bendeciré.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llévame a Tus Atrios; Al Lugar Santo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Altar de Bronce Señor Tu Rostro quiero ver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Pásame en la muchedumbre; Por donde el sacerdote canta; Tengo hambre y sed de justicia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solo encuentro un lugar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520" cy="68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Llévame al lugar Santisimo; Por la Sangre del Cordero Redentor; Llévame al lugar Santisimo; Tocame, limpiame, heme aqui!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2026-08-02T09:12:13Z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