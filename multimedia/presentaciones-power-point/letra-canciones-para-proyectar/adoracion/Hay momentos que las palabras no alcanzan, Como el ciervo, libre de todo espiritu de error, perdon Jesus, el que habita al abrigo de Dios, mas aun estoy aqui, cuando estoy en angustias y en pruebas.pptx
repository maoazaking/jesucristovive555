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040" cy="15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8960" cy="487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040" cy="380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A88277B-C501-4A68-85A7-A33A64C28CC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9040" cy="15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8960" cy="4870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9040" cy="380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148B39-8D85-4E1B-B289-18CA09A3379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0760" cy="2384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E28C38-E4F3-42FF-9FE7-591FAF7B03A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32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89AEDF-3432-4328-99DE-091132238A0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5840" cy="580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1000" cy="580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C3541B-3098-4C89-AF91-277E6EE16FBF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4222B6B-3EE0-4B9E-8882-29810E5EE598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2360" cy="284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2360" cy="149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37F5C4-CC02-40E0-98EC-6CA60F846C8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8240" cy="434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8240" cy="434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89C7457-4CEB-470F-9878-3E6CD1449D1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4480" cy="82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4480" cy="368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0040" cy="82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0040" cy="368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962C8D-9D53-43DF-8438-92A3F49609F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573E072-E4A9-4322-B3FF-0BC8233AA661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3D11A0-7095-48F3-B716-90340E9B88C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0760" cy="238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F014F33F-94ED-456D-9C25-49B206FACE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0760" cy="238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0136418-2806-4CCB-945B-4D014529D4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91480"/>
            <a:ext cx="91407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6AD93F-EFEB-4A2A-88DC-E7A6FCC3555C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91480"/>
            <a:ext cx="914076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C16428-1CF5-43D0-A370-4EBAB2AEB6A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960" cy="683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42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1 Tesalonicenses 5:15-22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15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Mirad que ninguno pague a otro mal por mal; antes seguid siempre lo bueno unos para con otros, y para con todos.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16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Estad siempre gozosos.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17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Orad sin cesar.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18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Dad gracias en todo, porque esta es la voluntad de Dios para con vosotros en Cristo Jesús.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19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No apaguéis al Espíritu.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20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No menospreciéis las profecías.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21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Examinadlo todo; retened lo bueno.</a:t>
            </a:r>
            <a:br>
              <a:rPr sz="3600"/>
            </a:br>
            <a:r>
              <a:rPr lang="es-ES" sz="3600" b="1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22</a:t>
            </a:r>
            <a:r>
              <a:rPr lang="es-ES" sz="36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 Absteneos de toda especie de mal.</a:t>
            </a:r>
            <a:endParaRPr lang="es-ES" sz="3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72360"/>
            <a:ext cx="121903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//Hay momentos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las palabras no me alcanzan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Para decirte lo que siento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Ti mi buen Jesús//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15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te agradezco por todo lo que has hecho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todo lo que haces y todo lo que harás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el ciervo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Busca por las aguas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Así clama mi alma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Ti, Señor</a:t>
            </a:r>
            <a:endParaRPr lang="es-ES" sz="9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Día y noche</a:t>
            </a:r>
            <a:endParaRPr lang="es-ES" sz="104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tengo sed de Ti</a:t>
            </a:r>
            <a:endParaRPr lang="es-ES" sz="104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solo a Ti</a:t>
            </a:r>
            <a:endParaRPr lang="es-ES" sz="104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Buscaré</a:t>
            </a:r>
            <a:endParaRPr lang="es-ES" sz="104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Lléname</a:t>
            </a:r>
            <a:endParaRPr lang="es-ES" sz="104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Lléname, Señor</a:t>
            </a:r>
            <a:endParaRPr lang="es-ES" sz="104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Dame más</a:t>
            </a:r>
            <a:endParaRPr lang="es-ES" sz="104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Más de Tu amor</a:t>
            </a:r>
            <a:endParaRPr lang="es-ES" sz="104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2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tengo sed</a:t>
            </a:r>
            <a:endParaRPr lang="es-ES" sz="1265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2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Solo de Ti</a:t>
            </a:r>
            <a:endParaRPr lang="es-ES" sz="1265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265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Lléname, Señor</a:t>
            </a:r>
            <a:endParaRPr lang="es-ES" sz="1265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15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PUEDO VOLAR, ME SIENTO LIBRE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PUEDO VOLAR,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UN ÁGUILA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VUELA EN LAS ALTURAS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SIN UNA ATADURA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15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LIBRE, DE TODO ESPÍRITU DE OPRESIÓN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ACEPTO HOY MI LIBERACIÓN, ME SIENTO LIBRE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15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LIBRE,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TODO ESPÍRITU DE ERROR, ACEPTO HOY MI LIBERACIÓN,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ME DECLARO LIBRE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PARA LA GLORIA DE DIOS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15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PUEDO VOLAR, ME SIENTO LIBRE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PUEDO VOLAR, PUEDO HACER EL VIAJE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JESÚS ME HA HECHO LIBRE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LIBRE POR SU MENSAJE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15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PUEDES VOLAR, ESTÁS YA LIBRE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PUEDES VOLAR, HACER EL VIAJE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JESÚS TE HA HECHO LIBRE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LIBRE POR SU MENSAJE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15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LIBRE, DE TODO ESPÍRITU DE OPRESIÓN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ACEPTO HOY MI LIBERACIÓN, ME SIENTO LIBRE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15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LIBRE,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TODO ESPÍRITU DE ERROR, ACEPTO HOY MI LIBERACIÓN,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ME DECLARO LIBRE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PARA LA GLORIA DE DIOS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//Perdón, Jesús, perdón</a:t>
            </a:r>
            <a:endParaRPr lang="es-ES" sz="1162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62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Perdóname, Señor//</a:t>
            </a:r>
            <a:endParaRPr lang="es-ES" sz="1162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Yo sé que débil fui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herí, te lastimé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05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Perdóname, Señor</a:t>
            </a:r>
            <a:endParaRPr lang="es-ES" sz="1056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Mas hoy en tu misericordia quiero descansar; Sé que tu sangre me puede limpiar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arrepentimiento en mi corazón; Hoy me humillo y te pido perdón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que hábita al abrigo de Dios; Morará bajo sombras de amor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Sobre él no vendrá ningún mal; </a:t>
            </a: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en sus alas feliz vivirá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Oh, yo quiero hábitar al abrigo de Dios; Solo allí encontraré paz y profundo amor; Mi delicia es con Él, comunión disfrutar; Y por siempre su nombre alabar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Años han pasado ya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Desde el día en que creí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Duras batallas peleadas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Mas aun estoy aquí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ha sido fácil avanzar</a:t>
            </a:r>
            <a:endParaRPr lang="es-ES" sz="8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 ha hecho largo este camino</a:t>
            </a:r>
            <a:endParaRPr lang="es-ES" sz="8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Mas tu mano poderosa</a:t>
            </a:r>
            <a:endParaRPr lang="es-ES" sz="8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Hasta aquí me ha sostenido</a:t>
            </a:r>
            <a:endParaRPr lang="es-ES" sz="8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Mas aún estoy aquí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no es porque yo lo quiera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 tu gracia y nada más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Señor mi Dios, Que lo ha querido así.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32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Muchas veces ha sentido</a:t>
            </a:r>
            <a:endParaRPr lang="es-ES" sz="8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mis fuerzas desfallecen</a:t>
            </a:r>
            <a:endParaRPr lang="es-ES" sz="8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olvidar todo he querido</a:t>
            </a:r>
            <a:endParaRPr lang="es-ES" sz="8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Mas aún estoy aquí</a:t>
            </a:r>
            <a:endParaRPr lang="es-ES" sz="8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estoy en angustias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en pruebas,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la tentación me quiere aprisionar,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Espíritu Santo, me guía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me sostienen no me dejan claudicar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12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te alabo y mi alma no se cansa de alabarte;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te alabo, mientras vida, exista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mi ser.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-180000" y="0"/>
            <a:ext cx="1260000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 señor, yo te alabo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eres precioso para mi,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junto a ti voy caminando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siento tu presencia en mi ser.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-144360" y="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PON ACEITE EN MI LÁMPARA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PON ACEITE EN MI LÁMPARA SEÑOR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QUE YO QUIERO SERVIRTE CON AMOR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PON ACEITE EN MI LÁMPARA SEÑOR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0" y="-579240"/>
            <a:ext cx="1219140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SEÑOR JESÚS ERES MI VIDA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SEÑOR JESÚS ERES MI AMOR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200520" y="-738000"/>
            <a:ext cx="1179036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/SALVASTE MI ALMA PERDIDA</a:t>
            </a:r>
            <a:br>
              <a:rPr sz="9000"/>
            </a:b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POR ESO TE ALABO CON EL CORAZÓN /</a:t>
            </a:r>
            <a:endParaRPr lang="es-ES" sz="9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Application>LibreOffice/26.2.4.2$Windows_X86_64 LibreOffice_project/0229ac93fcf0d7cbc6376066c6f35021cef002dc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2026-07-12T07:32:23Z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