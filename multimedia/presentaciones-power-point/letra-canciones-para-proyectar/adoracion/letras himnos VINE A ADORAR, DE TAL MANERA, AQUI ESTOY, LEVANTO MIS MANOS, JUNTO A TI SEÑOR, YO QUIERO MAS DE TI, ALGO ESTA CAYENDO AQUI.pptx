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0" r:id="rId6"/>
    <p:sldId id="286" r:id="rId7"/>
    <p:sldId id="265" r:id="rId8"/>
    <p:sldId id="266" r:id="rId9"/>
    <p:sldId id="267" r:id="rId10"/>
    <p:sldId id="268" r:id="rId11"/>
    <p:sldId id="269" r:id="rId12"/>
    <p:sldId id="270" r:id="rId13"/>
    <p:sldId id="272" r:id="rId14"/>
    <p:sldId id="273" r:id="rId15"/>
    <p:sldId id="274" r:id="rId16"/>
    <p:sldId id="281" r:id="rId17"/>
    <p:sldId id="287" r:id="rId18"/>
    <p:sldId id="288" r:id="rId19"/>
    <p:sldId id="289" r:id="rId20"/>
    <p:sldId id="283" r:id="rId21"/>
    <p:sldId id="284" r:id="rId2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114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130C0-D651-6B83-E53B-3EA1EDAF6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DEBF0A-3593-6B33-406E-71647DAF6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6375EA-22B4-4CAE-AB3F-67A0997F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36B72-5818-6E81-A4D4-89F55276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E88D5C-FE2D-1E1D-0A89-AC302CA0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28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38C44-7538-3B3F-C8CE-3CF1EC13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BF0C69-9AEE-5328-B74B-F510E65B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23A08A-C123-6CBB-923A-605E325E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4E9F9A-8C7D-A76B-7DA4-0C4447E0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BCC67-3FEA-3210-EAD5-C4D54680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572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FEAF8-FBF5-0B7B-3CB1-04ED2856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53291-CD5B-E8FC-B4EB-A51CA076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76001-7210-F0CD-8DC2-34688124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9AE81-9B61-F390-7AB9-C5155245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9F872-6CDB-5F50-3F76-19DFFE0C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19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19EA4-9EDC-F471-2250-55E2BD83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B67AAD-DB38-7645-E0AD-92CA2EE20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2FFB3D-DDDB-C10B-A5A7-989218522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8ED495-FD3F-1338-9D71-3AB9D839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F70FE-7A38-4640-348E-B59F55FD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31FEDF-0F3B-0E0F-9AF1-3C004D56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388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FC605-565A-6C8C-930D-F5E5586B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EDD4D3-FEE7-30A2-EC51-0C12856B8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DE4A01-363B-EB04-B4A7-591573430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9A3DDE-B39E-3E46-C758-3E410AEDF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10ADD7-383E-B199-F1BC-8FB9359F2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C35E3E-46E6-89DC-6337-002B47F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718591-089F-AE35-BF6F-7708B6E1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1F7E3E-2FAD-3377-03FD-2E16DBEC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37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C5662-4383-89C5-97C3-AE1BE5B7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E43F2-D835-4DC9-87E0-17CA97F6C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13B977-31EB-FE00-92AE-3697E580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6BFB55-D182-74B3-FBDC-FE2A648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117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90ECD0-74A8-F9D4-A75A-B43E5C0D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146E16-41EB-213B-5018-3E35BAA3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3AE431-70CC-9EDC-8818-3DFDC9A5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67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C18C6-313C-919A-B697-9670A72F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743773-4F64-1A6B-65B5-69913A8A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0879A7-F4A9-8B5E-1B92-B23125346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2312EE-EB01-6CED-841E-3F0EC302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736635-CC6F-352D-F451-81984AFD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2FBDAD-125F-3349-9176-C3BA3A48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057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04C57-4818-E3ED-A6C5-F6F0DCD0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43AB964-318B-337F-60B7-2754720DA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3CB9B5-34A7-129B-0A31-F9DC3B03D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DAD8ED-BDBF-42F5-3B2F-ECB7B425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785FFD-59B6-BC64-E9D6-16052BBB7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F37ACC-A056-E9BB-5DDB-22ABA20B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514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D7602-9F2F-1A04-27ED-D6B40223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DF196E-F362-AF35-731F-E57B56CD5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5CE00D-068C-0663-07D0-D0E4009B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77BA55-9761-D08F-75E3-BA24412C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FF34F0-6499-4641-D773-47264DA0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90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877A66-C666-056F-960F-171BE0A21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474AEC-C427-4B7F-F962-BF90628D3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89CFCC-52A0-31C0-1287-C727C689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F7EDF1-917F-3E81-2797-81020FCF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80FEF-AB90-C357-A5A4-FB68CA8C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996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701C12-4015-F4A9-4662-8F064380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B8C966-0D4A-1CE4-B00F-6CA3BD54B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EE87F2-74FC-DEC5-0F78-BB780EF7B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8A9CA-C692-6AA9-163F-9B8F7BAAE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231D6-70B1-65BF-A514-A6FF777CB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978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013EB-9FD4-2410-6563-C86DD33F0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//VINE A ADORAR A DIOS//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VINE A ADORAR SU NOMBRE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VINE A ADORAR A DIOS//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065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D35D-DF00-13AB-7336-7A987C06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B3E3B-5763-48DD-3B12-DB0F31AFA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11015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ÉL VINO A MI VIDA UN DÍA MUY ESPECIAL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CAMBIÓ MI CORAZÓN EN NUEVO CORAZÓN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ESTA ES LA RAZÓN POR LA QUE DIGO QUE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VINE A ADORAR A DIOS.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00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0B03D2-4E04-6C8A-BB8F-8DA1E9FA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A8B22-BD55-0C6B-671E-F57B80CE2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TAL MANERA ME AMÓ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SU VIDA NO ESCATIMÓ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HASTA EL FINAL ÉL SE ENTREGÓ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A LA MUERTE FUE, PORQUE ÉL ME AMÓ</a:t>
            </a: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735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23BC5-30BF-FB24-FA38-B4BB54C55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9AE6D-AF2A-8DF4-770A-885F76DCA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28337"/>
            <a:ext cx="12192000" cy="6858000"/>
          </a:xfrm>
        </p:spPr>
        <p:txBody>
          <a:bodyPr>
            <a:noAutofit/>
          </a:bodyPr>
          <a:lstStyle/>
          <a:p>
            <a: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TAL MANERA ME AMÓ</a:t>
            </a:r>
            <a:b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NO HAY FORMA EN QUE PODRÉ PAGAR</a:t>
            </a:r>
            <a:b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PRECIO DE SU GRANDE AMOR</a:t>
            </a:r>
            <a:b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PERO TODA MI ALMA QUIERO DAR</a:t>
            </a:r>
            <a:endParaRPr lang="es-CO" sz="67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358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1F8D86-CC95-278B-ECB3-F8FFF1A0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58D5E-B65B-0EC2-79E1-B7C159C48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28337"/>
            <a:ext cx="12192000" cy="6858000"/>
          </a:xfrm>
        </p:spPr>
        <p:txBody>
          <a:bodyPr>
            <a:noAutofit/>
          </a:bodyPr>
          <a:lstStyle/>
          <a:p>
            <a:r>
              <a:rPr lang="es-ES" sz="7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 SU AMOR, YO VIVIRÉ</a:t>
            </a:r>
            <a:br>
              <a:rPr lang="es-ES" sz="7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SU AMOR, </a:t>
            </a:r>
            <a:br>
              <a:rPr lang="es-ES" sz="7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CANTARÉ</a:t>
            </a:r>
            <a:br>
              <a:rPr lang="es-ES" sz="7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 MI JESÚS, CAMINARÉ</a:t>
            </a:r>
            <a:br>
              <a:rPr lang="es-ES" sz="7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PORQUE ÉL ME AMÓ A MÍ</a:t>
            </a:r>
            <a:endParaRPr lang="es-CO" sz="73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271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B55B52-ED06-C6DD-B4F0-42D7C7AEA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26808-A1A4-6736-C093-2BACA96E0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8337" y="0"/>
            <a:ext cx="12448674" cy="6858000"/>
          </a:xfrm>
        </p:spPr>
        <p:txBody>
          <a:bodyPr>
            <a:noAutofit/>
          </a:bodyPr>
          <a:lstStyle/>
          <a:p>
            <a: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 SU AMOR, YO VIVIRÉ</a:t>
            </a:r>
            <a:b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SU AMOR, </a:t>
            </a:r>
            <a:b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CANTARÉ</a:t>
            </a:r>
            <a:b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 MI JESÚS, CAMINARÉ</a:t>
            </a:r>
            <a:b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PORQUE ÉL MURIÓ POR MÍ</a:t>
            </a:r>
            <a: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.</a:t>
            </a:r>
            <a:b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 SEGUIRÉ</a:t>
            </a:r>
            <a:endParaRPr lang="es-CO" sz="7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141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031E6-7B0D-B8B0-3F44-2C818EE42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207D7-E09F-C3E2-1C18-994DFC692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AQUÍ ESTOY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OFREZCO TODO LO QUE SOY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AQUÍ ESTOY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UN SACRIFICIO QUIERO SER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181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FD1E0-9A8C-24C8-0EA4-5F07EF34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3131B-641F-8714-8A55-17D8058D6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-866274"/>
            <a:ext cx="11983453" cy="6858000"/>
          </a:xfrm>
        </p:spPr>
        <p:txBody>
          <a:bodyPr>
            <a:noAutofit/>
          </a:bodyPr>
          <a:lstStyle/>
          <a:p>
            <a:r>
              <a:rPr lang="es-ES" sz="11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TOMA MI SER</a:t>
            </a:r>
            <a:br>
              <a:rPr lang="es-ES" sz="11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11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VIDA ENTREGO A TI</a:t>
            </a:r>
            <a:endParaRPr lang="es-CO" sz="115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019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3889A-9C10-77BF-D3FB-29120B107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DAF7C-E2F3-9CE9-459A-40353C7B9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8442"/>
            <a:ext cx="11983453" cy="6858000"/>
          </a:xfrm>
        </p:spPr>
        <p:txBody>
          <a:bodyPr>
            <a:noAutofit/>
          </a:bodyPr>
          <a:lstStyle/>
          <a:p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 PORQUE TÚ ERES MI DIOS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ERES DIGNO DE ADORACIÓN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UNA OFRENDA DE AMOR SERÉ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PARA TI //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986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7CB10F-901A-3B06-18A8-E02ED376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97892-FABC-BE78-5D7A-C43E535CF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50234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LEVANTO MIS MANOS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AUNQUE NO TENGA FUERZAS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LEVANTO MIS MANOS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AUNQUE TENGA MIL PROBLEMAS</a:t>
            </a:r>
            <a:b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739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BD454-F13E-B5AB-D3A6-233EE4C8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12F324-4C24-D8FB-4C9F-79F444368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24590"/>
            <a:ext cx="12192000" cy="6858000"/>
          </a:xfrm>
        </p:spPr>
        <p:txBody>
          <a:bodyPr>
            <a:noAutofit/>
          </a:bodyPr>
          <a:lstStyle/>
          <a:p>
            <a: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CUANDO LEVANTO MIS MANOS</a:t>
            </a:r>
            <a:b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COMIENZO A SENTIR</a:t>
            </a:r>
            <a:b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UNA UNCIÓN QUE ME HACE CANTAR</a:t>
            </a:r>
            <a:b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CUANDO LEVANTO MIS MANOS</a:t>
            </a:r>
            <a:b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COMIENZO A SENTIR</a:t>
            </a:r>
            <a:b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FUEGO</a:t>
            </a:r>
            <a:endParaRPr lang="es-CO" sz="6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559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F89335-27ED-67A3-E003-5EAEF5C68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C034D-846F-3F1F-5BEC-AB9D21B5B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786064"/>
            <a:ext cx="12192000" cy="6858000"/>
          </a:xfrm>
        </p:spPr>
        <p:txBody>
          <a:bodyPr>
            <a:noAutofit/>
          </a:bodyPr>
          <a:lstStyle/>
          <a:p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CUANDO LEVANTO MIS MANOS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MIS CARGAS SE VAN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NUEVAS FUERZAS TÚ ME DAS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TODO ESO ES POSIBLE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TODO ESO ES POSIBLE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CUANDO LEVANTO MIS MANOS</a:t>
            </a:r>
            <a:endParaRPr lang="es-CO" sz="6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081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8F1672-0440-B1D6-E6A8-C47C4B16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414FD-45DC-17DC-4368-72E630A8D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983453" cy="6858000"/>
          </a:xfrm>
        </p:spPr>
        <p:txBody>
          <a:bodyPr>
            <a:noAutofit/>
          </a:bodyPr>
          <a:lstStyle/>
          <a:p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SEÑOR ENCUENTRO TODO EN TI,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JUNTO A TI QUIERO VIVIR;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 PRESENCIA YO SENTIR,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JUNTO A TI, SEÑOR, 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JUNTO A TI</a:t>
            </a: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914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43C16-2F96-DD5A-61DF-9E0E04158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77BA8-619F-1DE5-B6D9-5B775317DD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169"/>
            <a:ext cx="11983453" cy="6858000"/>
          </a:xfrm>
        </p:spPr>
        <p:txBody>
          <a:bodyPr>
            <a:noAutofit/>
          </a:bodyPr>
          <a:lstStyle/>
          <a:p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QUIERO ANDAR CERCA DE TI,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JUNTO A TI QUIERO VIVIR;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MORIR CERCA DE TI,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JUNTO A TI, SEÑOR, JUNTO A TI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683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65B3E9-032A-AF05-DCD5-7A1E5DE2F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18FD7-886F-2A2A-750F-438EFC75A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0"/>
            <a:ext cx="11983453" cy="6545178"/>
          </a:xfrm>
        </p:spPr>
        <p:txBody>
          <a:bodyPr>
            <a:noAutofit/>
          </a:bodyPr>
          <a:lstStyle/>
          <a:p>
            <a: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AUNQUE DÉBIL SOY SEÑOR,</a:t>
            </a:r>
            <a:b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 PODER ME DA VALOR</a:t>
            </a:r>
            <a:b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SATISFECHO YO ESTARÉ,</a:t>
            </a:r>
            <a:b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SI TU ESTAS JUNTO A MI, JUNTO A MI</a:t>
            </a:r>
            <a:endParaRPr lang="es-CO" sz="73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785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A4C829-9198-FA19-95B4-7FFC673C6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2BC95F-2F08-59D5-7964-11D5CC971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156411"/>
            <a:ext cx="11983453" cy="6545178"/>
          </a:xfrm>
        </p:spPr>
        <p:txBody>
          <a:bodyPr>
            <a:noAutofit/>
          </a:bodyPr>
          <a:lstStyle/>
          <a:p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 TRAVÉS DEL MUNDO CRUEL,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QUIERO SIEMPRE SERTE FIEL;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QUIERO TU CARGA LLEVAR,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TUYO SER, SEÑOR, TUYO SER.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029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B03D2-4E04-6C8A-BB8F-8DA1E9FA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A8B22-BD55-0C6B-671E-F57B80CE2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s-ES" sz="7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QUIERO MÁS DE TI</a:t>
            </a:r>
            <a:br>
              <a:rPr lang="es-ES" sz="7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HABITAR EN TU PRESENCIA, MENGUAR PARA QUE CREZCAS TÚ</a:t>
            </a:r>
            <a:br>
              <a:rPr lang="es-ES" sz="7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CADA DÍA SERÉ</a:t>
            </a:r>
            <a:br>
              <a:rPr lang="es-ES" sz="7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MÁS COMO </a:t>
            </a:r>
            <a:r>
              <a:rPr lang="es-ES" sz="7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TÚ</a:t>
            </a:r>
            <a:endParaRPr lang="es-CO" sz="77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725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23BC5-30BF-FB24-FA38-B4BB54C55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9AE6D-AF2A-8DF4-770A-885F76DCA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8758"/>
            <a:ext cx="12192000" cy="6858000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QUEBRANTA MI CORAZÓN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QUEBRANTA MI VIDA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ENTREGO MI VOLUNTAD A TI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TODO LO QUE SOY, SEÑOR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TODO CUANTO TENGO ES TUYO, YO QUIERO MENGUAR PARA QUE CREZCAS TÚ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387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1F8D86-CC95-278B-ECB3-F8FFF1A0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58D5E-B65B-0EC2-79E1-B7C159C48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251283"/>
            <a:ext cx="12192000" cy="6858000"/>
          </a:xfrm>
        </p:spPr>
        <p:txBody>
          <a:bodyPr>
            <a:noAutofit/>
          </a:bodyPr>
          <a:lstStyle/>
          <a:p>
            <a:r>
              <a:rPr lang="es-ES" sz="7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QUIERO MENGUAR PARA QUE CREZCAS TÚ,</a:t>
            </a:r>
            <a:br>
              <a:rPr lang="es-ES" sz="7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QUIERO MENGUAR PARA QUE CREZCAS TÚ</a:t>
            </a:r>
            <a:endParaRPr lang="es-CO" sz="77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346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4D862-51D8-F714-0FCF-E0FAC36D7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2F828C-6CEF-09F3-A632-7DA84FF18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0"/>
            <a:ext cx="11983453" cy="6545178"/>
          </a:xfrm>
        </p:spPr>
        <p:txBody>
          <a:bodyPr>
            <a:noAutofit/>
          </a:bodyPr>
          <a:lstStyle/>
          <a:p>
            <a:r>
              <a:rPr lang="es-ES" sz="7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//ALGO ESTÁ CAYENDO AQUÍ</a:t>
            </a:r>
            <a:br>
              <a:rPr lang="es-ES" sz="7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 TAN FUERTE SOBRE MÍ</a:t>
            </a:r>
            <a:br>
              <a:rPr lang="es-ES" sz="7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MIS MANOS LEVANTARÉ</a:t>
            </a:r>
            <a:br>
              <a:rPr lang="es-ES" sz="7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SU GLORIA TOCARÉ//</a:t>
            </a:r>
            <a:endParaRPr lang="es-CO" sz="74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413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BE498E-B9D2-DB5A-66A5-21D021ECD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80073-4126-9D36-6557-C92C314BD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-324852"/>
            <a:ext cx="11983453" cy="6545178"/>
          </a:xfrm>
        </p:spPr>
        <p:txBody>
          <a:bodyPr>
            <a:noAutofit/>
          </a:bodyPr>
          <a:lstStyle/>
          <a:p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 ESTÁ CAYENDO</a:t>
            </a:r>
            <a:b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SU GLORIA SOBRE MÍ</a:t>
            </a:r>
            <a:b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SANANDO HERIDAS, LEVANTANDO AL CAÍDO</a:t>
            </a:r>
            <a:b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SU GLORIA ESTÁ AQUÍ//</a:t>
            </a:r>
            <a:endParaRPr lang="es-CO" sz="7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8503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524</Words>
  <Application>Microsoft Office PowerPoint</Application>
  <PresentationFormat>Panorámica</PresentationFormat>
  <Paragraphs>21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Tema de Office</vt:lpstr>
      <vt:lpstr>//VINE A ADORAR A DIOS// VINE A ADORAR SU NOMBRE VINE A ADORAR A DIOS//</vt:lpstr>
      <vt:lpstr>ÉL VINO A MI VIDA UN DÍA MUY ESPECIAL CAMBIÓ MI CORAZÓN EN NUEVO CORAZÓN Y ESTA ES LA RAZÓN POR LA QUE DIGO QUE VINE A ADORAR A DIOS.</vt:lpstr>
      <vt:lpstr>DE TAL MANERA ME AMÓ QUE SU VIDA NO ESCATIMÓ HASTA EL FINAL ÉL SE ENTREGÓ Y A LA MUERTE FUE, PORQUE ÉL ME AMÓ</vt:lpstr>
      <vt:lpstr>DE TAL MANERA ME AMÓ Y NO HAY FORMA EN QUE PODRÉ PAGAR EL PRECIO DE SU GRANDE AMOR PERO TODA MI ALMA QUIERO DAR</vt:lpstr>
      <vt:lpstr>POR SU AMOR, YO VIVIRÉ DE SU AMOR,  YO CANTARÉ CON MI JESÚS, CAMINARÉ PORQUE ÉL ME AMÓ A MÍ</vt:lpstr>
      <vt:lpstr>POR SU AMOR, YO VIVIRÉ DE SU AMOR,  YO CANTARÉ CON MI JESÚS, CAMINARÉ PORQUE ÉL MURIÓ POR MÍ.  LE SEGUIRÉ</vt:lpstr>
      <vt:lpstr>AQUÍ ESTOY TE OFREZCO TODO LO QUE SOY AQUÍ ESTOY UN SACRIFICIO QUIERO SER</vt:lpstr>
      <vt:lpstr>TOMA MI SER MI VIDA ENTREGO A TI</vt:lpstr>
      <vt:lpstr>// PORQUE TÚ ERES MI DIOS ERES DIGNO DE ADORACIÓN UNA OFRENDA DE AMOR SERÉ PARA TI //</vt:lpstr>
      <vt:lpstr>LEVANTO MIS MANOS AUNQUE NO TENGA FUERZAS LEVANTO MIS MANOS AUNQUE TENGA MIL PROBLEMAS </vt:lpstr>
      <vt:lpstr>CUANDO LEVANTO MIS MANOS COMIENZO A SENTIR UNA UNCIÓN QUE ME HACE CANTAR CUANDO LEVANTO MIS MANOS COMIENZO A SENTIR EL FUEGO</vt:lpstr>
      <vt:lpstr>CUANDO LEVANTO MIS MANOS MIS CARGAS SE VAN NUEVAS FUERZAS TÚ ME DAS TODO ESO ES POSIBLE TODO ESO ES POSIBLE CUANDO LEVANTO MIS MANOS</vt:lpstr>
      <vt:lpstr>SEÑOR ENCUENTRO TODO EN TI, JUNTO A TI QUIERO VIVIR; TU PRESENCIA YO SENTIR, JUNTO A TI, SEÑOR,  JUNTO A TI</vt:lpstr>
      <vt:lpstr>QUIERO ANDAR CERCA DE TI, JUNTO A TI QUIERO VIVIR; Y MORIR CERCA DE TI, JUNTO A TI, SEÑOR, JUNTO A TI</vt:lpstr>
      <vt:lpstr>AUNQUE DÉBIL SOY SEÑOR, TU PODER ME DA VALOR SATISFECHO YO ESTARÉ, SI TU ESTAS JUNTO A MI, JUNTO A MI</vt:lpstr>
      <vt:lpstr>A TRAVÉS DEL MUNDO CRUEL, QUIERO SIEMPRE SERTE FIEL; QUIERO TU CARGA LLEVAR, TUYO SER, SEÑOR, TUYO SER.</vt:lpstr>
      <vt:lpstr>YO QUIERO MÁS DE TI Y HABITAR EN TU PRESENCIA, MENGUAR PARA QUE CREZCAS TÚ Y CADA DÍA SERÉ MÁS COMO TÚ</vt:lpstr>
      <vt:lpstr>QUEBRANTA MI CORAZÓN QUEBRANTA MI VIDA TE ENTREGO MI VOLUNTAD A TI TODO LO QUE SOY, SEÑOR TODO CUANTO TENGO ES TUYO, YO QUIERO MENGUAR PARA QUE CREZCAS TÚ</vt:lpstr>
      <vt:lpstr>YO QUIERO MENGUAR PARA QUE CREZCAS TÚ, YO QUIERO MENGUAR PARA QUE CREZCAS TÚ</vt:lpstr>
      <vt:lpstr>//ALGO ESTÁ CAYENDO AQUÍ ES TAN FUERTE SOBRE MÍ MIS MANOS LEVANTARÉ Y SU GLORIA TOCARÉ//</vt:lpstr>
      <vt:lpstr>// ESTÁ CAYENDO SU GLORIA SOBRE MÍ SANANDO HERIDAS, LEVANTANDO AL CAÍDO SU GLORIA ESTÁ AQUÍ//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Windows</dc:creator>
  <cp:lastModifiedBy>Andrés Windows</cp:lastModifiedBy>
  <cp:revision>5</cp:revision>
  <dcterms:created xsi:type="dcterms:W3CDTF">2024-11-24T01:13:55Z</dcterms:created>
  <dcterms:modified xsi:type="dcterms:W3CDTF">2024-12-08T03:29:29Z</dcterms:modified>
</cp:coreProperties>
</file>