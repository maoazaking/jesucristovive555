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sldIdLst>
    <p:sldId id="329" r:id="rId3"/>
    <p:sldId id="330" r:id="rId4"/>
    <p:sldId id="331" r:id="rId5"/>
    <p:sldId id="325" r:id="rId6"/>
    <p:sldId id="326" r:id="rId7"/>
    <p:sldId id="327" r:id="rId8"/>
    <p:sldId id="328" r:id="rId9"/>
    <p:sldId id="260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293" r:id="rId20"/>
    <p:sldId id="294" r:id="rId21"/>
    <p:sldId id="295" r:id="rId22"/>
    <p:sldId id="296" r:id="rId23"/>
    <p:sldId id="297" r:id="rId24"/>
    <p:sldId id="318" r:id="rId25"/>
    <p:sldId id="319" r:id="rId26"/>
    <p:sldId id="320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 varScale="1">
        <p:scale>
          <a:sx n="68" d="100"/>
          <a:sy n="68" d="100"/>
        </p:scale>
        <p:origin x="8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63325-4C64-448E-A5BA-D48D8B9DC1B5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C3626-AB6A-407A-8AF3-A89C0F69E7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521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130C0-D651-6B83-E53B-3EA1EDA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EBF0A-3593-6B33-406E-71647DAF6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6375EA-22B4-4CAE-AB3F-67A0997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36B72-5818-6E81-A4D4-89F5527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88D5C-FE2D-1E1D-0A89-AC302CA0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8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38C44-7538-3B3F-C8CE-3CF1EC13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F0C69-9AEE-5328-B74B-F510E65B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3A08A-C123-6CBB-923A-605E325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E9F9A-8C7D-A76B-7DA4-0C4447E0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BCC67-3FEA-3210-EAD5-C4D54680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7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EAF8-FBF5-0B7B-3CB1-04ED285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53291-CD5B-E8FC-B4EB-A51CA076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6001-7210-F0CD-8DC2-3468812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9AE81-9B61-F390-7AB9-C5155245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9F872-6CDB-5F50-3F76-19DFFE0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9EA4-9EDC-F471-2250-55E2BD83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67AAD-DB38-7645-E0AD-92CA2EE2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2FFB3D-DDDB-C10B-A5A7-98921852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ED495-FD3F-1338-9D71-3AB9D83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F70FE-7A38-4640-348E-B59F55F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1FEDF-0F3B-0E0F-9AF1-3C004D56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88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C605-565A-6C8C-930D-F5E5586B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DD4D3-FEE7-30A2-EC51-0C12856B8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DE4A01-363B-EB04-B4A7-59157343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A3DDE-B39E-3E46-C758-3E410AED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10ADD7-383E-B199-F1BC-8FB9359F2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C35E3E-46E6-89DC-6337-002B47F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718591-089F-AE35-BF6F-7708B6E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1F7E3E-2FAD-3377-03FD-2E16DBE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C5662-4383-89C5-97C3-AE1BE5B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E43F2-D835-4DC9-87E0-17CA97F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13B977-31EB-FE00-92AE-3697E58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6BFB55-D182-74B3-FBDC-FE2A648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1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90ECD0-74A8-F9D4-A75A-B43E5C0D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146E16-41EB-213B-5018-3E35BAA3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AE431-70CC-9EDC-8818-3DFDC9A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6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8C6-313C-919A-B697-9670A72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743773-4F64-1A6B-65B5-69913A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879A7-F4A9-8B5E-1B92-B2312534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312EE-EB01-6CED-841E-3F0EC302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36635-CC6F-352D-F451-81984AF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FBDAD-125F-3349-9176-C3BA3A48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5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04C57-4818-E3ED-A6C5-F6F0DCD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3AB964-318B-337F-60B7-2754720D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3CB9B5-34A7-129B-0A31-F9DC3B0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DAD8ED-BDBF-42F5-3B2F-ECB7B42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85FFD-59B6-BC64-E9D6-16052BBB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F37ACC-A056-E9BB-5DDB-22ABA20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4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7602-9F2F-1A04-27ED-D6B40223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F196E-F362-AF35-731F-E57B56CD5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CE00D-068C-0663-07D0-D0E4009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7BA55-9761-D08F-75E3-BA24412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F34F0-6499-4641-D773-47264DA0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90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877A66-C666-056F-960F-171BE0A21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74AEC-C427-4B7F-F962-BF90628D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89CFCC-52A0-31C0-1287-C727C689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F7EDF1-917F-3E81-2797-81020FCF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0FEF-AB90-C357-A5A4-FB68CA8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60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489680"/>
            <a:ext cx="913752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3362040"/>
            <a:ext cx="1096632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7FD6C660-E7C6-4D38-9D15-FEECCB56089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6431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1C12-4015-F4A9-4662-8F064380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8C966-0D4A-1CE4-B00F-6CA3BD54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E87F2-74FC-DEC5-0F78-BB780EF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9EE7-8DDA-4DF6-924E-8E4896CBE84A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8A9CA-C692-6AA9-163F-9B8F7BAA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31D6-70B1-65BF-A514-A6FF777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978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89680"/>
            <a:ext cx="913752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F471D9-8B4C-47FA-A6FA-A33D15B151D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</p:spTree>
    <p:extLst>
      <p:ext uri="{BB962C8B-B14F-4D97-AF65-F5344CB8AC3E}">
        <p14:creationId xmlns:p14="http://schemas.microsoft.com/office/powerpoint/2010/main" val="95786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F5F5B-5B47-F15B-915B-38B22676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02EC4F-9426-3372-04E8-AC1D716F0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ADORAMOS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 TE ADORAMOS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 TE ADORAMOS,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 MI SEÑOR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05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C3135-5E14-BC6A-75FC-22E7ABFCE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663DA-9B96-D562-26F9-C6C57394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//ALELUYA</a:t>
            </a:r>
            <a:b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GLORIA ALELUYA;</a:t>
            </a:r>
            <a:b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GLORIA ALELUYA,</a:t>
            </a:r>
            <a:b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GLORIA AL SEÑOR//</a:t>
            </a:r>
            <a:endParaRPr lang="es-CO" sz="9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734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57691C-5409-AB25-DE15-1AD66FEA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880DE-286E-711D-6ADF-9D04F4DC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ERES SANTO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SOLO TU ERES SANTO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SOLO TU ERES SANTO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SANTO MI SEÑOR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730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5DD9D1-6DD0-75AA-636F-E4A9D63E8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6B777-C6DC-CF76-DD0B-60792BF12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AMARTE SOLO A TI SEÑOR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AMARTE SOLO A TI SEÑOR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AMARTE SOLO A TI SEÑOR Y NO MIRAR ATRÁS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22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1A7F6-3FC3-B1EA-57EB-D001D3C1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BA12F-2B4B-1B90-7230-732891BC3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SEGUIR TU CAMINAR SEÑOR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SEGUIR SIN DESMAYAR SEÑOR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POSTRADO ANTE TU ALTAR SEÑOR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NO MIRAR ATRÁS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035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10FAC-DBE6-BA2B-1188-9D030F38B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AAB0F-30EB-5109-8F18-764C14960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AMARTE SOLO A TI SEÑOR</a:t>
            </a:r>
            <a:b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AMARTE SOLO A TI SEÑOR</a:t>
            </a:r>
            <a:b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AMARTE SOLO A TI SEÑOR PUES SOLO TUYO SOY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128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1B30C-4B17-E0C6-A920-D93284512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75C79-68B0-04BA-5B0A-E71CE6F5C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///SEGUIRTE SOLO A TI SEÑOR///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NO MIRAR ATRAS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753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F8D86-CC95-278B-ECB3-F8FFF1A0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58D5E-B65B-0EC2-79E1-B7C159C48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//SATÚRAME SEÑOR CON 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ESPÍRITU//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//Y DÉJAME SENTIR EL 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FUEGO DE TU AMOR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AQUÍ EN MI CORAZÓN 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SEÑOR//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271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3E95E7-6DCA-1820-6822-B9D38DD3A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D3C05-7C4A-F487-207D-49C12C56B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 JESÚS, TÚ ERES MI VIDA SEÑOR JESÚS, 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TÚ ERES MI AMOR 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//SALVASTE MI ALMA PERDIDA POR ESO TE ALABO CON EL CORAZÓN//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 EL CORAZON, CON EL CORAZON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797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2F8B2-F563-0FDB-3C2F-F748A072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5CF1B-DC3C-16AA-3286-44A0A037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NUESTRA VIDA AQUÍ EN LA TIERRA</a:t>
            </a:r>
            <a:b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TENGA QUE LLEGAR A SU FIN</a:t>
            </a:r>
            <a:b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 ÚLTIMA BATALLA JUNTOS PODAMOS TERMINAR.</a:t>
            </a:r>
            <a:b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LOS HUMOS SEAN DISIPADOS</a:t>
            </a:r>
            <a:b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LA SANTA BIBLIA SE TENGA QUE CERRAR</a:t>
            </a:r>
            <a:b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COMPRENDEREMOS QUE ES NUESTRO TIEMPO DE REGRESAR.</a:t>
            </a:r>
            <a:endParaRPr lang="es-CO" sz="4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40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1D9877-1B78-EAD3-F0BF-8ABA9F9B1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C6D6CF-932D-7D15-97B1-08B242F66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5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REGRESAREMOS A NUESTRO </a:t>
            </a:r>
            <a:br>
              <a:rPr lang="es-ES" sz="5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HOGAR MÁS ALLÁ DEL SOL</a:t>
            </a:r>
            <a:br>
              <a:rPr lang="es-ES" sz="5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SERA UNA MAÑANA</a:t>
            </a:r>
            <a:br>
              <a:rPr lang="es-ES" sz="5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ETERNO Y BRILLANTE </a:t>
            </a:r>
            <a:br>
              <a:rPr lang="es-ES" sz="5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AMANECER ALLÍ VEREMOS A VETERANOS CON CICATRICES DE DURO BATALLAR Y JUNTO A ELLOS</a:t>
            </a:r>
            <a:br>
              <a:rPr lang="es-ES" sz="5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CANTAREMOS, LLORAREMOS</a:t>
            </a:r>
            <a:br>
              <a:rPr lang="es-ES" sz="5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GOZO SIN PAR.</a:t>
            </a:r>
            <a:endParaRPr lang="es-CO" sz="5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706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27405-062E-982F-C536-2540715F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5B269-8044-B59A-CD79-0F78F2BC7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REY SALIENDO EN SU BELLEZA Y SANTIDAD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 SUS PROPIAS MANOS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NUESTRAS LAGRIMAS LIMPIARA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NOS DIRÁ, AMADOS MÍOS, TODO HA PASADO,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LLORES MÁS, LA MESA ESTÁ EXTENDIDA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ENTRA EN EL GOZO DE TU SEÑOR.</a:t>
            </a:r>
            <a:endParaRPr lang="es-CO" sz="54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205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A7EF3-E10D-D6D8-1139-ABAED43F3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381D-2E55-1C10-E1ED-89C946CE9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//AMÉMONOS DE CORAZÓN </a:t>
            </a:r>
            <a:b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DE LABIOSNO FINGIDOS//</a:t>
            </a:r>
            <a:b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//PARA CUANDO CRISTO VENGA PARA CUANDO CRISTO VENGA NOS ENCUENTRE APERCIBIDOS//</a:t>
            </a:r>
            <a:endParaRPr lang="es-CO" sz="6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473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86991-007A-A66A-FB77-B8B4B15E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7E1C7-7F92-80E7-D8F1-973B7F456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//COMO PUEDES TU ORAR ENOJADO CON TU HERMANO// //DIOS NO ESCUCHA LA ORACION//</a:t>
            </a:r>
            <a:b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 NO ESTAS RECONCILIADO //CRISTO DICE PERDONAD PARA QUE SEAS PERDONADO//</a:t>
            </a:r>
            <a:endParaRPr lang="es-CO" sz="6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668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9C284A-8368-D179-B059-C6CAE2E8E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4B394-DF4A-9D17-1658-16C5C1461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//PORQUE AQUÉL QUE NO PERDONA// NO PODRÁ SER PERDONADO //MANDAMIENTO NUEVO OS DOY QUE OS AMÉIS UNOS A OTROS//</a:t>
            </a:r>
            <a:b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//COMO YO OS HE AMADO// QUE OS AMEIS TAMBIEN VOSOTROS</a:t>
            </a:r>
            <a:endParaRPr lang="es-CO" sz="6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078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B03D2-4E04-6C8A-BB8F-8DA1E9FA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A8B22-BD55-0C6B-671E-F57B80CE2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 TU ERES MI LUZ Y MI SALVACIÓN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 TU ERES LA FUERZA DE MI POBRE CORAZON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CONFIARÉ ETERNAMENTE EN TI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EN TUS BRAZOS DESCANSARÉ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672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23BC5-30BF-FB24-FA38-B4BB54C5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9AE6D-AF2A-8DF4-770A-885F76DCA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12295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ALABARÉ SEÑOR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EXALTARÉ OH DIOS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CANCIÓN ALZARÉ, Y EN TI ESPERARÉ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ALABARÉ SEÑOR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EXALTARÉ OH DIOS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CANCIÓN ALZARÉ, Y EN TI...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ESPERARÉ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524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80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SI DECIDIERA</a:t>
            </a:r>
            <a:br>
              <a:rPr lang="es-ES" sz="8000" dirty="0"/>
            </a:br>
            <a:r>
              <a:rPr lang="es-ES" sz="80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NEGAR MI FE</a:t>
            </a:r>
            <a:br>
              <a:rPr lang="es-ES" sz="8000" dirty="0"/>
            </a:br>
            <a:r>
              <a:rPr lang="es-ES" sz="80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NO CONFIAR NUNCA MÁS EN ÉL</a:t>
            </a:r>
            <a:br>
              <a:rPr lang="es-ES" sz="8000" dirty="0"/>
            </a:br>
            <a:r>
              <a:rPr lang="es-ES" sz="80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//NO TENGO A DONDE IR// </a:t>
            </a:r>
            <a:endParaRPr lang="es-ES" sz="8000" b="0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80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SI DESPRECIARE</a:t>
            </a:r>
            <a:br>
              <a:rPr lang="es-ES" sz="8000" dirty="0"/>
            </a:br>
            <a:r>
              <a:rPr lang="es-ES" sz="80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MI CORAZÓN</a:t>
            </a:r>
            <a:br>
              <a:rPr lang="es-ES" sz="8000" dirty="0"/>
            </a:br>
            <a:r>
              <a:rPr lang="es-ES" sz="80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LA SANTA GRACIA</a:t>
            </a:r>
            <a:br>
              <a:rPr lang="es-ES" sz="8000" dirty="0"/>
            </a:br>
            <a:r>
              <a:rPr lang="es-ES" sz="80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ME SALVÓ</a:t>
            </a:r>
            <a:br>
              <a:rPr lang="es-ES" sz="8000" dirty="0"/>
            </a:br>
            <a:r>
              <a:rPr lang="es-ES" sz="80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//NO TENGO A DONDE IR// </a:t>
            </a:r>
            <a:endParaRPr lang="es-ES" sz="8000" b="0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72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CONVENCIDO ESTOY QUE SIN TU AMOR SE ACABARÍAN MIS FUERZAS;</a:t>
            </a:r>
            <a:br>
              <a:rPr lang="es-ES" sz="7200" dirty="0"/>
            </a:br>
            <a:r>
              <a:rPr lang="es-ES" sz="72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SIN TI MI CORAZÓN SEDIENTO SE MUERE,</a:t>
            </a:r>
            <a:br>
              <a:rPr lang="es-ES" sz="7200" dirty="0"/>
            </a:br>
            <a:r>
              <a:rPr lang="es-ES" sz="72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SE SECA </a:t>
            </a:r>
            <a:endParaRPr lang="es-ES" sz="7200" b="0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95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CERCA DE TI, YO QUIERO ESTAR</a:t>
            </a:r>
            <a:br>
              <a:rPr lang="es-ES" sz="9500" dirty="0"/>
            </a:br>
            <a:r>
              <a:rPr lang="es-ES" sz="95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TU PRESENCIA</a:t>
            </a:r>
            <a:br>
              <a:rPr lang="es-ES" sz="9500" dirty="0"/>
            </a:br>
            <a:r>
              <a:rPr lang="es-ES" sz="95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NO ME QUIERO ALEJAR.</a:t>
            </a:r>
            <a:endParaRPr lang="es-ES" sz="9500" b="0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88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CERCA DE TI JESÚS, YO QUIERO ESTAR , DE TU PRESENCIA NO ME QUIERO ALEJAR</a:t>
            </a:r>
            <a:endParaRPr lang="es-ES" sz="8800" b="0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55C63-F6E9-249F-C739-4004953F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058A-0AFD-8C2B-9D5F-DF03E5603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312822"/>
            <a:ext cx="11983453" cy="6545178"/>
          </a:xfrm>
        </p:spPr>
        <p:txBody>
          <a:bodyPr>
            <a:noAutofit/>
          </a:bodyPr>
          <a:lstStyle/>
          <a:p>
            <a: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QUIERO LEVANTAR MIS MANOS</a:t>
            </a:r>
            <a:b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QUIERO LEVANTAR MI VOZ</a:t>
            </a:r>
            <a:b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OFRECIERTE A TI MI VIDA</a:t>
            </a:r>
            <a:b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SANTIDAD Y AMOR</a:t>
            </a:r>
            <a:endParaRPr lang="es-CO" sz="7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725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D4F5D-A5BC-2C5D-714D-8FC7FADF0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8E571-464D-C49F-397C-57B6B8135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PADRE, SOLO A TI TE OFREZCO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VIDA Y MI CORAZÓN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ME POSTRO EN TU PRESENCIA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ADORACIÓN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37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1263F-3762-17BB-3F64-025D5D2AD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98E31-4ED1-95CC-FD06-3027DA0B4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HIJO DE DIOS, RECIBE HOY</a:t>
            </a:r>
            <a:b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LA GLORIA, LA HONRA Y HONOR</a:t>
            </a:r>
            <a:b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HIJO DE DIOS, RECIBE HOY</a:t>
            </a:r>
            <a:b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LA GLORIA, LA HONRA Y HONOR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0051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656</Words>
  <Application>Microsoft Office PowerPoint</Application>
  <PresentationFormat>Panorámica</PresentationFormat>
  <Paragraphs>25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Symbol</vt:lpstr>
      <vt:lpstr>Times New Roman</vt:lpstr>
      <vt:lpstr>Wingdings</vt:lpstr>
      <vt:lpstr>Tema de Office</vt:lpstr>
      <vt:lpstr>1_Tema de Office</vt:lpstr>
      <vt:lpstr>TE ADORAMOS CRISTO TE ADORAMOS CRISTO TE ADORAMOS, CRISTO MI SEÑOR</vt:lpstr>
      <vt:lpstr>//ALELUYA GLORIA ALELUYA; GLORIA ALELUYA, GLORIA AL SEÑOR//</vt:lpstr>
      <vt:lpstr>TU ERES SANTO SOLO TU ERES SANTO SOLO TU ERES SANTO SANTO MI SEÑOR</vt:lpstr>
      <vt:lpstr>AMARTE SOLO A TI SEÑOR AMARTE SOLO A TI SEÑOR AMARTE SOLO A TI SEÑOR Y NO MIRAR ATRÁS</vt:lpstr>
      <vt:lpstr>SEGUIR TU CAMINAR SEÑOR SEGUIR SIN DESMAYAR SEÑOR POSTRADO ANTE TU ALTAR SEÑOR Y NO MIRAR ATRÁS</vt:lpstr>
      <vt:lpstr>AMARTE SOLO A TI SEÑOR AMARTE SOLO A TI SEÑOR AMARTE SOLO A TI SEÑOR PUES SOLO TUYO SOY</vt:lpstr>
      <vt:lpstr>///SEGUIRTE SOLO A TI SEÑOR/// Y NO MIRAR ATRAS</vt:lpstr>
      <vt:lpstr>//SATÚRAME SEÑOR CON  TU ESPÍRITU// //Y DÉJAME SENTIR EL  FUEGO DE TU AMOR AQUÍ EN MI CORAZÓN  SEÑOR//</vt:lpstr>
      <vt:lpstr>SEÑOR JESÚS, TÚ ERES MI VIDA SEÑOR JESÚS,  TÚ ERES MI AMOR  //SALVASTE MI ALMA PERDIDA POR ESO TE ALABO CON EL CORAZÓN// CON EL CORAZON, CON EL CORAZON</vt:lpstr>
      <vt:lpstr>CUANDO NUESTRA VIDA AQUÍ EN LA TIERRA TENGA QUE LLEGAR A SU FIN LA ÚLTIMA BATALLA JUNTOS PODAMOS TERMINAR. CUANDO LOS HUMOS SEAN DISIPADOS Y LA SANTA BIBLIA SE TENGA QUE CERRAR COMPRENDEREMOS QUE ES NUESTRO TIEMPO DE REGRESAR.</vt:lpstr>
      <vt:lpstr>REGRESAREMOS A NUESTRO  HOGAR MÁS ALLÁ DEL SOL SERA UNA MAÑANA DE ETERNO Y BRILLANTE  AMANECER ALLÍ VEREMOS A VETERANOS CON CICATRICES DE DURO BATALLAR Y JUNTO A ELLOS CANTAREMOS, LLORAREMOS DE GOZO SIN PAR.</vt:lpstr>
      <vt:lpstr>EL REY SALIENDO EN SU BELLEZA Y SANTIDAD CON SUS PROPIAS MANOS NUESTRAS LAGRIMAS LIMPIARA Y NOS DIRÁ, AMADOS MÍOS, TODO HA PASADO, NO LLORES MÁS, LA MESA ESTÁ EXTENDIDA ENTRA EN EL GOZO DE TU SEÑOR.</vt:lpstr>
      <vt:lpstr>//AMÉMONOS DE CORAZÓN  Y DE LABIOSNO FINGIDOS// //PARA CUANDO CRISTO VENGA PARA CUANDO CRISTO VENGA NOS ENCUENTRE APERCIBIDOS//</vt:lpstr>
      <vt:lpstr>//COMO PUEDES TU ORAR ENOJADO CON TU HERMANO// //DIOS NO ESCUCHA LA ORACION// SI NO ESTAS RECONCILIADO //CRISTO DICE PERDONAD PARA QUE SEAS PERDONADO//</vt:lpstr>
      <vt:lpstr>//PORQUE AQUÉL QUE NO PERDONA// NO PODRÁ SER PERDONADO //MANDAMIENTO NUEVO OS DOY QUE OS AMÉIS UNOS A OTROS// //COMO YO OS HE AMADO// QUE OS AMEIS TAMBIEN VOSOTROS</vt:lpstr>
      <vt:lpstr>SEÑOR TU ERES MI LUZ Y MI SALVACIÓN SEÑOR TU ERES LA FUERZA DE MI POBRE CORAZON YO CONFIARÉ ETERNAMENTE EN TI Y EN TUS BRAZOS DESCANSARÉ</vt:lpstr>
      <vt:lpstr>TE ALABARÉ SEÑOR TE EXALTARÉ OH DIOS MI CANCIÓN ALZARÉ, Y EN TI ESPERARÉ TE ALABARÉ SEÑOR TE EXALTARÉ OH DIOS MI CANCIÓN ALZARÉ, Y EN TI... ESPERARÉ</vt:lpstr>
      <vt:lpstr>SI DECIDIERA NEGAR MI FE Y NO CONFIAR NUNCA MÁS EN ÉL //NO TENGO A DONDE IR// </vt:lpstr>
      <vt:lpstr>SI DESPRECIARE EN MI CORAZÓN LA SANTA GRACIA QUE ME SALVÓ //NO TENGO A DONDE IR// </vt:lpstr>
      <vt:lpstr>CONVENCIDO ESTOY QUE SIN TU AMOR SE ACABARÍAN MIS FUERZAS; Y SIN TI MI CORAZÓN SEDIENTO SE MUERE, Y SE SECA </vt:lpstr>
      <vt:lpstr>CERCA DE TI, YO QUIERO ESTAR DE TU PRESENCIA NO ME QUIERO ALEJAR.</vt:lpstr>
      <vt:lpstr>CERCA DE TI JESÚS, YO QUIERO ESTAR , DE TU PRESENCIA NO ME QUIERO ALEJAR</vt:lpstr>
      <vt:lpstr>QUIERO LEVANTAR MIS MANOS QUIERO LEVANTAR MI VOZ Y OFRECIERTE A TI MI VIDA EN SANTIDAD Y AMOR</vt:lpstr>
      <vt:lpstr>PADRE, SOLO A TI TE OFREZCO MI VIDA Y MI CORAZÓN Y ME POSTRO EN TU PRESENCIA EN ADORACIÓN</vt:lpstr>
      <vt:lpstr>HIJO DE DIOS, RECIBE HOY TODA LA GLORIA, LA HONRA Y HONOR HIJO DE DIOS, RECIBE HOY TODA LA GLORIA, LA HONRA Y HONOR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13</cp:revision>
  <dcterms:created xsi:type="dcterms:W3CDTF">2024-11-24T01:13:55Z</dcterms:created>
  <dcterms:modified xsi:type="dcterms:W3CDTF">2026-10-11T01:20:44Z</dcterms:modified>
</cp:coreProperties>
</file>