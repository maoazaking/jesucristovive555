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24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256" r:id="rId11"/>
    <p:sldId id="257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14" r:id="rId22"/>
    <p:sldId id="315" r:id="rId23"/>
    <p:sldId id="316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4C3626-AB6A-407A-8AF3-A89C0F69E74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723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16/08/2026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7CED2-6FE2-D08F-B4F7-EDF1644A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293DC-B495-5C2E-3481-1C7C15F79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90335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 VIDA ENTERA ESTÉ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CONSAGRADA A TI,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A MIS MANOS PUEDA GUIAR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IMPULSO DE TU AMOR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4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4B49A-8D81-4BF1-77D7-C5CF4709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140C0-0BC8-CB59-28AC-43B0236CC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LÁVAME EN TU SANGRE, SALVADOR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LÍMPIAME DE TODA MI MALDAD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TRAIGO A TI MI VIDA PARA SER,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TUYA POR LA ETERNIDAD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31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61FF8-808B-6C13-6639-3C62F2C6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1940E-10A7-693F-B3DD-AF6CE249D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33137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MIS PIES TAN SOLO EN POS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LO SANTO PUEDAN IR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QUE A TI, SEÑOR, MI VOZ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COMPLAZCA EN BENDECIR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5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8AFD8-CFCB-01B1-E1FE-260709DD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C1AE7-AFE7-D752-2354-948FDD041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0948"/>
            <a:ext cx="12192000" cy="6858000"/>
          </a:xfrm>
        </p:spPr>
        <p:txBody>
          <a:bodyPr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 TIEMPO TODO ESTÉ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CONSAGRADO A TU LOOR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MIS LABIOS, AL HABLAR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HABLEN SOLO DE TU AMOR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05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4D51A-F2CD-CA78-113D-8DEFC934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02CDF-5B0E-9D3E-8E0E-D9861D206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12821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TOMA, OH DIOS, MI VOLUNTAD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HAZLA TUYA, NADA MÁS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TOMA, SÍ, MI CORAZÓN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TU TRONO LO TENDRÁS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6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77B80-6047-23AA-5C49-8D47076B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94F98-6B4B-706F-2FF2-4097C549D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33137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 TÚ MI AMOR, QUE HOY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VENGO A PONER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 TODO LO QUE SOY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TUYO QUIERO SER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49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A CRISTO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ME ENTREGO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EL FIN DE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SERLE FIEL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7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19B79-27F6-E036-9FB3-603B8A67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01F95-5B2A-3326-92EB-0FD2D19EA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SIEMPRE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AMARLE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AGRADARLE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A ÉL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319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92085-9BE5-BDBE-48A3-D5245031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BAF46-AC6A-5CF5-2E31-74A9EBD42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ME RINDO A ÉL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ME RINDO A ÉL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A CRISTO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ME ENTREGO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QUIERO SERLE FIEL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3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20180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ESPÍRITU SANTO VEN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LLÉNAME SEÑOR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TU PRECIOSA UNCIÓN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015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PURIFÍCAME Y LÁVAME, RENUÉVAME, RESTÁURAME, SEÑOR, CON TU PODER.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PURIFÍCAME Y LÁVAME, RENUÉVAME, RESTÁURAME, SEÑOR TE QUIERO CONOCER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E6ACF-2971-A4C8-14CD-58D35A63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7B362-B08F-7227-9900-A8CB472E8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QUÉ PAGAREMOS ESTE INMENSO AMOR,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DISTE TU VIDA POR 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VIL PECADOR;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JESUCRISTO, CONFORTA MI ALMA,PARA QUE YO PUEDA VENCER EN LA LUCHA,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SERVIRTE MEJOR.</a:t>
            </a:r>
            <a:endParaRPr lang="es-CO" sz="5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0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AC9FE-B44A-2CC9-8DC1-19E690AA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A346B-EC45-62A4-EA05-83A0C55D3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TENGO QUE DARTE, POR AMARME TANTO,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RECIBE ESTE CANTO MEZCLADO CON LLANTO,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MI CORAZÓN.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58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D5640-D4DE-925E-2703-329917B1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C2124-A429-4CE9-498C-1AB889E2C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CUANDO LA NOCHE 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EXTIENDA SU MANTO,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MIS OJOS EN LLANTO 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TI FIJARÉ;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ALZANDO MIS OJOS, 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VERÉ LAS ESTRELLAS,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SÉ QUE TRAS ELLAS, 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CUAL PADRE AMOROSO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VELAS POR MÍ.</a:t>
            </a:r>
            <a:endParaRPr lang="es-CO" sz="5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57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24086-2FB3-7FE2-2ED6-D35EE959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BB43E-BAB1-BA0B-3254-615011865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PUEDO PAGARTE CON 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ORO NI PLATA,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GRAN SACRIFICIO QUE HICISTE POR MÍ;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CAMBIO RECIBE LA 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OFRENDA HUMILLADA,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OFRENDA HUMILLADA,</a:t>
            </a:r>
            <a:b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 JESUCRISTO, MI FIEL CORAZÓN.</a:t>
            </a:r>
            <a:endParaRPr lang="es-CO" sz="5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89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C3D51-D951-6262-5234-8EDB3C153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4C734-0B80-F49A-3CB3-DB7B8A79D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//CRISTO, YO TE AMO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CRISTO, YO TE AMO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HAY NADIE COMO TÚ JESÚS//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4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789A4-2F8F-D509-581B-929E3430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EAB6B-14EA-BD6F-88F8-D01E36FF7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NO SÉ DÓNDE ESTUVIERA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 YO A TI NO TE TUVIERA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 NO HUBIERA CONOCIDO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 DIOS QUE ME AMA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969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86C05-1B17-F3C6-F0B8-5691D3B5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F74EC-FD0F-CC6C-CE1D-4A7CD4071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//AL DIOS QUE ME AMA//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85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E7C96-B377-E9BB-B2B0-74715DE0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00818-3DA8-815C-088B-AB99E6170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TAL COMO SOY,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SIN NADA QUE OFRECER MÁS QUE MI CANCIÓN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TENGO MÁS QUE DARTE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PUES TODO ES TUYO, SEÑOR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134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0A364-B737-06DD-2274-9D474E02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C016B-21D8-5ED9-089B-B409213B7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ACÉPTAME COMO OFRENDA DE AMOR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COMO UN SACRIFICIO AGRADABLE EN TU HONOR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GRATO PERFUME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SER, SEÑOR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945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22D16-5A81-E15B-9C1D-C9FD3287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0A80C-C9E6-6034-09F6-EFEF22C76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5626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//SI TUVIERAS FE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COMO UN GRANITO DE MOSTAZA,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ESO LO DIJÓ EL SEÑOR.//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//TU LE DIRÍAS A ESA MONTAÑA,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MUÉVETE, MUÉVETE.//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ES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810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716F5-B776-4352-B647-C8213AF5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56CD7-EB4B-2128-AA5B-A2F2CFEC3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79722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//ESA MONTAÑA SE MOVERÁ,</a:t>
            </a:r>
            <a:b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MOVERÁ, SE MOVERÁ//</a:t>
            </a:r>
          </a:p>
        </p:txBody>
      </p:sp>
    </p:spTree>
    <p:extLst>
      <p:ext uri="{BB962C8B-B14F-4D97-AF65-F5344CB8AC3E}">
        <p14:creationId xmlns:p14="http://schemas.microsoft.com/office/powerpoint/2010/main" val="1773466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26593-3431-7622-8C89-E31AB26C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4E854-10D2-AF3C-CE17-F8DE68AA3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015821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//Y LOS ENFERMOS SE SANARÁN, SE SANARÁN //</a:t>
            </a:r>
          </a:p>
        </p:txBody>
      </p:sp>
    </p:spTree>
    <p:extLst>
      <p:ext uri="{BB962C8B-B14F-4D97-AF65-F5344CB8AC3E}">
        <p14:creationId xmlns:p14="http://schemas.microsoft.com/office/powerpoint/2010/main" val="32988062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550</Words>
  <Application>Microsoft Office PowerPoint</Application>
  <PresentationFormat>Panorámica</PresentationFormat>
  <Paragraphs>24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QUE MI VIDA ENTERA ESTÉ CONSAGRADA A TI, SEÑOR QUE A MIS MANOS PUEDA GUIAR EL IMPULSO DE TU AMOR</vt:lpstr>
      <vt:lpstr>LÁVAME EN TU SANGRE, SALVADOR LÍMPIAME DE TODA MI MALDAD TRAIGO A TI MI VIDA PARA SER, SEÑOR TUYA POR LA ETERNIDAD</vt:lpstr>
      <vt:lpstr>QUE MIS PIES TAN SOLO EN POS DE LO SANTO PUEDAN IR Y QUE A TI, SEÑOR, MI VOZ SE COMPLAZCA EN BENDECIR</vt:lpstr>
      <vt:lpstr>QUE MI TIEMPO TODO ESTÉ CONSAGRADO A TU LOOR QUE MIS LABIOS, AL HABLAR HABLEN SOLO DE TU AMOR</vt:lpstr>
      <vt:lpstr>TOMA, OH DIOS, MI VOLUNTAD Y HAZLA TUYA, NADA MÁS TOMA, SÍ, MI CORAZÓN POR TU TRONO LO TENDRÁS</vt:lpstr>
      <vt:lpstr>TOMA TÚ MI AMOR, QUE HOY A TUS PIES VENGO A PONER TOMA TODO LO QUE SOY TODO TUYO QUIERO SER</vt:lpstr>
      <vt:lpstr>TODO A CRISTO YO ME ENTREGO CON EL FIN DE SERLE FIEL</vt:lpstr>
      <vt:lpstr>PARA SIEMPRE QUIERO AMARLE Y AGRADARLE SOLO A ÉL</vt:lpstr>
      <vt:lpstr>YO ME RINDO A ÉL YO ME RINDO A ÉL TODO A CRISTO YO ME ENTREGO QUIERO SERLE FIEL</vt:lpstr>
      <vt:lpstr>VEN ESPÍRITU SANTO VEN Y LLÉNAME SEÑOR CON TU PRECIOSA UNCIÓN</vt:lpstr>
      <vt:lpstr>PURIFÍCAME Y LÁVAME, RENUÉVAME, RESTÁURAME, SEÑOR, CON TU PODER. PURIFÍCAME Y LÁVAME, RENUÉVAME, RESTÁURAME, SEÑOR TE QUIERO CONOCER</vt:lpstr>
      <vt:lpstr>CON QUÉ PAGAREMOS ESTE INMENSO AMOR, QUE DISTE TU VIDA POR  EL VIL PECADOR; SEÑOR JESUCRISTO, CONFORTA MI ALMA,PARA QUE YO PUEDA VENCER EN LA LUCHA, Y SERVIRTE MEJOR.</vt:lpstr>
      <vt:lpstr>NO TENGO QUE DARTE, POR AMARME TANTO, RECIBE ESTE CANTO MEZCLADO CON LLANTO, DE MI CORAZÓN.</vt:lpstr>
      <vt:lpstr>Y CUANDO LA NOCHE  EXTIENDA SU MANTO, MIS OJOS EN LLANTO  EN TI FIJARÉ; ALZANDO MIS OJOS,  VERÉ LAS ESTRELLAS, YO SÉ QUE TRAS ELLAS,  CUAL PADRE AMOROSO TÚ VELAS POR MÍ.</vt:lpstr>
      <vt:lpstr>NO PUEDO PAGARTE CON  ORO NI PLATA, EL GRAN SACRIFICIO QUE HICISTE POR MÍ; EN CAMBIO RECIBE LA  OFRENDA HUMILLADA, LA OFRENDA HUMILLADA, SEÑOR JESUCRISTO, MI FIEL CORAZÓN.</vt:lpstr>
      <vt:lpstr>//CRISTO, YO TE AMO CRISTO, YO TE AMO NO HAY NADIE COMO TÚ JESÚS//</vt:lpstr>
      <vt:lpstr>Y NO SÉ DÓNDE ESTUVIERA SI YO A TI NO TE TUVIERA SI NO HUBIERA CONOCIDO AL DIOS QUE ME AMA</vt:lpstr>
      <vt:lpstr>//AL DIOS QUE ME AMA//</vt:lpstr>
      <vt:lpstr>TAL COMO SOY, SEÑOR SIN NADA QUE OFRECER MÁS QUE MI CANCIÓN NO TENGO MÁS QUE DARTE PUES TODO ES TUYO, SEÑOR</vt:lpstr>
      <vt:lpstr>ACÉPTAME COMO OFRENDA DE AMOR COMO UN SACRIFICIO AGRADABLE EN TU HONOR GRATO PERFUME YO QUIERO SER, SEÑOR</vt:lpstr>
      <vt:lpstr>//SI TUVIERAS FE COMO UN GRANITO DE MOSTAZA, ESO LO DIJÓ EL SEÑOR.// //TU LE DIRÍAS A ESA MONTAÑA, MUÉVETE, MUÉVETE.// </vt:lpstr>
      <vt:lpstr>//ESA MONTAÑA SE MOVERÁ, SE MOVERÁ, SE MOVERÁ//</vt:lpstr>
      <vt:lpstr>//Y LOS ENFERMOS SE SANARÁN, SE SANARÁN //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8</cp:revision>
  <dcterms:created xsi:type="dcterms:W3CDTF">2024-11-24T01:13:55Z</dcterms:created>
  <dcterms:modified xsi:type="dcterms:W3CDTF">2026-08-16T20:15:05Z</dcterms:modified>
</cp:coreProperties>
</file>