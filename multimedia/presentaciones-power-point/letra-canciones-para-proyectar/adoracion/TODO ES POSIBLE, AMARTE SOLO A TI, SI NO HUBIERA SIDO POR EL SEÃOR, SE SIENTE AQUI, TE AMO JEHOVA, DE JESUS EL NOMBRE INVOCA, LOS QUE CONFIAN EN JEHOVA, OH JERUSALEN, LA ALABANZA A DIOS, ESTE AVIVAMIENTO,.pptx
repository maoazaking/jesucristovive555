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4"/>
  </p:notesMasterIdLst>
  <p:sldIdLst>
    <p:sldId id="291" r:id="rId3"/>
    <p:sldId id="329" r:id="rId4"/>
    <p:sldId id="331" r:id="rId5"/>
    <p:sldId id="332" r:id="rId6"/>
    <p:sldId id="325" r:id="rId7"/>
    <p:sldId id="326" r:id="rId8"/>
    <p:sldId id="327" r:id="rId9"/>
    <p:sldId id="328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7" autoAdjust="0"/>
    <p:restoredTop sz="94660"/>
  </p:normalViewPr>
  <p:slideViewPr>
    <p:cSldViewPr snapToGrid="0">
      <p:cViewPr varScale="1">
        <p:scale>
          <a:sx n="68" d="100"/>
          <a:sy n="68" d="100"/>
        </p:scale>
        <p:origin x="8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063325-4C64-448E-A5BA-D48D8B9DC1B5}" type="datetimeFigureOut">
              <a:rPr lang="es-CO" smtClean="0"/>
              <a:t>12/09/2026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4C3626-AB6A-407A-8AF3-A89C0F69E74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5212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12/09/2026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12/09/2026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12/09/2026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12/09/2026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12/09/2026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12/09/2026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12/09/2026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12/09/2026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12/09/2026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12/09/2026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12/09/2026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9680" cy="238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8480" cy="3973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lstStyle/>
          <a:p>
            <a:fld id="{34566CD0-F52E-440A-A10D-EF6C068B4AF6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4675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12/09/2026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91120"/>
            <a:ext cx="91396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73F6255-CC7A-4A7C-8170-4AABD29A578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‹Nº›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</a:p>
        </p:txBody>
      </p:sp>
    </p:spTree>
    <p:extLst>
      <p:ext uri="{BB962C8B-B14F-4D97-AF65-F5344CB8AC3E}">
        <p14:creationId xmlns:p14="http://schemas.microsoft.com/office/powerpoint/2010/main" val="61901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6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SI EN PRUEBAS Y EN DOLOR,</a:t>
            </a:r>
            <a:br>
              <a:rPr lang="es-ES" sz="66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</a:br>
            <a:r>
              <a:rPr lang="es-ES" sz="66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ENCUENTRAS DESMAYAR,</a:t>
            </a:r>
            <a:br>
              <a:rPr lang="es-ES" sz="66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</a:br>
            <a:r>
              <a:rPr lang="es-ES" sz="66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HABRÁ EN TU POBRE SER</a:t>
            </a:r>
            <a:br>
              <a:rPr lang="es-ES" sz="66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</a:br>
            <a:r>
              <a:rPr lang="es-ES" sz="6600" b="1" u="none" strike="noStrike" dirty="0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MIL DUDAS Y PESAR, EL SEÑOR JESUS</a:t>
            </a:r>
            <a:endParaRPr lang="es-ES" sz="6600" b="1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344D8-D0A5-3183-688B-BF62574A8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4908ED4E-147C-7FD2-857B-280F6125C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6400" b="1" dirty="0">
                <a:solidFill>
                  <a:srgbClr val="FFFFFF"/>
                </a:solidFill>
                <a:latin typeface="Arial"/>
                <a:ea typeface="Tahoma"/>
              </a:rPr>
              <a:t>PODRÁ CAMBIAR TU SER, SI TAN SÓLO TIENES FE, CREE EN ÉL.</a:t>
            </a:r>
            <a:endParaRPr lang="es-ES" sz="6400" b="1" u="none" strike="noStrike" dirty="0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33105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9B0B6-B6DD-732F-C4A7-3210D240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0A1BA887-DCAD-98C2-B836-2BE624C78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 ES POSIBLE SI PUEDES CREER,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 ES POSIBLE SI PUEDES CREER;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FE, MUEVE LA MANO DE DIOS;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FE, EN SU PALABRA VIVA;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TODO ES POSIBLE SI PUEDES CREER.</a:t>
            </a:r>
            <a:endParaRPr lang="es-ES" sz="64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779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23BEC7-A0A9-F0B5-CA55-3B282B264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34EBDC38-D8EB-3E83-C280-F8F43975C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CRISTO EL SEÑOR JESÚS,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INVITA A GOZAR,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PLENA GRACIA Y LUZ,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TODO BIENESTAR;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SÓLO ÉL PODRÁ CAMBIAR </a:t>
            </a:r>
            <a:b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 SER, SI TAN SÓLO TIENES FE, CREE EN ÉL.</a:t>
            </a:r>
            <a:endParaRPr lang="es-ES" sz="62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539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DD9D1-6DD0-75AA-636F-E4A9D63E8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F6B777-C6DC-CF76-DD0B-60792BF12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AMARTE SOLO A TI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AMARTE SOLO A TI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AMARTE SOLO A TI SEÑOR Y NO MIRAR ATRÁS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220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1A7F6-3FC3-B1EA-57EB-D001D3C13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9BA12F-2B4B-1B90-7230-732891BC31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SEGUIR TU CAMINAR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SEGUIR SIN DESMAYAR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POSTRADO ANTE TU ALTAR SEÑOR</a:t>
            </a:r>
            <a:b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NO MIRAR ATRÁS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035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410FAC-DBE6-BA2B-1188-9D030F38B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AAB0F-30EB-5109-8F18-764C14960B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AMARTE SOLO A TI SEÑOR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AMARTE SOLO A TI SEÑOR</a:t>
            </a:r>
            <a:b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9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AMARTE SOLO A TI SEÑOR PUES SOLO TUYO SOY</a:t>
            </a:r>
            <a:endParaRPr lang="es-CO" sz="6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128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1B30C-4B17-E0C6-A920-D93284512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75C79-68B0-04BA-5B0A-E71CE6F5C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///SEGUIRTE SOLO A TI SEÑOR///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 NO MIRAR ATRAS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753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61D02-467A-078C-D0D7-07B4DCE30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32B1793A-FF27-9010-D55C-4C3BE8D8F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//SÍ NO HUBIERA SIDO POR EL SEÑOR//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//MI ALMA SE HUBIERA PERDIDO,SI NO HUBIERA SIDO POR EL SEÑOR//.</a:t>
            </a:r>
            <a:endParaRPr lang="es-ES" sz="80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12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93B05-1621-B967-F1A8-EE8A3426D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805A3A22-9A48-558B-B657-E2BB7F3F3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//MUCHÍSIMAS GRACIAS,OH BUEN SEÑOR//.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//TÚ SANGRE EN LA CRUZ DERRAMASTE,Y CON ELLA LIMPIASTE MI CORAZÓN//.</a:t>
            </a:r>
            <a:endParaRPr lang="es-ES" sz="72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552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F8CC5-A6CC-41A4-EE7E-0E59428C8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3CDE47E1-9041-5AC8-AAF1-F57D5D5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//OH, GLORIA, ALELUYA, A TÍ SEÑOR//.</a:t>
            </a:r>
            <a:b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//MI ALMA TE EXALTA Y TE ALABA,Y CON GOZO TE CANTA POR TU AMOR//.</a:t>
            </a:r>
            <a:endParaRPr lang="es-ES" sz="72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913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97FCEC-7910-238A-799E-6223EA88F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A55778-1DE1-78AD-DD05-5146E7126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 SIENTE AQUÍ, EL ESPÍRITU DE DIOS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 SIENTE AQUÍ, EL ESPÍRITU DE DIOS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 SIENTE AQUÍ, EL ESPÍRITU DE DIOS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PUEDES SENTIRLO, SENTIRLO, EN TU CORAZÓN 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091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F960D-2C6E-308A-16F8-DBB0EE96B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608F9D-E177-3DC5-A9BE-50B3537CA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//PORQUE ESTUVE ENFERMO, Y ME SANASTE SEÑOR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YO ESTUVE AFLIGIDO Y ME LIBRASTE TAMBIÉN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PORQUE ESTUVE PERDIDO Y ME ENCONTRASTE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TODO EL MOTIVO DE MI CANTÓ ERES TU//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737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6879B-330B-C4BD-8673-35FF054CF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8D955-78A9-CFD8-AA83-9F5B97396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PUEDES DEJAR QUE SU ESPÍRITU SE MUEVA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PUEDES DEJAR QUE SU ESPÍRITU SE MUEVA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PUEDES DEJAR QUE SU ESPÍRITU SE MUEVA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QUIERE MOVERSE, MOVERSE EN TU CORAZÓN.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635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F475E-7B17-70AA-9157-2603FDEC7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7376F7F8-C1CF-D904-E533-33410DEAE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AMO OH JEHOVÁ FORTALEZA MÍA, ROCA MÍA, CASTILLO MÍO, MI LIBERTADOR Y DIOS MÍO FORTALEZA MÍA, EN TÍ CONFIARÉ.</a:t>
            </a:r>
            <a:endParaRPr lang="es-ES" sz="72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489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182D2-29DF-602D-5EA9-0F4600478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482DEDF9-2FC9-2227-DD06-1F86E2A20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//ALELUYA, ALELUYA,GLORIA A DIOS ALELUYAGLORIA A DIOS//.</a:t>
            </a:r>
            <a:endParaRPr lang="es-ES" sz="72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7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37866-F430-3ED7-525C-10EFC742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E1268A72-2067-E5DC-5ACA-649C2C18C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 ESCUDO Y LA FORTALEZADE MI SALVACIÓN Y ALTO REFUGIO INVOCARÉ YO A JEHOVÁ EL ES DIGNO DE SER ALABADO DE SER SALVO DE MIS ENEMIGOS.</a:t>
            </a:r>
            <a:endParaRPr lang="es-ES" sz="72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870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72F67E-905C-577A-4D7A-437BF349B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3A536-D61D-B8F8-6842-08596C186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TE AMO OH JEHOVÁ FORTALEZA MÍA,ROCA MÍA, CASTILLO MÍO,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//MI LIBERTADOR Y DIOS MÍO FORTALEZA MÍA, EN TÍ CONFIARÉ//.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521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4062E-9328-DCEB-AFE5-428DF8B54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B9273-FBC0-D8D9-FE64-5EB41CAC5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ERES MI ESCUDO Y LA FUERZA MÍA, SALVACIÓN MÍA, MI ALTO REFUGIO,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//DIGO QUE TU NOMBRE ES DIGNO DE SER ALABADO POR LA ETERNIDAD//.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547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4F5EA-AFC1-36E7-0DBE-E4D9DEE57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81F07F1D-58C5-2E1D-5CA6-9E140D2C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JESÚS EL NOMBRE INVOCA, BÚSCALE CON VIVO AFÁN; DULCE HARÁ TU AMARGA COPA, TUS PESARES CESARÁN.</a:t>
            </a:r>
            <a:endParaRPr lang="es-ES" sz="72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085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8493C-D538-0846-05D1-AE25FB14D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AF61F27A-513F-BDB9-EABD-411391363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SUAVE LUZ, MANANTIAL DE ESPERANZA, FE Y AMOR; SUMO BIEN, CELESTIAL, ES JESÚS EL SALVADOR.</a:t>
            </a:r>
            <a:endParaRPr lang="es-ES" sz="80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3389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08F9E-CC99-921E-DE2A-B6751E90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0B46EAED-BBA7-C9CF-844E-2C329CB99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JESÚS EL NOMBRE ADORA; QUE TE SIRVA DE BROQUEL; ALMA DÉBIL PERTURBADA, HALLARÁS ASILO EN ÉL.</a:t>
            </a:r>
            <a:endParaRPr lang="es-ES" sz="80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140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9B068B-7D82-1B43-71E7-B7237264F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513CA022-F417-5851-5089-FFD90FCAD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JESÚS EL NOMBRE ENSALZA, CUYO SIN IGUAL PODER DEL SEPULCRO NOS LEVANTA, RENOVANDO NUESTRO SER.</a:t>
            </a:r>
            <a:endParaRPr lang="es-ES" sz="80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735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A2F3A-6A13-E90D-A38B-C56A0283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7C11B-B26B-3004-5B6E-74227A280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LOS QUE CONFÍAN EN JEHOVÁ SON COMO EL MONTE SIÓN//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NO SE MUEVE, QUE NO SE MUEVE SINO QUE PERMANECE PARA SIEMPRE//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458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E8885-19A0-DD5E-A654-95CEF83EA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0F9A09-A554-7EB0-3062-39852196DD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//COMO JERUSALEN TIENE MONTES, ALREDEDOR//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//ASÍ ESTÁ JEHOVÁ ALREDEDOR DE SUS HIJOS//</a:t>
            </a:r>
            <a:b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//DESDE AHORA Y PARA SIEMPRE//.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920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9DF56-80BD-3B9F-E7A7-3A399CA2E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FAFAEE34-B80B-9525-2A69-55731F335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 JERUSALEN, OH JERUSALEN QUE BONITA ERES, CALLES DE ORO, MAR DE CRISTAL.</a:t>
            </a:r>
            <a:endParaRPr lang="es-ES" sz="80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0402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8621C4-51DE-D986-46B9-DB793181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C9B4D40D-5F52-BBD3-264D-707A8DA17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//POR ESAS CALLES VAMOSA CAMINAR, CALLES DE ORO,MAR DE CRISTAL//.</a:t>
            </a:r>
            <a:endParaRPr lang="es-ES" sz="80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448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AD0FA1-BD59-BD6A-A5CB-F1FFDC87B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14DF7-DF03-1E77-52DC-C49F49B8F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56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//LA ALABANZA A DIOS CAMBIA LAS COSAS// //MUROS HAN CAÍDO, EJERCITOS VENCIDOS, PUEBLOS LIBERADOS ES PORQUE HAN CANTADO// //PRUÉBALO Y VERÁS PRUÉBALO Y VERAS LA ALABANZA A DIOS CAMBIA LAS COSAS//.</a:t>
            </a:r>
            <a:endParaRPr lang="es-CO" sz="56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3933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6B54A-8F5A-85E3-5104-0C6EF3658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FA44D400-5D60-B42B-58D8-0F3FBB638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AVIVAMIENTO QUIEN LO APAGARÁ QUIEN LO APAGARÁ QUIEN LO APAGARÁ, EL SEÑOR LO HA DADO PERMANECERÁ, PERMANECERÁ </a:t>
            </a:r>
            <a:r>
              <a:rPr lang="es-ES" sz="7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PERMANECERÁ</a:t>
            </a:r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ES" sz="72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345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35540-FA14-4CB8-A875-E5E35D30F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D5602223-2720-5FC5-4187-E9F9CBFFF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 LAS PRUEBAS, NI LAS LUCHAS NADA LO PODRÁ APAGAR MANDA EL FUEGO PERMANENTE, MANDA EL FUEGO CELESTIAL.</a:t>
            </a:r>
            <a:endParaRPr lang="es-ES" sz="72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1308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B25940-FF53-7E86-226E-8B08F68FA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>
            <a:extLst>
              <a:ext uri="{FF2B5EF4-FFF2-40B4-BE49-F238E27FC236}">
                <a16:creationId xmlns:a16="http://schemas.microsoft.com/office/drawing/2014/main" id="{B3981E63-5A20-12B2-4100-5EFA67396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89240" cy="6856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algn="ctr"/>
            <a:r>
              <a:rPr lang="es-ES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 NO VIVO YO, MÁS CRISTO VIVE EN MÍ, PARA MI EL VIVIR ES EL,PARA MI EL VIVIR ES EL, PARA MI EL VIVIR ES EL. PARA MI EL VIVIR ES CRISTO.</a:t>
            </a:r>
            <a:endParaRPr lang="es-ES" sz="7200" b="1" u="none" strike="noStrike" dirty="0">
              <a:solidFill>
                <a:schemeClr val="bg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6647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788</Words>
  <Application>Microsoft Office PowerPoint</Application>
  <PresentationFormat>Panorámica</PresentationFormat>
  <Paragraphs>31</Paragraphs>
  <Slides>31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31</vt:i4>
      </vt:variant>
    </vt:vector>
  </HeadingPairs>
  <TitlesOfParts>
    <vt:vector size="39" baseType="lpstr">
      <vt:lpstr>Arial</vt:lpstr>
      <vt:lpstr>Calibri</vt:lpstr>
      <vt:lpstr>Calibri Light</vt:lpstr>
      <vt:lpstr>Symbol</vt:lpstr>
      <vt:lpstr>Times New Roman</vt:lpstr>
      <vt:lpstr>Wingdings</vt:lpstr>
      <vt:lpstr>Tema de Office</vt:lpstr>
      <vt:lpstr>1_Tema de Office</vt:lpstr>
      <vt:lpstr>SI EN PRUEBAS Y EN DOLOR, TE ENCUENTRAS DESMAYAR, HABRÁ EN TU POBRE SER MIL DUDAS Y PESAR, EL SEÑOR JESUS</vt:lpstr>
      <vt:lpstr>PODRÁ CAMBIAR TU SER, SI TAN SÓLO TIENES FE, CREE EN ÉL.</vt:lpstr>
      <vt:lpstr>TODO ES POSIBLE SI PUEDES CREER, TODO ES POSIBLE SI PUEDES CREER; FE, MUEVE LA MANO DE DIOS; FE, EN SU PALABRA VIVA; TODO ES POSIBLE SI PUEDES CREER.</vt:lpstr>
      <vt:lpstr>CRISTO EL SEÑOR JESÚS, TE INVITA A GOZAR, DE PLENA GRACIA Y LUZ, DE TODO BIENESTAR; SÓLO ÉL PODRÁ CAMBIAR  TU SER, SI TAN SÓLO TIENES FE, CREE EN ÉL.</vt:lpstr>
      <vt:lpstr>AMARTE SOLO A TI SEÑOR AMARTE SOLO A TI SEÑOR AMARTE SOLO A TI SEÑOR Y NO MIRAR ATRÁS</vt:lpstr>
      <vt:lpstr>SEGUIR TU CAMINAR SEÑOR SEGUIR SIN DESMAYAR SEÑOR POSTRADO ANTE TU ALTAR SEÑOR Y NO MIRAR ATRÁS</vt:lpstr>
      <vt:lpstr>AMARTE SOLO A TI SEÑOR AMARTE SOLO A TI SEÑOR AMARTE SOLO A TI SEÑOR PUES SOLO TUYO SOY</vt:lpstr>
      <vt:lpstr>///SEGUIRTE SOLO A TI SEÑOR/// Y NO MIRAR ATRAS</vt:lpstr>
      <vt:lpstr>//SÍ NO HUBIERA SIDO POR EL SEÑOR// //MI ALMA SE HUBIERA PERDIDO,SI NO HUBIERA SIDO POR EL SEÑOR//.</vt:lpstr>
      <vt:lpstr>//MUCHÍSIMAS GRACIAS,OH BUEN SEÑOR//. //TÚ SANGRE EN LA CRUZ DERRAMASTE,Y CON ELLA LIMPIASTE MI CORAZÓN//.</vt:lpstr>
      <vt:lpstr>//OH, GLORIA, ALELUYA, A TÍ SEÑOR//. //MI ALMA TE EXALTA Y TE ALABA,Y CON GOZO TE CANTA POR TU AMOR//.</vt:lpstr>
      <vt:lpstr>SE SIENTE AQUÍ, EL ESPÍRITU DE DIOS SE SIENTE AQUÍ, EL ESPÍRITU DE DIOS SE SIENTE AQUÍ, EL ESPÍRITU DE DIOS PUEDES SENTIRLO, SENTIRLO, EN TU CORAZÓN </vt:lpstr>
      <vt:lpstr>//PORQUE ESTUVE ENFERMO, Y ME SANASTE SEÑOR YO ESTUVE AFLIGIDO Y ME LIBRASTE TAMBIÉN PORQUE ESTUVE PERDIDO Y ME ENCONTRASTE TODO EL MOTIVO DE MI CANTÓ ERES TU//</vt:lpstr>
      <vt:lpstr>PUEDES DEJAR QUE SU ESPÍRITU SE MUEVA PUEDES DEJAR QUE SU ESPÍRITU SE MUEVA PUEDES DEJAR QUE SU ESPÍRITU SE MUEVA EL QUIERE MOVERSE, MOVERSE EN TU CORAZÓN.</vt:lpstr>
      <vt:lpstr>TE AMO OH JEHOVÁ FORTALEZA MÍA, ROCA MÍA, CASTILLO MÍO, MI LIBERTADOR Y DIOS MÍO FORTALEZA MÍA, EN TÍ CONFIARÉ.</vt:lpstr>
      <vt:lpstr>//ALELUYA, ALELUYA,GLORIA A DIOS ALELUYAGLORIA A DIOS//.</vt:lpstr>
      <vt:lpstr>MI ESCUDO Y LA FORTALEZADE MI SALVACIÓN Y ALTO REFUGIO INVOCARÉ YO A JEHOVÁ EL ES DIGNO DE SER ALABADO DE SER SALVO DE MIS ENEMIGOS.</vt:lpstr>
      <vt:lpstr>TE AMO OH JEHOVÁ FORTALEZA MÍA,ROCA MÍA, CASTILLO MÍO, //MI LIBERTADOR Y DIOS MÍO FORTALEZA MÍA, EN TÍ CONFIARÉ//.</vt:lpstr>
      <vt:lpstr>ERES MI ESCUDO Y LA FUERZA MÍA, SALVACIÓN MÍA, MI ALTO REFUGIO, //DIGO QUE TU NOMBRE ES DIGNO DE SER ALABADO POR LA ETERNIDAD//.</vt:lpstr>
      <vt:lpstr>DE JESÚS EL NOMBRE INVOCA, BÚSCALE CON VIVO AFÁN; DULCE HARÁ TU AMARGA COPA, TUS PESARES CESARÁN.</vt:lpstr>
      <vt:lpstr>SUAVE LUZ, MANANTIAL DE ESPERANZA, FE Y AMOR; SUMO BIEN, CELESTIAL, ES JESÚS EL SALVADOR.</vt:lpstr>
      <vt:lpstr>DE JESÚS EL NOMBRE ADORA; QUE TE SIRVA DE BROQUEL; ALMA DÉBIL PERTURBADA, HALLARÁS ASILO EN ÉL.</vt:lpstr>
      <vt:lpstr>DE JESÚS EL NOMBRE ENSALZA, CUYO SIN IGUAL PODER DEL SEPULCRO NOS LEVANTA, RENOVANDO NUESTRO SER.</vt:lpstr>
      <vt:lpstr>LOS QUE CONFÍAN EN JEHOVÁ SON COMO EL MONTE SIÓN// QUE NO SE MUEVE, QUE NO SE MUEVE SINO QUE PERMANECE PARA SIEMPRE//</vt:lpstr>
      <vt:lpstr>//COMO JERUSALEN TIENE MONTES, ALREDEDOR// //ASÍ ESTÁ JEHOVÁ ALREDEDOR DE SUS HIJOS// //DESDE AHORA Y PARA SIEMPRE//.</vt:lpstr>
      <vt:lpstr>OH JERUSALEN, OH JERUSALEN QUE BONITA ERES, CALLES DE ORO, MAR DE CRISTAL.</vt:lpstr>
      <vt:lpstr>//POR ESAS CALLES VAMOSA CAMINAR, CALLES DE ORO,MAR DE CRISTAL//.</vt:lpstr>
      <vt:lpstr>//LA ALABANZA A DIOS CAMBIA LAS COSAS// //MUROS HAN CAÍDO, EJERCITOS VENCIDOS, PUEBLOS LIBERADOS ES PORQUE HAN CANTADO// //PRUÉBALO Y VERÁS PRUÉBALO Y VERAS LA ALABANZA A DIOS CAMBIA LAS COSAS//.</vt:lpstr>
      <vt:lpstr>ESTE AVIVAMIENTO QUIEN LO APAGARÁ QUIEN LO APAGARÁ QUIEN LO APAGARÁ, EL SEÑOR LO HA DADO PERMANECERÁ, PERMANECERÁ PERMANECERÁ.</vt:lpstr>
      <vt:lpstr>NI LAS PRUEBAS, NI LAS LUCHAS NADA LO PODRÁ APAGAR MANDA EL FUEGO PERMANENTE, MANDA EL FUEGO CELESTIAL.</vt:lpstr>
      <vt:lpstr>YA NO VIVO YO, MÁS CRISTO VIVE EN MÍ, PARA MI EL VIVIR ES EL,PARA MI EL VIVIR ES EL, PARA MI EL VIVIR ES EL. PARA MI EL VIVIR ES CRISTO.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12</cp:revision>
  <dcterms:created xsi:type="dcterms:W3CDTF">2024-11-24T01:13:55Z</dcterms:created>
  <dcterms:modified xsi:type="dcterms:W3CDTF">2026-09-12T20:18:12Z</dcterms:modified>
</cp:coreProperties>
</file>