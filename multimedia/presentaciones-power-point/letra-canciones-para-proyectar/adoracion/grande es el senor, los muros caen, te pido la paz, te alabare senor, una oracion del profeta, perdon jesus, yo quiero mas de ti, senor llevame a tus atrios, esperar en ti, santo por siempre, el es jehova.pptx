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0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  <p:sldMasterId id="214748366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Master" Target="slideMasters/slideMaster1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56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76440" cy="434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76440" cy="434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2D3516E-B96B-4490-8E5A-EA0523DB94FB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056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2680" cy="81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2680" cy="367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78240" cy="81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78240" cy="367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8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14C64FE-C806-4B43-A289-D02331C54664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56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6019122-35B5-493D-B891-44D313905E22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9F550D7-BBDB-404F-AD80-E06F171A65E1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27240" cy="159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67160" cy="486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27240" cy="380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3CBCCE0-4586-495A-94F6-D4154A76644F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27240" cy="159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67160" cy="4868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27240" cy="380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14F1956-CFB1-421A-8C3A-F001F6DB1FC3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960" cy="2382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5D993A9-1F16-461F-9450-CBDB0E85675F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56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0560" cy="434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97377BE-608F-47EF-8580-AEED5BA39120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4040" cy="580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29200" cy="580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49B81AC-98A8-40A7-B874-420838CC6F66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56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0560" cy="434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91109F7-2391-4590-8C61-24A4F6C2DDD8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0560" cy="2847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0560" cy="14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9B802C5-CE56-4873-AAED-A12CDE0AF5CA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960" cy="238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9B38471F-C998-4C4C-B599-42F8DD09BF0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960" cy="238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D2CE0A07-68ED-4CCE-AE97-C0FDD56F89E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490400"/>
            <a:ext cx="913896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Pulse para editar el formato del texto de título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D162571-75B5-4619-86F5-BE006FC043E4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523880" y="1490400"/>
            <a:ext cx="913896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Pulse para editar el formato del texto de título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3A75EB4-AFF3-4A9B-AAD3-73AB257DB072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0" y="145980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GRANDE ES EL SEÑOR MARAVILLOSOS SUS PRODIGIOS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EN LA FUERZA DE SU MANO HAY PODER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PARA VENCER</a:t>
            </a:r>
            <a:br>
              <a:rPr sz="5900"/>
            </a:br>
            <a:br>
              <a:rPr sz="7500"/>
            </a:br>
            <a:endParaRPr lang="es-ES" sz="7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9104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UN RÍO DE ALABANZA DARÉ Y SOLO ANTE ÉL DANZARÉ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PUES HA CAMBIADO MI LAMENTO EN BAILE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GRANDE ES EL SEÑOR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0" y="-245520"/>
            <a:ext cx="12191040" cy="68569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LOS MUROS CAEN</a:t>
            </a:r>
            <a:br>
              <a:rPr sz="8000"/>
            </a:br>
            <a:r>
              <a:rPr lang="pt-BR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LOS MUROS CAEN</a:t>
            </a:r>
            <a:br>
              <a:rPr sz="8000"/>
            </a:br>
            <a:r>
              <a:rPr lang="pt-BR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CON ELLOS LAS CADENAS.</a:t>
            </a:r>
            <a:br>
              <a:rPr sz="8000"/>
            </a:br>
            <a:r>
              <a:rPr lang="pt-BR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LOS MUROS CAEN</a:t>
            </a:r>
            <a:br>
              <a:rPr sz="8000"/>
            </a:br>
            <a:r>
              <a:rPr lang="pt-BR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LOS MUROS CAEN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0" y="-19044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 DERRUMBA LA FORTALEZA.</a:t>
            </a:r>
            <a:br>
              <a:rPr sz="6700"/>
            </a:br>
            <a:r>
              <a:rPr lang="es-ES" sz="6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SEÑOR ENTREGÓ EN MIS MANOS JERICÓ GRITA. HEY!</a:t>
            </a:r>
            <a:br>
              <a:rPr sz="6700"/>
            </a:br>
            <a:r>
              <a:rPr lang="es-ES" sz="6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TOCAD LA TROMPETA</a:t>
            </a:r>
            <a:br>
              <a:rPr sz="6700"/>
            </a:br>
            <a:r>
              <a:rPr lang="es-ES" sz="6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GRITA. ¡HEY!</a:t>
            </a:r>
            <a:br>
              <a:rPr sz="6700"/>
            </a:br>
            <a:r>
              <a:rPr lang="es-ES" sz="6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TOCAD LA TROMPETA. //</a:t>
            </a:r>
            <a:endParaRPr lang="es-ES" sz="67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040" cy="685692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Ayúdame a mirar con Tus ojos</a:t>
            </a:r>
            <a:endParaRPr lang="es-ES" sz="6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Yo quiero sentir con Tu corazón</a:t>
            </a:r>
            <a:endParaRPr lang="es-ES" sz="6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No quiero vivir más siendo insensible</a:t>
            </a:r>
            <a:endParaRPr lang="es-ES" sz="6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Hay tanta necesidad</a:t>
            </a:r>
            <a:endParaRPr lang="es-ES" sz="6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Oh, Jesucristo</a:t>
            </a:r>
            <a:endParaRPr lang="es-ES" sz="6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040" cy="685692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Te pido la paz Para mi ciudad; Te pido perdón Por mi ciudad; Ahora me humillo Y busco Tu rostro; ¿A quién iré, Señor, si no a Ti?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120" cy="685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Señor tu eres mi luz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mi salvación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Señor tu eres la fuerza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de mi pobre corazón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Yo confiaré eternamente en ti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en tus brazos descansaré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120" cy="685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46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Te alabaré señor</a:t>
            </a:r>
            <a:br>
              <a:rPr sz="10460"/>
            </a:br>
            <a:r>
              <a:rPr lang="es-ES" sz="1046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Te exaltaré oh dios</a:t>
            </a:r>
            <a:br>
              <a:rPr sz="10460"/>
            </a:br>
            <a:r>
              <a:rPr lang="es-ES" sz="1046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Mi canción alzaré, y en ti esperaré</a:t>
            </a:r>
            <a:r>
              <a:rPr lang="es-ES" sz="1046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 </a:t>
            </a:r>
            <a:endParaRPr lang="es-ES" sz="1046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120" cy="685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46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Te alabaré señor</a:t>
            </a:r>
            <a:br>
              <a:rPr sz="10460"/>
            </a:br>
            <a:r>
              <a:rPr lang="es-ES" sz="1046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Te exaltaré oh dios</a:t>
            </a:r>
            <a:br>
              <a:rPr sz="10460"/>
            </a:br>
            <a:r>
              <a:rPr lang="es-ES" sz="1046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Mi canción alzaré, y en tiiiii esperaré</a:t>
            </a:r>
            <a:r>
              <a:rPr lang="es-ES" sz="1046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 </a:t>
            </a:r>
            <a:endParaRPr lang="es-ES" sz="1046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040" cy="685692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57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Cuando esta vida aquí en la tierra</a:t>
            </a:r>
            <a:endParaRPr lang="es-ES" sz="57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57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Tenga que llegar a su fin</a:t>
            </a:r>
            <a:endParaRPr lang="es-ES" sz="57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57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La última batalla juntos podamos terminar.</a:t>
            </a:r>
            <a:endParaRPr lang="es-ES" sz="57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57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Cuando los humos sean disipados</a:t>
            </a:r>
            <a:endParaRPr lang="es-ES" sz="57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57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la Santa Biblia se tenga que cerrar</a:t>
            </a:r>
            <a:endParaRPr lang="es-ES" sz="57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57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Comprenderemos que es nuestro tiempo de regresar.</a:t>
            </a:r>
            <a:endParaRPr lang="es-ES" sz="57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040" cy="685692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5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Regresaremos a nuestro hogar</a:t>
            </a:r>
            <a:endParaRPr lang="es-ES" sz="5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5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Más allá del sol</a:t>
            </a:r>
            <a:endParaRPr lang="es-ES" sz="5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5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Sera una mañana</a:t>
            </a:r>
            <a:endParaRPr lang="es-ES" sz="5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5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De eterno y brillante amanecer</a:t>
            </a:r>
            <a:endParaRPr lang="es-ES" sz="5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5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Allí veremos a veteranos</a:t>
            </a:r>
            <a:endParaRPr lang="es-ES" sz="5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5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Con cicatrices de duro batallar</a:t>
            </a:r>
            <a:endParaRPr lang="es-ES" sz="5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5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junto a ellos</a:t>
            </a:r>
            <a:endParaRPr lang="es-ES" sz="5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5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Cantaremos, lloraremos</a:t>
            </a:r>
            <a:endParaRPr lang="es-ES" sz="5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5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De gozo sin par.</a:t>
            </a:r>
            <a:endParaRPr lang="es-ES" sz="5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040" cy="685692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5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Rey saliendo en su Belleza y Santidad</a:t>
            </a:r>
            <a:endParaRPr lang="es-ES" sz="5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5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Con sus propias manos</a:t>
            </a:r>
            <a:endParaRPr lang="es-ES" sz="5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5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Nuestras lagrimas limpiara</a:t>
            </a:r>
            <a:endParaRPr lang="es-ES" sz="5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5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nos dirá, amados míos</a:t>
            </a:r>
            <a:br>
              <a:rPr sz="5500"/>
            </a:br>
            <a:r>
              <a:rPr lang="es-ES" sz="5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todo ha pasado</a:t>
            </a:r>
            <a:endParaRPr lang="es-ES" sz="5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5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No llores más, la mesa está extendida</a:t>
            </a:r>
            <a:endParaRPr lang="es-ES" sz="5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5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Entra en el gozo de tu señor.</a:t>
            </a:r>
            <a:endParaRPr lang="es-ES" sz="5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79720" cy="685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//Perdón, Jesús, perdón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Perdóname, Señor//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Yo sé que débil fui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Te herí, te lastimé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Perdóname, Señor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79720" cy="685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Mas hoy en tu misericordia quiero descansar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Sé que tu sangre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me puede limpiar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Con arrepentimiento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en mi corazón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Me humillo y te pido perdón 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7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YO QUIERO MÁS DE TI</a:t>
            </a:r>
            <a:br>
              <a:rPr sz="7700"/>
            </a:br>
            <a:r>
              <a:rPr lang="es-ES" sz="7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HABITAR EN TU PRESENCIA, MENGUAR PARA QUE CREZCAS TÚ</a:t>
            </a:r>
            <a:br>
              <a:rPr sz="7700"/>
            </a:br>
            <a:r>
              <a:rPr lang="es-ES" sz="7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CADA DÍA SERÉ</a:t>
            </a:r>
            <a:br>
              <a:rPr sz="7700"/>
            </a:br>
            <a:r>
              <a:rPr lang="es-ES" sz="7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MÁS COMO TÚ</a:t>
            </a:r>
            <a:endParaRPr lang="es-ES" sz="77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0" y="-28872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QUEBRANTA MI CORAZÓN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QUEBRANTA MI VIDA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TE ENTREGO MI VOLUNTAD A TI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TODO LO QUE SOY, SEÑOR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TODO CUANTO TENGO ES TUYO, YO QUIERO MENGUAR PARA QUE CREZCAS TÚ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0" y="-125136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7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YO QUIERO MENGUAR PARA QUE CREZCAS TÚ,</a:t>
            </a:r>
            <a:br>
              <a:rPr sz="7700"/>
            </a:br>
            <a:r>
              <a:rPr lang="es-ES" sz="7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YO QUIERO MENGUAR PARA QUE CREZCAS TÚ</a:t>
            </a:r>
            <a:endParaRPr lang="es-ES" sz="77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SEÑOR LLÉVAME A TUS ATRIOS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AL LUGAR SANTO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AL ALTAR DE BRONCE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SEÑOR TU ROSTRO QUIERO VER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-184320" y="-493200"/>
            <a:ext cx="12560760" cy="717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PÁSAME A LA MUCHEDUMBRE</a:t>
            </a:r>
            <a:br>
              <a:rPr sz="6300"/>
            </a:b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POR DONDE EL SACERDOTE CANTA</a:t>
            </a:r>
            <a:br>
              <a:rPr sz="6300"/>
            </a:b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TENGO HAMBRE Y SED DE JUSTICIA</a:t>
            </a:r>
            <a:br>
              <a:rPr sz="6300"/>
            </a:b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SOLO ENCUENTRO UN LUGAR</a:t>
            </a:r>
            <a:endParaRPr lang="es-ES" sz="6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-288720" y="-156240"/>
            <a:ext cx="12769200" cy="717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LLÉVAME AL LUGAR SANTISIMO</a:t>
            </a:r>
            <a:br>
              <a:rPr sz="6300"/>
            </a:b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POR LA SANGRE DEL CORDERO REDENTOR</a:t>
            </a:r>
            <a:br>
              <a:rPr sz="6300"/>
            </a:b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LLÉVAME AL LUGAR SANTISIMO</a:t>
            </a:r>
            <a:br>
              <a:rPr sz="6300"/>
            </a:b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TOCAME, LIMPIAME, HEME AQUI</a:t>
            </a:r>
            <a:endParaRPr lang="es-ES" sz="6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0" y="-74592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9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ESPERAR EN TI</a:t>
            </a:r>
            <a:br>
              <a:rPr sz="9600"/>
            </a:br>
            <a:r>
              <a:rPr lang="es-ES" sz="9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DIFÍCIL SE QUE ES</a:t>
            </a:r>
            <a:br>
              <a:rPr sz="9600"/>
            </a:br>
            <a:r>
              <a:rPr lang="es-ES" sz="9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MI MENTE DICE NO</a:t>
            </a:r>
            <a:br>
              <a:rPr sz="9600"/>
            </a:br>
            <a:r>
              <a:rPr lang="es-ES" sz="9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NO ES POSIBLE</a:t>
            </a:r>
            <a:endParaRPr lang="es-ES" sz="9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0" y="-74592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PERO MI CORAZÓN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CONFIADO ESTÁ EN TI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TÚ SIEMPRE HAS SIDO FIEL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ME HAS SOSTENIDO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0" y="-26460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ESPERARE PACIENTEMENTE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AUNQUE LA DUDA ME ATORMENTE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YO NO CONFÍO CON LA MENTE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LO HAGO CON EL CORAZÓN</a:t>
            </a:r>
            <a:endParaRPr lang="es-ES" sz="6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61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ESPERARÉ EN LA TORMENTA</a:t>
            </a:r>
            <a:br>
              <a:rPr sz="6100"/>
            </a:br>
            <a:r>
              <a:rPr lang="es-ES" sz="61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AUNQUE TARDARE TU RESPUESTA</a:t>
            </a:r>
            <a:br>
              <a:rPr sz="6100"/>
            </a:br>
            <a:r>
              <a:rPr lang="es-ES" sz="61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YO CONFIARÉ EN TU PROVIDENCIA</a:t>
            </a:r>
            <a:br>
              <a:rPr sz="6100"/>
            </a:br>
            <a:r>
              <a:rPr lang="es-ES" sz="61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TU SIEMPRE TIENES EL CONTROL</a:t>
            </a:r>
            <a:endParaRPr lang="es-ES" sz="61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120" cy="685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Mil generaciones, Se postran a adorarle; Le cantan al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Cordero que venció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Los que nos precedieron Y los que en Él creerán, Le cantarán a Aquel que ya venció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120" cy="685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Tu nombre es más alto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Tu nombre es más grande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Tu nombre, sobre todo, es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Dominios y tronos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Poderes y reinos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Tu nombre, sobre todo, es 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120" cy="685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cantan ángeles SAANTO; Clama la creación SAANTO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Exaltado Dios SAANTO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SANTO POR SIEMPRE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120" cy="685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Si te ha perdonado, Y tienes salvación; Cántale al Cordero que venció; Si te ha libertado, Su nombre ha puesto en ti; Cántale al Cordero que venció 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120" cy="685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  Cantaremos siempre, ¡amén!  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Cantan ángeles SAANTO; Clama la creación SAANTO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Exaltado Dios SAANTO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SANTO POR SIEMPRE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120" cy="685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  Tu gente cantará   SAANTO; Rey de Reyes es SAANTO; Tu siempre serás SAANTO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SANTO POR SIEMPRE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120" cy="685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Tu nombre es más alto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Tu nombre es más grande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Tu nombre, sobre todo, es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Dominios y tronos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Poderes y reinos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Tu nombre, sobre todo, es 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120" cy="685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Cantan ángeles SAANTO; Clama la creación SAANTO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Exaltado Dios SAANTO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SANTO POR SIEMPRE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120" cy="685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162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///Tu siempre seras SAANTO;</a:t>
            </a:r>
            <a:br>
              <a:rPr sz="11620"/>
            </a:br>
            <a:r>
              <a:rPr lang="es-ES" sz="1162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SANTO POR SIEMPRE///</a:t>
            </a:r>
            <a:endParaRPr lang="es-ES" sz="1162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58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ES JEHOVÁ, DIOS DE LA CREACIÓN</a:t>
            </a:r>
            <a:r>
              <a:rPr lang="es-ES" sz="63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 </a:t>
            </a:r>
            <a:br>
              <a:rPr sz="6300"/>
            </a:b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ES JEHOVÁ, DIOS PODEROSO</a:t>
            </a:r>
            <a:r>
              <a:rPr lang="es-ES" sz="63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 </a:t>
            </a:r>
            <a:br>
              <a:rPr sz="6300"/>
            </a:b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ES DIOS FUERTE, LA ROCA ETERNA</a:t>
            </a:r>
            <a:r>
              <a:rPr lang="es-ES" sz="63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 </a:t>
            </a:r>
            <a:br>
              <a:rPr sz="6300"/>
            </a:b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ES JEHOVÁ, TÚ DIOS, TÚ SANADOR</a:t>
            </a:r>
            <a:endParaRPr lang="es-ES" sz="6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58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//CANTA ALELUYA,</a:t>
            </a:r>
            <a:r>
              <a:rPr lang="es-ES" sz="80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 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CANTA ALELUYA //</a:t>
            </a:r>
            <a:r>
              <a:rPr lang="es-ES" sz="80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 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ES JEHOVÁ, DIOS PODEROSO, EL ES JEHOVÁ, TÚ DIOS, TÚ SANADOR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58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//CANTA ALELUYA,</a:t>
            </a:r>
            <a:r>
              <a:rPr lang="es-ES" sz="80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 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CANTA ALELUYA //</a:t>
            </a:r>
            <a:r>
              <a:rPr lang="es-ES" sz="80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 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ES JEHOVÁ, DIOS PODEROSO, EL ES JEHOVÁ, TÚ DIOS, TÚ SANADOR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58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ES EL GRAN YO SOY, EL DIOS DE ABRAHAM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 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JEHOVÁ SHALOM, EL DIOS DE PAZ Y AMOR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 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DIOS DE ISRAEL, TU REY ETERNO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 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ES JEHOVÁ, TU DIOS, TÚ SANADOR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58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//CANTA ALELUYA,</a:t>
            </a:r>
            <a:r>
              <a:rPr lang="es-ES" sz="80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 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CANTA ALELUYA //</a:t>
            </a:r>
            <a:r>
              <a:rPr lang="es-ES" sz="80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 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ES JEHOVÁ, DIOS PODEROSO, EL ES JEHOVÁ, TÚ DIOS, TÚ SANADOR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58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ES TÚ PROVEEDOR, JEHOVÁ JIREH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 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DIOS DE SALVACIÓN, ES EL MESÍAS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 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QUE ENTRE NOSOTROS TESTIFICÓ DE ÉL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 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ES JEHOVÁ, TÚ DIOS, TÚ SALVADOR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</TotalTime>
  <Application>LibreOffice/26.2.5.2$Windows_X86_64 LibreOffice_project/cd7284b4cbbfeb507e630c1aac019f4157393acb</Application>
  <AppVersion>15.0000</AppVersion>
  <Words>772</Words>
  <Paragraphs>27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2025-01-15T22:53:03Z</dcterms:created>
  <dc:creator>Andrés Windows</dc:creator>
  <dc:description/>
  <dc:language>es-CO</dc:language>
  <cp:lastModifiedBy/>
  <dcterms:modified xsi:type="dcterms:W3CDTF">2026-08-23T07:54:52Z</dcterms:modified>
  <cp:revision>16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28</vt:i4>
  </property>
</Properties>
</file>