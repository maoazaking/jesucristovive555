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entation.xml" ContentType="application/vnd.openxmlformats-officedocument.presentationml.presentation.main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presProps.xml" ContentType="application/vnd.openxmlformats-officedocument.presentationml.presProps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0" r:id="rId3"/>
    <p:sldMasterId id="2147483662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2.xml"/><Relationship Id="rId4" Type="http://schemas.openxmlformats.org/officeDocument/2006/relationships/slideMaster" Target="slideMasters/slideMaster1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abezado de secció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3080" cy="285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3080" cy="1497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4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9F3142C-EC85-43E1-A609-4C892CC2FEBB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os objeto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080" cy="132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78960" cy="434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78960" cy="434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16C2CD9-4742-4A19-899A-5AAD65950097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ció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3080" cy="132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5200" cy="82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5200" cy="3682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0760" cy="82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0760" cy="3682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7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8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3F295AF-84EE-41A9-86F5-D238911E8713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lo el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080" cy="132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0AEE723-8C34-4B85-A5D4-3AD2F7D3FDD0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 bl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EB4A0B3-31DF-4272-8BCE-14AABC97CB7A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ido con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29760" cy="1597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69680" cy="4871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29760" cy="380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8950735-ED28-4C35-AFA2-AF94ADCD2D89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n con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29760" cy="1597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69680" cy="4871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29760" cy="380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4B8EB8F-4268-4BA8-BC67-4C1723C1E97A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apositiva d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480" cy="2385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5C3F7C7-1830-498C-9F71-9B1A5EFD5578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280" cy="3975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CO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CO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y text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080" cy="132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3080" cy="434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0B05EC5-A70B-461E-ADDD-17A546D22C3E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vertical y tex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6560" cy="5809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1720" cy="5809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3319F00-5B4C-4213-989F-9E038B642EBE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y objeto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080" cy="132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3080" cy="434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EE13722-5C18-4FA0-AAA7-85A2FB072E88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480" cy="2385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0280" cy="3975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s-CO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8FB621A5-239F-4BF7-83B4-16C28F1CE80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2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480" cy="2385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0280" cy="3975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s-CO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DCD2DA32-31EE-4BAB-B408-976BFB0492B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1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523880" y="1491840"/>
            <a:ext cx="9141480" cy="164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Pulse para editar el formato del texto de título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sldNum" idx="35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8097EBB-6FB2-4CD7-95F1-14E5A8AF4C7D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CO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CO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523880" y="1491840"/>
            <a:ext cx="9141480" cy="164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Pulse para editar el formato del texto de título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ftr" idx="3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sldNum" idx="3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06DB16A-7441-418D-A303-92854B217762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dt" idx="3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CO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CO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0680" cy="683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42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Isaías 1:16-20</a:t>
            </a:r>
            <a:br>
              <a:rPr sz="3600"/>
            </a:br>
            <a:r>
              <a:rPr lang="es-ES" sz="36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16</a:t>
            </a:r>
            <a:r>
              <a:rPr lang="es-ES" sz="36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 Lavaos y limpiaos; quitad la iniquidad de vuestras obras de delante de mis ojos; dejad de hacer lo malo;</a:t>
            </a:r>
            <a:br>
              <a:rPr sz="3600"/>
            </a:br>
            <a:r>
              <a:rPr lang="es-ES" sz="36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17</a:t>
            </a:r>
            <a:r>
              <a:rPr lang="es-ES" sz="36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 aprended a hacer el bien; buscad el juicio, restituid al agraviado, haced justicia al huérfano, amparad a la viuda.</a:t>
            </a:r>
            <a:br>
              <a:rPr sz="3600"/>
            </a:br>
            <a:r>
              <a:rPr lang="es-ES" sz="36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18</a:t>
            </a:r>
            <a:r>
              <a:rPr lang="es-ES" sz="36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 Venid luego, dice Jehová, y estemos a cuenta: si vuestros pecados fueren como la grana, como la nieve serán emblanquecidos; si fueren rojos como el carmesí, vendrán a ser como blanca lana.</a:t>
            </a:r>
            <a:br>
              <a:rPr sz="3600"/>
            </a:br>
            <a:r>
              <a:rPr lang="es-ES" sz="36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19</a:t>
            </a:r>
            <a:r>
              <a:rPr lang="es-ES" sz="36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 Si quisiereis y oyereis, comeréis el bien de la tierra;</a:t>
            </a:r>
            <a:br>
              <a:rPr sz="3600"/>
            </a:br>
            <a:r>
              <a:rPr lang="es-ES" sz="36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20</a:t>
            </a:r>
            <a:r>
              <a:rPr lang="es-ES" sz="36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 si no quisiereis y fuereis rebeldes, seréis consumidos a espada; porque la boca de Jehová lo ha dicho.</a:t>
            </a:r>
            <a:endParaRPr lang="es-ES" sz="36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0" y="72360"/>
            <a:ext cx="1219104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Hoy puedo danzar con libertad</a:t>
            </a:r>
            <a:endParaRPr lang="es-ES" sz="7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//Porque soy su hijo//</a:t>
            </a:r>
            <a:endParaRPr lang="es-ES" sz="7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Hoy puedo danzar con libertad</a:t>
            </a:r>
            <a:endParaRPr lang="es-ES" sz="7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//Porque soy amado//</a:t>
            </a:r>
            <a:endParaRPr lang="es-ES" sz="7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8224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Podemos sentir tu gozo</a:t>
            </a:r>
            <a:endParaRPr lang="es-ES" sz="8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Podemos sentir tu río</a:t>
            </a:r>
            <a:endParaRPr lang="es-ES" sz="8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Hay sanidad en las aguas</a:t>
            </a:r>
            <a:endParaRPr lang="es-ES" sz="8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Queremos danzar (x2)</a:t>
            </a:r>
            <a:endParaRPr lang="es-ES" sz="8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240000" cy="6858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1162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//Hay libertad en la casa de Dios//</a:t>
            </a:r>
            <a:endParaRPr lang="es-ES" sz="116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1162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//Hay libertad// (x2)</a:t>
            </a:r>
            <a:endParaRPr lang="es-ES" sz="116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240000" cy="6858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//Puedo danzar en la</a:t>
            </a:r>
            <a:br>
              <a:rPr sz="7000"/>
            </a:br>
            <a:r>
              <a:rPr lang="es-ES" sz="7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casa de Dios//</a:t>
            </a:r>
            <a:endParaRPr lang="es-ES" sz="70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Puedo danzar y disfrutar</a:t>
            </a:r>
            <a:endParaRPr lang="es-ES" sz="70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//Somos libres, somos libres</a:t>
            </a:r>
            <a:endParaRPr lang="es-ES" sz="70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Por tu sangre</a:t>
            </a:r>
            <a:endParaRPr lang="es-ES" sz="70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Libre soy//</a:t>
            </a:r>
            <a:endParaRPr lang="es-ES" sz="70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0" y="72360"/>
            <a:ext cx="1219104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Señor, mi Dios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Al contemplar los cielos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El firmamento y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las estrellas mil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Al oír Tu voz en los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potentes truenos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ver brillar el Sol en su cenit </a:t>
            </a:r>
            <a:endParaRPr lang="es-ES" sz="7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8224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10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//Mi corazón entona</a:t>
            </a:r>
            <a:br>
              <a:rPr sz="10000"/>
            </a:br>
            <a:r>
              <a:rPr lang="es-ES" sz="10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la canción</a:t>
            </a:r>
            <a:br>
              <a:rPr sz="10000"/>
            </a:br>
            <a:r>
              <a:rPr lang="es-ES" sz="10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Cuán grande es Él</a:t>
            </a:r>
            <a:br>
              <a:rPr sz="10000"/>
            </a:br>
            <a:r>
              <a:rPr lang="es-ES" sz="10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Cuán grande es Él//</a:t>
            </a:r>
            <a:endParaRPr lang="es-ES" sz="10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240000" cy="6858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Al recorrer los montes</a:t>
            </a:r>
            <a:br>
              <a:rPr sz="7000"/>
            </a:br>
            <a:r>
              <a:rPr lang="es-ES" sz="7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los valles</a:t>
            </a:r>
            <a:endParaRPr lang="es-ES" sz="7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ver las bellas flores al pasar,</a:t>
            </a:r>
            <a:endParaRPr lang="es-ES" sz="7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Al escuchar el canto</a:t>
            </a:r>
            <a:br>
              <a:rPr sz="7000"/>
            </a:br>
            <a:r>
              <a:rPr lang="es-ES" sz="7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de las aves</a:t>
            </a:r>
            <a:endParaRPr lang="es-ES" sz="7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el murmurar del claro manantial</a:t>
            </a:r>
            <a:endParaRPr lang="es-ES" sz="7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8224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10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//Mi corazón entona</a:t>
            </a:r>
            <a:br>
              <a:rPr sz="10000"/>
            </a:br>
            <a:r>
              <a:rPr lang="es-ES" sz="10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la canción</a:t>
            </a:r>
            <a:br>
              <a:rPr sz="10000"/>
            </a:br>
            <a:r>
              <a:rPr lang="es-ES" sz="10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Cuán grande es Él</a:t>
            </a:r>
            <a:br>
              <a:rPr sz="10000"/>
            </a:br>
            <a:r>
              <a:rPr lang="es-ES" sz="10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Cuán grande es Él//</a:t>
            </a:r>
            <a:endParaRPr lang="es-ES" sz="10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240000" cy="6858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6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Cuando recuerdo del amor divino</a:t>
            </a:r>
            <a:br>
              <a:rPr sz="6300"/>
            </a:br>
            <a:r>
              <a:rPr lang="es-ES" sz="6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Que desde el cielo</a:t>
            </a:r>
            <a:br>
              <a:rPr sz="6300"/>
            </a:br>
            <a:r>
              <a:rPr lang="es-ES" sz="6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al Salvador envió,</a:t>
            </a:r>
            <a:br>
              <a:rPr sz="6300"/>
            </a:br>
            <a:r>
              <a:rPr lang="es-ES" sz="6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Aquel Jesús que por</a:t>
            </a:r>
            <a:br>
              <a:rPr sz="6300"/>
            </a:br>
            <a:r>
              <a:rPr lang="es-ES" sz="6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salvarme vino</a:t>
            </a:r>
            <a:br>
              <a:rPr sz="6300"/>
            </a:br>
            <a:r>
              <a:rPr lang="es-ES" sz="6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en una cruz sufrió</a:t>
            </a:r>
            <a:br>
              <a:rPr sz="6300"/>
            </a:br>
            <a:r>
              <a:rPr lang="es-ES" sz="6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por mí y murió</a:t>
            </a:r>
            <a:r>
              <a:rPr lang="es-ES" sz="6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 </a:t>
            </a:r>
            <a:endParaRPr lang="es-ES" sz="66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8224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10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//Mi corazón entona</a:t>
            </a:r>
            <a:br>
              <a:rPr sz="10000"/>
            </a:br>
            <a:r>
              <a:rPr lang="es-ES" sz="10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la canción</a:t>
            </a:r>
            <a:br>
              <a:rPr sz="10000"/>
            </a:br>
            <a:r>
              <a:rPr lang="es-ES" sz="10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Cuán grande es Él</a:t>
            </a:r>
            <a:br>
              <a:rPr sz="10000"/>
            </a:br>
            <a:r>
              <a:rPr lang="es-ES" sz="10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Cuán grande es Él//</a:t>
            </a:r>
            <a:endParaRPr lang="es-ES" sz="10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240000" cy="6858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6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Cuando el Señor me llame a Su presencia,</a:t>
            </a:r>
            <a:endParaRPr lang="es-ES" sz="63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6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Al dulce hogar al cielo de esplendor;</a:t>
            </a:r>
            <a:endParaRPr lang="es-ES" sz="63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6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Le adoraré cantando la grandeza</a:t>
            </a:r>
            <a:endParaRPr lang="es-ES" sz="63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6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De Su poder y Su infinito amor</a:t>
            </a:r>
            <a:endParaRPr lang="es-ES" sz="63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8224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10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//Mi corazón entona</a:t>
            </a:r>
            <a:br>
              <a:rPr sz="10000"/>
            </a:br>
            <a:r>
              <a:rPr lang="es-ES" sz="10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la canción</a:t>
            </a:r>
            <a:br>
              <a:rPr sz="10000"/>
            </a:br>
            <a:r>
              <a:rPr lang="es-ES" sz="10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Cuán grande es Él</a:t>
            </a:r>
            <a:br>
              <a:rPr sz="10000"/>
            </a:br>
            <a:r>
              <a:rPr lang="es-ES" sz="10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Cuán grande es Él//</a:t>
            </a:r>
            <a:endParaRPr lang="es-ES" sz="10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040" cy="6858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9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Quiero levantar</a:t>
            </a:r>
            <a:br>
              <a:rPr sz="9000"/>
            </a:br>
            <a:r>
              <a:rPr lang="es-ES" sz="9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mis manos</a:t>
            </a:r>
            <a:endParaRPr lang="es-ES" sz="9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9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Quiero levantar mi voz</a:t>
            </a:r>
            <a:endParaRPr lang="es-ES" sz="9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9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Ofreciendo a Ti mi vida</a:t>
            </a:r>
            <a:endParaRPr lang="es-ES" sz="9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9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En santidad y amor</a:t>
            </a:r>
            <a:endParaRPr lang="es-ES" sz="9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040" cy="6858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Padre, solo a Ti</a:t>
            </a:r>
            <a:br>
              <a:rPr sz="8500"/>
            </a:br>
            <a:r>
              <a:rPr lang="es-ES" sz="8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Te ofrezco</a:t>
            </a:r>
            <a:endParaRPr lang="es-ES" sz="8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Mi vida y mi corazón</a:t>
            </a:r>
            <a:endParaRPr lang="es-ES" sz="8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me postro en Tu presencia</a:t>
            </a:r>
            <a:endParaRPr lang="es-ES" sz="8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En adoración</a:t>
            </a:r>
            <a:endParaRPr lang="es-ES" sz="8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040" cy="6858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162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//Hijo de Dios</a:t>
            </a:r>
            <a:br>
              <a:rPr sz="11620"/>
            </a:br>
            <a:r>
              <a:rPr lang="es-ES" sz="1162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Recibe hoy</a:t>
            </a:r>
            <a:br>
              <a:rPr sz="11620"/>
            </a:br>
            <a:r>
              <a:rPr lang="es-ES" sz="1162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Toda la gloria</a:t>
            </a:r>
            <a:br>
              <a:rPr sz="11620"/>
            </a:br>
            <a:r>
              <a:rPr lang="es-ES" sz="1162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La honra y honor//</a:t>
            </a: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 </a:t>
            </a:r>
            <a:endParaRPr lang="es-ES" sz="80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8224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11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Estoy confiando,</a:t>
            </a:r>
            <a:endParaRPr lang="es-ES" sz="1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11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Señor en ti</a:t>
            </a:r>
            <a:endParaRPr lang="es-ES" sz="1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11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Tú eres fiel Señor,</a:t>
            </a:r>
            <a:endParaRPr lang="es-ES" sz="1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11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Tan fiel a mí</a:t>
            </a:r>
            <a:endParaRPr lang="es-ES" sz="1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8224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9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Nunca me has dejado</a:t>
            </a:r>
            <a:endParaRPr lang="es-ES" sz="9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9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Aunque débil soy</a:t>
            </a:r>
            <a:endParaRPr lang="es-ES" sz="9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9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Estoy confiando,</a:t>
            </a:r>
            <a:endParaRPr lang="es-ES" sz="9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9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Señor en ti</a:t>
            </a:r>
            <a:endParaRPr lang="es-ES" sz="9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8224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11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Puedo descansar</a:t>
            </a:r>
            <a:endParaRPr lang="es-ES" sz="1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11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Puedo descansar</a:t>
            </a:r>
            <a:endParaRPr lang="es-ES" sz="1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11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a su mansión</a:t>
            </a:r>
            <a:endParaRPr lang="es-ES" sz="1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11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Cristo me guiará</a:t>
            </a:r>
            <a:endParaRPr lang="es-ES" sz="1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8224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Si el sol llegase a oscurecer</a:t>
            </a:r>
            <a:endParaRPr lang="es-ES" sz="8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no brilla más</a:t>
            </a:r>
            <a:endParaRPr lang="es-ES" sz="8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Yo igual confío en el Señor</a:t>
            </a:r>
            <a:endParaRPr lang="es-ES" sz="8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No va a fallar</a:t>
            </a:r>
            <a:endParaRPr lang="es-ES" sz="8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040" cy="6858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Grande es el amor de Dios, Que mi vida</a:t>
            </a:r>
            <a:br>
              <a:rPr sz="8500"/>
            </a:br>
            <a:r>
              <a:rPr lang="es-ES" sz="8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el transformo</a:t>
            </a:r>
            <a:endParaRPr lang="es-ES" sz="8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por ese amor de Dios</a:t>
            </a:r>
            <a:endParaRPr lang="es-ES" sz="8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Salvo soy, salvo soy</a:t>
            </a:r>
            <a:endParaRPr lang="es-ES" sz="8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040" cy="6858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Nadie pudo amarme a mi</a:t>
            </a:r>
            <a:endParaRPr lang="es-ES" sz="8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Ni entender lo que habia en mi</a:t>
            </a:r>
            <a:endParaRPr lang="es-ES" sz="8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Solo por el amor de Dios</a:t>
            </a:r>
            <a:endParaRPr lang="es-ES" sz="8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Soy feliz, soy feliz</a:t>
            </a:r>
            <a:endParaRPr lang="es-ES" sz="8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040" cy="6858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no hay amor, Que se pueda comparar,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Al amor de Dios</a:t>
            </a:r>
            <a:endParaRPr lang="es-ES" sz="72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Tan sublime y sin igual</a:t>
            </a:r>
            <a:endParaRPr lang="es-ES" sz="72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que llena, mi alma</a:t>
            </a:r>
            <a:endParaRPr lang="es-ES" sz="72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De dulce calma</a:t>
            </a:r>
            <a:endParaRPr lang="es-ES" sz="72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8224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9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Al meditar Dios mío</a:t>
            </a:r>
            <a:endParaRPr lang="es-ES" sz="9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9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En las cosas</a:t>
            </a:r>
            <a:endParaRPr lang="es-ES" sz="9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9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Que me has dado</a:t>
            </a:r>
            <a:endParaRPr lang="es-ES" sz="9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9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Mi corazón se inflama</a:t>
            </a:r>
            <a:endParaRPr lang="es-ES" sz="9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9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Turbado de emoción</a:t>
            </a:r>
            <a:endParaRPr lang="es-ES" sz="9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8224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Pues no encuentro palabras</a:t>
            </a:r>
            <a:endParaRPr lang="es-ES" sz="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Con que expresar</a:t>
            </a:r>
            <a:br>
              <a:rPr sz="8000"/>
            </a:b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mi Cristo</a:t>
            </a:r>
            <a:endParaRPr lang="es-ES" sz="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El agradecimiento</a:t>
            </a:r>
            <a:endParaRPr lang="es-ES" sz="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De mi alma para ti</a:t>
            </a:r>
            <a:endParaRPr lang="es-ES" sz="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8224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Cambiaste tú mi vida</a:t>
            </a:r>
            <a:endParaRPr lang="es-ES" sz="8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le diste una esperanza</a:t>
            </a:r>
            <a:endParaRPr lang="es-ES" sz="8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desde ese momento</a:t>
            </a:r>
            <a:endParaRPr lang="es-ES" sz="8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Mi alma recibió</a:t>
            </a:r>
            <a:endParaRPr lang="es-ES" sz="8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8224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Un gozo tan sublime</a:t>
            </a:r>
            <a:endParaRPr lang="es-ES" sz="9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Que al paso</a:t>
            </a:r>
            <a:br>
              <a:rPr sz="9600"/>
            </a:b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de los años</a:t>
            </a:r>
            <a:endParaRPr lang="es-ES" sz="9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Ha sido cual la fuente</a:t>
            </a:r>
            <a:endParaRPr lang="es-ES" sz="9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De mi felicidad</a:t>
            </a:r>
            <a:endParaRPr lang="es-ES" sz="9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8224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10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Agradecimiento</a:t>
            </a:r>
            <a:endParaRPr lang="es-ES" sz="10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10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Hay en mi corazón</a:t>
            </a:r>
            <a:endParaRPr lang="es-ES" sz="10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10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Canto de alegría</a:t>
            </a:r>
            <a:endParaRPr lang="es-ES" sz="10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10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Elevo con mi voz</a:t>
            </a:r>
            <a:endParaRPr lang="es-ES" sz="10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8224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Muchas son las cosas</a:t>
            </a:r>
            <a:endParaRPr lang="es-ES" sz="8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Que mi Dios me ha dado</a:t>
            </a:r>
            <a:endParaRPr lang="es-ES" sz="8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//Y en agradecimiento//</a:t>
            </a:r>
            <a:endParaRPr lang="es-ES" sz="8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Le sirvo a mi Señor</a:t>
            </a:r>
            <a:endParaRPr lang="es-ES" sz="8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8224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Permite que mi vida</a:t>
            </a:r>
            <a:endParaRPr lang="es-ES" sz="8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Yo ponga por servirte</a:t>
            </a:r>
            <a:endParaRPr lang="es-ES" sz="8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Que dentro de mi alma</a:t>
            </a:r>
            <a:endParaRPr lang="es-ES" sz="8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Presente siempre estén</a:t>
            </a:r>
            <a:endParaRPr lang="es-ES" sz="8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8224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Tus múltiples favores</a:t>
            </a:r>
            <a:endParaRPr lang="es-ES" sz="9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las misericordias</a:t>
            </a:r>
            <a:endParaRPr lang="es-ES" sz="9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Que aún sin merecerlas</a:t>
            </a:r>
            <a:endParaRPr lang="es-ES" sz="9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Tuviste para mí</a:t>
            </a:r>
            <a:endParaRPr lang="es-ES" sz="9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8224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10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Agradecimiento</a:t>
            </a:r>
            <a:endParaRPr lang="es-ES" sz="10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10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Hay en mi corazón</a:t>
            </a:r>
            <a:endParaRPr lang="es-ES" sz="10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10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Canto de alegría</a:t>
            </a:r>
            <a:endParaRPr lang="es-ES" sz="10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10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Elevo con mi voz</a:t>
            </a:r>
            <a:endParaRPr lang="es-ES" sz="10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8224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Muchas son las cosas</a:t>
            </a:r>
            <a:endParaRPr lang="es-ES" sz="8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Que mi Dios me ha dado</a:t>
            </a:r>
            <a:endParaRPr lang="es-ES" sz="8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//Y en agradecimiento//</a:t>
            </a:r>
            <a:endParaRPr lang="es-ES" sz="8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Le sirvo a mi Señor</a:t>
            </a:r>
            <a:endParaRPr lang="es-ES" sz="8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</TotalTime>
  <Application>LibreOffice/26.2.4.2$Windows_X86_64 LibreOffice_project/0229ac93fcf0d7cbc6376066c6f35021cef002dc</Application>
  <AppVersion>15.0000</AppVersion>
  <Words>772</Words>
  <Paragraphs>27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2025-01-15T22:53:03Z</dcterms:created>
  <dc:creator>Andrés Windows</dc:creator>
  <dc:description/>
  <dc:language>es-CO</dc:language>
  <cp:lastModifiedBy/>
  <dcterms:modified xsi:type="dcterms:W3CDTF">2026-06-28T00:15:06Z</dcterms:modified>
  <cp:revision>9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Panorámica</vt:lpwstr>
  </property>
  <property fmtid="{D5CDD505-2E9C-101B-9397-08002B2CF9AE}" pid="3" name="Slides">
    <vt:i4>28</vt:i4>
  </property>
</Properties>
</file>