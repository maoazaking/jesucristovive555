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3680" cy="580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28840" cy="580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A440E5-BA22-4B15-8776-3E459AC56E9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200" cy="43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7822F2-88BB-4B57-B6DE-1DAAD0E59C4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0200" cy="2847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0200" cy="14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1C2C77-39F8-4F78-B2C8-BB82B4F00177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6080" cy="43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6080" cy="43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BFEBA2-D475-4F15-951A-049DE7B203F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2320" cy="81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2320" cy="367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7880" cy="81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7880" cy="367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E90ED4-AE39-419A-AFE1-10CEA68ED2C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70F3B3-CB77-4343-98B7-1D6A39DF03E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11A8D8-C737-4362-85D4-8839BC0D27C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6880" cy="159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6800" cy="48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6880" cy="380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C34CF4-B2DF-4E8F-8199-6765978BF94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6880" cy="159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6800" cy="486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6880" cy="380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E5B10E-E70E-4D29-9C64-3F35C81E2A7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600" cy="238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8DD0BB-1D71-41B9-B0CF-F5485BDC1A4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200" cy="43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504985-B9C3-4AF4-811F-5810B94D9B2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600" cy="23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FECFAE8-EBEB-484C-A8DC-3885863D69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600" cy="23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AD5FD6D-769D-4703-AC49-C9CC238E8C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860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2F7490-28BA-4B7C-8A4F-90F1AE63EABC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860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988CED-70A5-4F99-B872-458DA041152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Nunca hubo noche que pudiese impedir El nacer del sol y la esperanza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no hay problema que pueda impedir Las manos de Jesús para ayudarme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//Habrá un milagro dentro de mí; Viene bajando un río para darle vida Y ese río que emana de la cruz a los pies de Jesús//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//Aquello que parecía imposible Aquello que parecía no tener salida Aquello que parecía ser mi muerte Pero Jesús cambió mi suerte Soy un milagro y estoy aquí//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//Úsame soy un milagro Úsame yo quiero servirte Úsame soy tu imagen Úsame yo quiero servirte//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//Aquello que parecía imposible Aquello que parecía no tener salida Aquello que parecía ser mi muerte Pero Jesús cambió mi suerte//     //Soy un milagro y estoy aquí//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estoy en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angustias y pruebas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la tentación me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quiere aprisionar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Espíritu Santo me guía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Me sostiene, y 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me deja claudicar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te alabo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mi alma no se cansa de alabarte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te alabo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Mientras vida exista en mi ser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Señor, yo te alabo porque eres precioso para mí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junto a Ti voy caminando, porque siento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presencia en mi ser 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te alabo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mi alma no se cansa de alabarte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te alabo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Mientras vida exista en mi ser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estar en Tu presencia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poderte contemplar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Necesito estar contigo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Necesito adorar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278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Dame de beber</a:t>
            </a:r>
            <a:br>
              <a:rPr sz="12780"/>
            </a:br>
            <a:r>
              <a:rPr lang="es-ES" sz="1278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Tu manantial</a:t>
            </a:r>
            <a:br>
              <a:rPr sz="12780"/>
            </a:br>
            <a:r>
              <a:rPr lang="es-ES" sz="1278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Dame de beber</a:t>
            </a:r>
            <a:br>
              <a:rPr sz="12780"/>
            </a:br>
            <a:r>
              <a:rPr lang="es-ES" sz="1278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Necesito más </a:t>
            </a:r>
            <a:endParaRPr lang="es-ES" sz="1278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//Abre mis ojos,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oh, Cristo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Abre mis ojos, Te pido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quiero verte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quiero verte//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contemplar Tu majestad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el resplandor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Tu gloria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Derrama Tu amor y poder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cantamos: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Santo, Santo 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Santo, Santo, Santo</a:t>
            </a:r>
            <a:br>
              <a:rPr sz="10560"/>
            </a:b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Santo, Santo, Santo</a:t>
            </a:r>
            <a:br>
              <a:rPr sz="10560"/>
            </a:b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Santo, Santo, Santo</a:t>
            </a:r>
            <a:br>
              <a:rPr sz="10560"/>
            </a:b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quiero verte</a:t>
            </a:r>
            <a:endParaRPr lang="es-ES" sz="1056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 encuentro todo en ti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Junto a ti quiero vivir; Tu presencia yo sentir, Junto a ti, Señor, junto a ti.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estar cerca de ti,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Junto a ti quiero vivir;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morir cerca de ti, Junto a ti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Señor, junto a ti.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Aunque débil soy Señor,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poder me da valor.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Satisfecho yo estaré, Si tú estás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Señor, junto a ti.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estar cerca de ti,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Junto a ti quiero vivir;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morir cerca de ti, Junto a ti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Señor, junto a ti.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ya mi frágil ser, Cese aquí de padecer; Llévame mi Buen Pastor, Junto a ti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 junto a ti.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68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estar cerca de ti,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Junto a ti quiero vivir;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morir cerca de ti, Junto a ti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Señor, junto a ti.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SE QUE JESÚS ME AMAS DE VERDAD QUE TÚ ERES FIEL Y NUNCA FALLARAS QUE TÚ ERES EL CAMINO LA VIDA, Y LA VERDAD EL CONSUELO EN TIEMPOS DE TEMPESTAD.</a:t>
            </a:r>
            <a:endParaRPr lang="es-ES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SEÑOR LLENANOS DE TU AMOR Y DE TU PAZ; QUE MI VASO EN ESTE DÍA TÚ LO PUEDAS LLENAR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//QUE DESCIENDAS// HASTA MI CORAZÓN Y QUE SEA PRISIONERO DE CRISTO HOY.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JESUCRISTO ES EL NOMBRE DE MI DIOS NO HAY OTRO EN EL CUAL HAY REDENCIÓN QUE TU VIDA EN MI VIDA HOY VENGA A MORAR Y TUS OBRAS PUEDA YO MANIFESTAR</a:t>
            </a:r>
            <a:endParaRPr lang="es-ES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SEÑOR LLENANOS DE TU AMOR Y DE TU PAZ; QUE MI VASO EN ESTE DÍA TÚ LO PUEDAS LLENAR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680" cy="710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//QUE DESCIENDAS// HASTA MI CORAZÓN Y QUE SEA PRISIONERO DE CRISTO HOY.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Application>LibreOffice/26.2.5.2$Windows_X86_64 LibreOffice_project/cd7284b4cbbfeb507e630c1aac019f4157393acb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2026-08-29T22:23:39Z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