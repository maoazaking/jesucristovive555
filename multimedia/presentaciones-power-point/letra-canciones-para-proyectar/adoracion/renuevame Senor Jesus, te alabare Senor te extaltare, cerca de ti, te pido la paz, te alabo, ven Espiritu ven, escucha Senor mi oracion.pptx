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  <p:sldMasterId id="214748366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Master" Target="slideMasters/slideMaster1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876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8FAA10-2DE9-4F22-B6CE-47A75D729F9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2240" cy="580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7400" cy="580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0E0D35-D9DB-4E10-8402-90B4BADD162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876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81CC61-95E2-4B17-AAF7-79232ADDEC1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8760" cy="284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8760" cy="149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6F67A7-A9DE-4546-945D-27FD80EA450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464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464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A35AAD-3BEA-4739-B8CE-9F14A20F7E7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0880" cy="81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0880" cy="367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6440" cy="81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6440" cy="367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097787-7AAB-427A-82D0-3FFBF36F6E0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B237B4-3415-4022-8340-5BF64ADC91B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57F4ED-F1E1-43C4-9783-D2EB62C8604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5440" cy="159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5360" cy="486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5440" cy="38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3968AB-E352-4FD7-B340-683C350764A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5440" cy="159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5360" cy="486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5440" cy="38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94476F-E8A1-418D-A8D8-1CF03BF4836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160" cy="238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3CB775-EB16-410B-9524-9885D11E512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5960" cy="397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59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00EC6D1-AD15-464E-8542-16F84ED9E5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59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A4B141B-407D-491C-85DC-2A2901AFED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59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48DF31F1-C96C-4538-9EB3-F0BDC5BC75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67E4F5-A31D-4954-9639-656BB2CD4AC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6234D7-76F8-4751-ADE0-3D31EC4B03E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8215D0B-8606-430B-8FC1-75C525F86BC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Renuévame, Señor Jesús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Ya no quiero ser igual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Renuévame, Señor Jesús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Pon en mí tu corazón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todo lo que hay dentro de mí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Necesita tu presencia Señor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todo lo que hay dentro de mi corazón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Necesita más de ti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ERES MI LUZ Y MI SALVACIÓN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ERES LA FUERZA DE MI POBRE CORAZON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CONFIARÉ ETERNAMENTE EN TI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EN TUS BRAZOS DESCANSARÉ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-11232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CANCIÓN ALZARÉ, Y EN TI ESPERARÉ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CANCIÓN ALZARÉ, Y EN TI...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ESPERARÉ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 decidiera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negar mi fe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no confiar nunca más en Él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//No tengo a donde ir//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 despreciare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mi corazón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La Santa Gracia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me salvó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//No tengo a donde ir//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Convencido estoy que sin tu amor se acabarían mis fuerzas;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sin ti mi corazón sediento se muere,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se seca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Cerca de tiiii, Yo quiero estar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presencia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me quiero alejar.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Cerca de ti Jesúúúús, Yo quiero estar , De tu presencia no me quiero alejar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Ayúdame a mirar con Tus ojos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quiero sentir con Tu corazón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quiero vivir más siendo insensible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Hay tanta necesidad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Oh, Jesucristo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pido la paz Para mi ciudad; Te pido perdón Por mi ciudad; Ahora me humillo Y busco Tu rostro; ¿A quién iré, Señor, si no a Ti?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estoy en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angustias y pruebas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 tentación me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quiere aprisionar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Santo me guía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sostiene, y 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me deja claudicar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mi alma no se cansa de alabarte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Mientras vida exista en mi ser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Señor, yo te alabo porque eres precioso para mí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junto a Ti voy caminando, porque siento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presencia en mi ser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mi alma no se cansa de alabarte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Mientras vida exista en mi ser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-1764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VEN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ESPÍRITU SANTO VEN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LLÉNAME SEÑOR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TU PRECIOSA UNCIÓN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PURIFÍCAME Y LÁVAME, RENUÉVAME, RESTÁURAME, SEÑOR, CON TU PODER. </a:t>
            </a:r>
            <a:br>
              <a:rPr sz="6500"/>
            </a:br>
            <a:r>
              <a:rPr lang="es-ES" sz="6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PURIFÍCAME Y LÁVAME, RENUÉVAME, RESTÁURAME, SEÑOR TE QUIERO CONOCER</a:t>
            </a:r>
            <a:endParaRPr lang="es-ES" sz="6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Escucha señor mi oración; Considera mi pensamiento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Atiende a la voz de mi clamor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Rey y mi Dios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a ti oraré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Oirás mi voz de mañana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Dios de mañana me presentaré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Application>LibreOffice/26.2.6.3$Windows_X86_64 LibreOffice_project/8221e31b3ac356a1623c672912a3d2b492f7e3d1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2026-09-27T08:54:31Z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