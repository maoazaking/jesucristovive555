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86" r:id="rId4"/>
    <p:sldId id="259" r:id="rId5"/>
    <p:sldId id="262" r:id="rId6"/>
    <p:sldId id="265" r:id="rId7"/>
    <p:sldId id="266" r:id="rId8"/>
    <p:sldId id="268" r:id="rId9"/>
    <p:sldId id="269" r:id="rId10"/>
    <p:sldId id="270" r:id="rId11"/>
    <p:sldId id="272" r:id="rId12"/>
    <p:sldId id="273" r:id="rId13"/>
    <p:sldId id="274" r:id="rId14"/>
    <p:sldId id="281" r:id="rId15"/>
    <p:sldId id="287" r:id="rId16"/>
    <p:sldId id="288" r:id="rId17"/>
    <p:sldId id="267" r:id="rId18"/>
    <p:sldId id="280" r:id="rId19"/>
    <p:sldId id="275" r:id="rId20"/>
    <p:sldId id="276" r:id="rId21"/>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p:scale>
          <a:sx n="50" d="100"/>
          <a:sy n="50" d="100"/>
        </p:scale>
        <p:origin x="1500" y="4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C130C0-D651-6B83-E53B-3EA1EDAF61E0}"/>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7ADEBF0A-3593-6B33-406E-71647DAF63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176375EA-22B4-4CAE-AB3F-67A0997F9F07}"/>
              </a:ext>
            </a:extLst>
          </p:cNvPr>
          <p:cNvSpPr>
            <a:spLocks noGrp="1"/>
          </p:cNvSpPr>
          <p:nvPr>
            <p:ph type="dt" sz="half" idx="10"/>
          </p:nvPr>
        </p:nvSpPr>
        <p:spPr/>
        <p:txBody>
          <a:bodyPr/>
          <a:lstStyle/>
          <a:p>
            <a:fld id="{1E5C9EE7-8DDA-4DF6-924E-8E4896CBE84A}" type="datetimeFigureOut">
              <a:rPr lang="es-CO" smtClean="0"/>
              <a:t>4/01/2025</a:t>
            </a:fld>
            <a:endParaRPr lang="es-CO"/>
          </a:p>
        </p:txBody>
      </p:sp>
      <p:sp>
        <p:nvSpPr>
          <p:cNvPr id="5" name="Marcador de pie de página 4">
            <a:extLst>
              <a:ext uri="{FF2B5EF4-FFF2-40B4-BE49-F238E27FC236}">
                <a16:creationId xmlns:a16="http://schemas.microsoft.com/office/drawing/2014/main" id="{32236B72-5818-6E81-A4D4-89F55276D7A0}"/>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F9E88D5C-FE2D-1E1D-0A89-AC302CA0D5C7}"/>
              </a:ext>
            </a:extLst>
          </p:cNvPr>
          <p:cNvSpPr>
            <a:spLocks noGrp="1"/>
          </p:cNvSpPr>
          <p:nvPr>
            <p:ph type="sldNum" sz="quarter" idx="12"/>
          </p:nvPr>
        </p:nvSpPr>
        <p:spPr/>
        <p:txBody>
          <a:bodyPr/>
          <a:lstStyle/>
          <a:p>
            <a:fld id="{9DA7D374-75C3-4BB2-8E3C-6A07029DE216}" type="slidenum">
              <a:rPr lang="es-CO" smtClean="0"/>
              <a:t>‹Nº›</a:t>
            </a:fld>
            <a:endParaRPr lang="es-CO"/>
          </a:p>
        </p:txBody>
      </p:sp>
    </p:spTree>
    <p:extLst>
      <p:ext uri="{BB962C8B-B14F-4D97-AF65-F5344CB8AC3E}">
        <p14:creationId xmlns:p14="http://schemas.microsoft.com/office/powerpoint/2010/main" val="110289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E38C44-7538-3B3F-C8CE-3CF1EC13F1C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B5BF0C69-9AEE-5328-B74B-F510E65B5189}"/>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7F23A08A-C123-6CBB-923A-605E325EAE40}"/>
              </a:ext>
            </a:extLst>
          </p:cNvPr>
          <p:cNvSpPr>
            <a:spLocks noGrp="1"/>
          </p:cNvSpPr>
          <p:nvPr>
            <p:ph type="dt" sz="half" idx="10"/>
          </p:nvPr>
        </p:nvSpPr>
        <p:spPr/>
        <p:txBody>
          <a:bodyPr/>
          <a:lstStyle/>
          <a:p>
            <a:fld id="{1E5C9EE7-8DDA-4DF6-924E-8E4896CBE84A}" type="datetimeFigureOut">
              <a:rPr lang="es-CO" smtClean="0"/>
              <a:t>4/01/2025</a:t>
            </a:fld>
            <a:endParaRPr lang="es-CO"/>
          </a:p>
        </p:txBody>
      </p:sp>
      <p:sp>
        <p:nvSpPr>
          <p:cNvPr id="5" name="Marcador de pie de página 4">
            <a:extLst>
              <a:ext uri="{FF2B5EF4-FFF2-40B4-BE49-F238E27FC236}">
                <a16:creationId xmlns:a16="http://schemas.microsoft.com/office/drawing/2014/main" id="{554E9F9A-8C7D-A76B-7DA4-0C4447E0D65B}"/>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3F0BCC67-3FEA-3210-EAD5-C4D54680F694}"/>
              </a:ext>
            </a:extLst>
          </p:cNvPr>
          <p:cNvSpPr>
            <a:spLocks noGrp="1"/>
          </p:cNvSpPr>
          <p:nvPr>
            <p:ph type="sldNum" sz="quarter" idx="12"/>
          </p:nvPr>
        </p:nvSpPr>
        <p:spPr/>
        <p:txBody>
          <a:bodyPr/>
          <a:lstStyle/>
          <a:p>
            <a:fld id="{9DA7D374-75C3-4BB2-8E3C-6A07029DE216}" type="slidenum">
              <a:rPr lang="es-CO" smtClean="0"/>
              <a:t>‹Nº›</a:t>
            </a:fld>
            <a:endParaRPr lang="es-CO"/>
          </a:p>
        </p:txBody>
      </p:sp>
    </p:spTree>
    <p:extLst>
      <p:ext uri="{BB962C8B-B14F-4D97-AF65-F5344CB8AC3E}">
        <p14:creationId xmlns:p14="http://schemas.microsoft.com/office/powerpoint/2010/main" val="3215725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6FEAF8-FBF5-0B7B-3CB1-04ED2856D09B}"/>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78D53291-CD5B-E8FC-B4EB-A51CA0764E9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12876001-7210-F0CD-8DC2-34688124524B}"/>
              </a:ext>
            </a:extLst>
          </p:cNvPr>
          <p:cNvSpPr>
            <a:spLocks noGrp="1"/>
          </p:cNvSpPr>
          <p:nvPr>
            <p:ph type="dt" sz="half" idx="10"/>
          </p:nvPr>
        </p:nvSpPr>
        <p:spPr/>
        <p:txBody>
          <a:bodyPr/>
          <a:lstStyle/>
          <a:p>
            <a:fld id="{1E5C9EE7-8DDA-4DF6-924E-8E4896CBE84A}" type="datetimeFigureOut">
              <a:rPr lang="es-CO" smtClean="0"/>
              <a:t>4/01/2025</a:t>
            </a:fld>
            <a:endParaRPr lang="es-CO"/>
          </a:p>
        </p:txBody>
      </p:sp>
      <p:sp>
        <p:nvSpPr>
          <p:cNvPr id="5" name="Marcador de pie de página 4">
            <a:extLst>
              <a:ext uri="{FF2B5EF4-FFF2-40B4-BE49-F238E27FC236}">
                <a16:creationId xmlns:a16="http://schemas.microsoft.com/office/drawing/2014/main" id="{BB39AE81-9B61-F390-7AB9-C51552454E8E}"/>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3F9F872-6CDB-5F50-3F76-19DFFE0CE4F3}"/>
              </a:ext>
            </a:extLst>
          </p:cNvPr>
          <p:cNvSpPr>
            <a:spLocks noGrp="1"/>
          </p:cNvSpPr>
          <p:nvPr>
            <p:ph type="sldNum" sz="quarter" idx="12"/>
          </p:nvPr>
        </p:nvSpPr>
        <p:spPr/>
        <p:txBody>
          <a:bodyPr/>
          <a:lstStyle/>
          <a:p>
            <a:fld id="{9DA7D374-75C3-4BB2-8E3C-6A07029DE216}" type="slidenum">
              <a:rPr lang="es-CO" smtClean="0"/>
              <a:t>‹Nº›</a:t>
            </a:fld>
            <a:endParaRPr lang="es-CO"/>
          </a:p>
        </p:txBody>
      </p:sp>
    </p:spTree>
    <p:extLst>
      <p:ext uri="{BB962C8B-B14F-4D97-AF65-F5344CB8AC3E}">
        <p14:creationId xmlns:p14="http://schemas.microsoft.com/office/powerpoint/2010/main" val="17621953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119EA4-9EDC-F471-2250-55E2BD8317AB}"/>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ADB67AAD-DB38-7645-E0AD-92CA2EE2096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D32FFB3D-DDDB-C10B-A5A7-989218522B2C}"/>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788ED495-FD3F-1338-9D71-3AB9D839A8D5}"/>
              </a:ext>
            </a:extLst>
          </p:cNvPr>
          <p:cNvSpPr>
            <a:spLocks noGrp="1"/>
          </p:cNvSpPr>
          <p:nvPr>
            <p:ph type="dt" sz="half" idx="10"/>
          </p:nvPr>
        </p:nvSpPr>
        <p:spPr/>
        <p:txBody>
          <a:bodyPr/>
          <a:lstStyle/>
          <a:p>
            <a:fld id="{1E5C9EE7-8DDA-4DF6-924E-8E4896CBE84A}" type="datetimeFigureOut">
              <a:rPr lang="es-CO" smtClean="0"/>
              <a:t>4/01/2025</a:t>
            </a:fld>
            <a:endParaRPr lang="es-CO"/>
          </a:p>
        </p:txBody>
      </p:sp>
      <p:sp>
        <p:nvSpPr>
          <p:cNvPr id="6" name="Marcador de pie de página 5">
            <a:extLst>
              <a:ext uri="{FF2B5EF4-FFF2-40B4-BE49-F238E27FC236}">
                <a16:creationId xmlns:a16="http://schemas.microsoft.com/office/drawing/2014/main" id="{561F70FE-7A38-4640-348E-B59F55FD059B}"/>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4331FEDF-0F3B-0E0F-9AF1-3C004D56594D}"/>
              </a:ext>
            </a:extLst>
          </p:cNvPr>
          <p:cNvSpPr>
            <a:spLocks noGrp="1"/>
          </p:cNvSpPr>
          <p:nvPr>
            <p:ph type="sldNum" sz="quarter" idx="12"/>
          </p:nvPr>
        </p:nvSpPr>
        <p:spPr/>
        <p:txBody>
          <a:bodyPr/>
          <a:lstStyle/>
          <a:p>
            <a:fld id="{9DA7D374-75C3-4BB2-8E3C-6A07029DE216}" type="slidenum">
              <a:rPr lang="es-CO" smtClean="0"/>
              <a:t>‹Nº›</a:t>
            </a:fld>
            <a:endParaRPr lang="es-CO"/>
          </a:p>
        </p:txBody>
      </p:sp>
    </p:spTree>
    <p:extLst>
      <p:ext uri="{BB962C8B-B14F-4D97-AF65-F5344CB8AC3E}">
        <p14:creationId xmlns:p14="http://schemas.microsoft.com/office/powerpoint/2010/main" val="2303881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7FC605-565A-6C8C-930D-F5E5586B0972}"/>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74EDD4D3-FEE7-30A2-EC51-0C12856B88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62DE4A01-363B-EB04-B4A7-591573430711}"/>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C69A3DDE-B39E-3E46-C758-3E410AEDF77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AF10ADD7-383E-B199-F1BC-8FB9359F264E}"/>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25C35E3E-46E6-89DC-6337-002B47FE606C}"/>
              </a:ext>
            </a:extLst>
          </p:cNvPr>
          <p:cNvSpPr>
            <a:spLocks noGrp="1"/>
          </p:cNvSpPr>
          <p:nvPr>
            <p:ph type="dt" sz="half" idx="10"/>
          </p:nvPr>
        </p:nvSpPr>
        <p:spPr/>
        <p:txBody>
          <a:bodyPr/>
          <a:lstStyle/>
          <a:p>
            <a:fld id="{1E5C9EE7-8DDA-4DF6-924E-8E4896CBE84A}" type="datetimeFigureOut">
              <a:rPr lang="es-CO" smtClean="0"/>
              <a:t>4/01/2025</a:t>
            </a:fld>
            <a:endParaRPr lang="es-CO"/>
          </a:p>
        </p:txBody>
      </p:sp>
      <p:sp>
        <p:nvSpPr>
          <p:cNvPr id="8" name="Marcador de pie de página 7">
            <a:extLst>
              <a:ext uri="{FF2B5EF4-FFF2-40B4-BE49-F238E27FC236}">
                <a16:creationId xmlns:a16="http://schemas.microsoft.com/office/drawing/2014/main" id="{36718591-089F-AE35-BF6F-7708B6E16638}"/>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C01F7E3E-2FAD-3377-03FD-2E16DBEC0201}"/>
              </a:ext>
            </a:extLst>
          </p:cNvPr>
          <p:cNvSpPr>
            <a:spLocks noGrp="1"/>
          </p:cNvSpPr>
          <p:nvPr>
            <p:ph type="sldNum" sz="quarter" idx="12"/>
          </p:nvPr>
        </p:nvSpPr>
        <p:spPr/>
        <p:txBody>
          <a:bodyPr/>
          <a:lstStyle/>
          <a:p>
            <a:fld id="{9DA7D374-75C3-4BB2-8E3C-6A07029DE216}" type="slidenum">
              <a:rPr lang="es-CO" smtClean="0"/>
              <a:t>‹Nº›</a:t>
            </a:fld>
            <a:endParaRPr lang="es-CO"/>
          </a:p>
        </p:txBody>
      </p:sp>
    </p:spTree>
    <p:extLst>
      <p:ext uri="{BB962C8B-B14F-4D97-AF65-F5344CB8AC3E}">
        <p14:creationId xmlns:p14="http://schemas.microsoft.com/office/powerpoint/2010/main" val="2333718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FC5662-4383-89C5-97C3-AE1BE5B7BC8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120E43F2-D835-4DC9-87E0-17CA97F6CA9B}"/>
              </a:ext>
            </a:extLst>
          </p:cNvPr>
          <p:cNvSpPr>
            <a:spLocks noGrp="1"/>
          </p:cNvSpPr>
          <p:nvPr>
            <p:ph type="dt" sz="half" idx="10"/>
          </p:nvPr>
        </p:nvSpPr>
        <p:spPr/>
        <p:txBody>
          <a:bodyPr/>
          <a:lstStyle/>
          <a:p>
            <a:fld id="{1E5C9EE7-8DDA-4DF6-924E-8E4896CBE84A}" type="datetimeFigureOut">
              <a:rPr lang="es-CO" smtClean="0"/>
              <a:t>4/01/2025</a:t>
            </a:fld>
            <a:endParaRPr lang="es-CO"/>
          </a:p>
        </p:txBody>
      </p:sp>
      <p:sp>
        <p:nvSpPr>
          <p:cNvPr id="4" name="Marcador de pie de página 3">
            <a:extLst>
              <a:ext uri="{FF2B5EF4-FFF2-40B4-BE49-F238E27FC236}">
                <a16:creationId xmlns:a16="http://schemas.microsoft.com/office/drawing/2014/main" id="{1C13B977-31EB-FE00-92AE-3697E5808F5B}"/>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8C6BFB55-D182-74B3-FBDC-FE2A64860C3E}"/>
              </a:ext>
            </a:extLst>
          </p:cNvPr>
          <p:cNvSpPr>
            <a:spLocks noGrp="1"/>
          </p:cNvSpPr>
          <p:nvPr>
            <p:ph type="sldNum" sz="quarter" idx="12"/>
          </p:nvPr>
        </p:nvSpPr>
        <p:spPr/>
        <p:txBody>
          <a:bodyPr/>
          <a:lstStyle/>
          <a:p>
            <a:fld id="{9DA7D374-75C3-4BB2-8E3C-6A07029DE216}" type="slidenum">
              <a:rPr lang="es-CO" smtClean="0"/>
              <a:t>‹Nº›</a:t>
            </a:fld>
            <a:endParaRPr lang="es-CO"/>
          </a:p>
        </p:txBody>
      </p:sp>
    </p:spTree>
    <p:extLst>
      <p:ext uri="{BB962C8B-B14F-4D97-AF65-F5344CB8AC3E}">
        <p14:creationId xmlns:p14="http://schemas.microsoft.com/office/powerpoint/2010/main" val="40811791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9990ECD0-74A8-F9D4-A75A-B43E5C0DF846}"/>
              </a:ext>
            </a:extLst>
          </p:cNvPr>
          <p:cNvSpPr>
            <a:spLocks noGrp="1"/>
          </p:cNvSpPr>
          <p:nvPr>
            <p:ph type="dt" sz="half" idx="10"/>
          </p:nvPr>
        </p:nvSpPr>
        <p:spPr/>
        <p:txBody>
          <a:bodyPr/>
          <a:lstStyle/>
          <a:p>
            <a:fld id="{1E5C9EE7-8DDA-4DF6-924E-8E4896CBE84A}" type="datetimeFigureOut">
              <a:rPr lang="es-CO" smtClean="0"/>
              <a:t>4/01/2025</a:t>
            </a:fld>
            <a:endParaRPr lang="es-CO"/>
          </a:p>
        </p:txBody>
      </p:sp>
      <p:sp>
        <p:nvSpPr>
          <p:cNvPr id="3" name="Marcador de pie de página 2">
            <a:extLst>
              <a:ext uri="{FF2B5EF4-FFF2-40B4-BE49-F238E27FC236}">
                <a16:creationId xmlns:a16="http://schemas.microsoft.com/office/drawing/2014/main" id="{21146E16-41EB-213B-5018-3E35BAA35478}"/>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3A3AE431-70CC-9EDC-8818-3DFDC9A5A37D}"/>
              </a:ext>
            </a:extLst>
          </p:cNvPr>
          <p:cNvSpPr>
            <a:spLocks noGrp="1"/>
          </p:cNvSpPr>
          <p:nvPr>
            <p:ph type="sldNum" sz="quarter" idx="12"/>
          </p:nvPr>
        </p:nvSpPr>
        <p:spPr/>
        <p:txBody>
          <a:bodyPr/>
          <a:lstStyle/>
          <a:p>
            <a:fld id="{9DA7D374-75C3-4BB2-8E3C-6A07029DE216}" type="slidenum">
              <a:rPr lang="es-CO" smtClean="0"/>
              <a:t>‹Nº›</a:t>
            </a:fld>
            <a:endParaRPr lang="es-CO"/>
          </a:p>
        </p:txBody>
      </p:sp>
    </p:spTree>
    <p:extLst>
      <p:ext uri="{BB962C8B-B14F-4D97-AF65-F5344CB8AC3E}">
        <p14:creationId xmlns:p14="http://schemas.microsoft.com/office/powerpoint/2010/main" val="2247670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3AC18C6-313C-919A-B697-9670A72F2B6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32743773-4F64-1A6B-65B5-69913A8A89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B40879A7-F4A9-8B5E-1B92-B231253465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C2312EE-EB01-6CED-841E-3F0EC302AE8F}"/>
              </a:ext>
            </a:extLst>
          </p:cNvPr>
          <p:cNvSpPr>
            <a:spLocks noGrp="1"/>
          </p:cNvSpPr>
          <p:nvPr>
            <p:ph type="dt" sz="half" idx="10"/>
          </p:nvPr>
        </p:nvSpPr>
        <p:spPr/>
        <p:txBody>
          <a:bodyPr/>
          <a:lstStyle/>
          <a:p>
            <a:fld id="{1E5C9EE7-8DDA-4DF6-924E-8E4896CBE84A}" type="datetimeFigureOut">
              <a:rPr lang="es-CO" smtClean="0"/>
              <a:t>4/01/2025</a:t>
            </a:fld>
            <a:endParaRPr lang="es-CO"/>
          </a:p>
        </p:txBody>
      </p:sp>
      <p:sp>
        <p:nvSpPr>
          <p:cNvPr id="6" name="Marcador de pie de página 5">
            <a:extLst>
              <a:ext uri="{FF2B5EF4-FFF2-40B4-BE49-F238E27FC236}">
                <a16:creationId xmlns:a16="http://schemas.microsoft.com/office/drawing/2014/main" id="{D5736635-CC6F-352D-F451-81984AFDEDC5}"/>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CF2FBDAD-125F-3349-9176-C3BA3A489C3F}"/>
              </a:ext>
            </a:extLst>
          </p:cNvPr>
          <p:cNvSpPr>
            <a:spLocks noGrp="1"/>
          </p:cNvSpPr>
          <p:nvPr>
            <p:ph type="sldNum" sz="quarter" idx="12"/>
          </p:nvPr>
        </p:nvSpPr>
        <p:spPr/>
        <p:txBody>
          <a:bodyPr/>
          <a:lstStyle/>
          <a:p>
            <a:fld id="{9DA7D374-75C3-4BB2-8E3C-6A07029DE216}" type="slidenum">
              <a:rPr lang="es-CO" smtClean="0"/>
              <a:t>‹Nº›</a:t>
            </a:fld>
            <a:endParaRPr lang="es-CO"/>
          </a:p>
        </p:txBody>
      </p:sp>
    </p:spTree>
    <p:extLst>
      <p:ext uri="{BB962C8B-B14F-4D97-AF65-F5344CB8AC3E}">
        <p14:creationId xmlns:p14="http://schemas.microsoft.com/office/powerpoint/2010/main" val="29305750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D804C57-4818-E3ED-A6C5-F6F0DCD0131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243AB964-318B-337F-60B7-2754720DAE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493CB9B5-34A7-129B-0A31-F9DC3B03D5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ADAD8ED-BDBF-42F5-3B2F-ECB7B425C2BC}"/>
              </a:ext>
            </a:extLst>
          </p:cNvPr>
          <p:cNvSpPr>
            <a:spLocks noGrp="1"/>
          </p:cNvSpPr>
          <p:nvPr>
            <p:ph type="dt" sz="half" idx="10"/>
          </p:nvPr>
        </p:nvSpPr>
        <p:spPr/>
        <p:txBody>
          <a:bodyPr/>
          <a:lstStyle/>
          <a:p>
            <a:fld id="{1E5C9EE7-8DDA-4DF6-924E-8E4896CBE84A}" type="datetimeFigureOut">
              <a:rPr lang="es-CO" smtClean="0"/>
              <a:t>4/01/2025</a:t>
            </a:fld>
            <a:endParaRPr lang="es-CO"/>
          </a:p>
        </p:txBody>
      </p:sp>
      <p:sp>
        <p:nvSpPr>
          <p:cNvPr id="6" name="Marcador de pie de página 5">
            <a:extLst>
              <a:ext uri="{FF2B5EF4-FFF2-40B4-BE49-F238E27FC236}">
                <a16:creationId xmlns:a16="http://schemas.microsoft.com/office/drawing/2014/main" id="{83785FFD-59B6-BC64-E9D6-16052BBB7FBD}"/>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2CF37ACC-A056-E9BB-5DDB-22ABA20B2F3D}"/>
              </a:ext>
            </a:extLst>
          </p:cNvPr>
          <p:cNvSpPr>
            <a:spLocks noGrp="1"/>
          </p:cNvSpPr>
          <p:nvPr>
            <p:ph type="sldNum" sz="quarter" idx="12"/>
          </p:nvPr>
        </p:nvSpPr>
        <p:spPr/>
        <p:txBody>
          <a:bodyPr/>
          <a:lstStyle/>
          <a:p>
            <a:fld id="{9DA7D374-75C3-4BB2-8E3C-6A07029DE216}" type="slidenum">
              <a:rPr lang="es-CO" smtClean="0"/>
              <a:t>‹Nº›</a:t>
            </a:fld>
            <a:endParaRPr lang="es-CO"/>
          </a:p>
        </p:txBody>
      </p:sp>
    </p:spTree>
    <p:extLst>
      <p:ext uri="{BB962C8B-B14F-4D97-AF65-F5344CB8AC3E}">
        <p14:creationId xmlns:p14="http://schemas.microsoft.com/office/powerpoint/2010/main" val="9451496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CD7602-9F2F-1A04-27ED-D6B40223844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B1DF196E-F362-AF35-731F-E57B56CD5B97}"/>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D5CE00D-068C-0663-07D0-D0E4009B7CFE}"/>
              </a:ext>
            </a:extLst>
          </p:cNvPr>
          <p:cNvSpPr>
            <a:spLocks noGrp="1"/>
          </p:cNvSpPr>
          <p:nvPr>
            <p:ph type="dt" sz="half" idx="10"/>
          </p:nvPr>
        </p:nvSpPr>
        <p:spPr/>
        <p:txBody>
          <a:bodyPr/>
          <a:lstStyle/>
          <a:p>
            <a:fld id="{1E5C9EE7-8DDA-4DF6-924E-8E4896CBE84A}" type="datetimeFigureOut">
              <a:rPr lang="es-CO" smtClean="0"/>
              <a:t>4/01/2025</a:t>
            </a:fld>
            <a:endParaRPr lang="es-CO"/>
          </a:p>
        </p:txBody>
      </p:sp>
      <p:sp>
        <p:nvSpPr>
          <p:cNvPr id="5" name="Marcador de pie de página 4">
            <a:extLst>
              <a:ext uri="{FF2B5EF4-FFF2-40B4-BE49-F238E27FC236}">
                <a16:creationId xmlns:a16="http://schemas.microsoft.com/office/drawing/2014/main" id="{8C77BA55-9761-D08F-75E3-BA24412C010C}"/>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6EFF34F0-6499-4641-D773-47264DA086DE}"/>
              </a:ext>
            </a:extLst>
          </p:cNvPr>
          <p:cNvSpPr>
            <a:spLocks noGrp="1"/>
          </p:cNvSpPr>
          <p:nvPr>
            <p:ph type="sldNum" sz="quarter" idx="12"/>
          </p:nvPr>
        </p:nvSpPr>
        <p:spPr/>
        <p:txBody>
          <a:bodyPr/>
          <a:lstStyle/>
          <a:p>
            <a:fld id="{9DA7D374-75C3-4BB2-8E3C-6A07029DE216}" type="slidenum">
              <a:rPr lang="es-CO" smtClean="0"/>
              <a:t>‹Nº›</a:t>
            </a:fld>
            <a:endParaRPr lang="es-CO"/>
          </a:p>
        </p:txBody>
      </p:sp>
    </p:spTree>
    <p:extLst>
      <p:ext uri="{BB962C8B-B14F-4D97-AF65-F5344CB8AC3E}">
        <p14:creationId xmlns:p14="http://schemas.microsoft.com/office/powerpoint/2010/main" val="15769095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C877A66-C666-056F-960F-171BE0A21762}"/>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29474AEC-C427-4B7F-F962-BF90628D3BA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F289CFCC-52A0-31C0-1287-C727C68901C0}"/>
              </a:ext>
            </a:extLst>
          </p:cNvPr>
          <p:cNvSpPr>
            <a:spLocks noGrp="1"/>
          </p:cNvSpPr>
          <p:nvPr>
            <p:ph type="dt" sz="half" idx="10"/>
          </p:nvPr>
        </p:nvSpPr>
        <p:spPr/>
        <p:txBody>
          <a:bodyPr/>
          <a:lstStyle/>
          <a:p>
            <a:fld id="{1E5C9EE7-8DDA-4DF6-924E-8E4896CBE84A}" type="datetimeFigureOut">
              <a:rPr lang="es-CO" smtClean="0"/>
              <a:t>4/01/2025</a:t>
            </a:fld>
            <a:endParaRPr lang="es-CO"/>
          </a:p>
        </p:txBody>
      </p:sp>
      <p:sp>
        <p:nvSpPr>
          <p:cNvPr id="5" name="Marcador de pie de página 4">
            <a:extLst>
              <a:ext uri="{FF2B5EF4-FFF2-40B4-BE49-F238E27FC236}">
                <a16:creationId xmlns:a16="http://schemas.microsoft.com/office/drawing/2014/main" id="{17F7EDF1-917F-3E81-2797-81020FCFB0CB}"/>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A880FEF-AB90-C357-A5A4-FB68CA8CAA1F}"/>
              </a:ext>
            </a:extLst>
          </p:cNvPr>
          <p:cNvSpPr>
            <a:spLocks noGrp="1"/>
          </p:cNvSpPr>
          <p:nvPr>
            <p:ph type="sldNum" sz="quarter" idx="12"/>
          </p:nvPr>
        </p:nvSpPr>
        <p:spPr/>
        <p:txBody>
          <a:bodyPr/>
          <a:lstStyle/>
          <a:p>
            <a:fld id="{9DA7D374-75C3-4BB2-8E3C-6A07029DE216}" type="slidenum">
              <a:rPr lang="es-CO" smtClean="0"/>
              <a:t>‹Nº›</a:t>
            </a:fld>
            <a:endParaRPr lang="es-CO"/>
          </a:p>
        </p:txBody>
      </p:sp>
    </p:spTree>
    <p:extLst>
      <p:ext uri="{BB962C8B-B14F-4D97-AF65-F5344CB8AC3E}">
        <p14:creationId xmlns:p14="http://schemas.microsoft.com/office/powerpoint/2010/main" val="31399604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5F701C12-4015-F4A9-4662-8F064380BB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E4B8C966-0D4A-1CE4-B00F-6CA3BD54B6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C5EE87F2-74FC-DEC5-0F78-BB780EF7B5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5C9EE7-8DDA-4DF6-924E-8E4896CBE84A}" type="datetimeFigureOut">
              <a:rPr lang="es-CO" smtClean="0"/>
              <a:t>4/01/2025</a:t>
            </a:fld>
            <a:endParaRPr lang="es-CO"/>
          </a:p>
        </p:txBody>
      </p:sp>
      <p:sp>
        <p:nvSpPr>
          <p:cNvPr id="5" name="Marcador de pie de página 4">
            <a:extLst>
              <a:ext uri="{FF2B5EF4-FFF2-40B4-BE49-F238E27FC236}">
                <a16:creationId xmlns:a16="http://schemas.microsoft.com/office/drawing/2014/main" id="{A938A9CA-C692-6AA9-163F-9B8F7BAAEA8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6AC231D6-70B1-65BF-A514-A6FF777CBD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A7D374-75C3-4BB2-8E3C-6A07029DE216}" type="slidenum">
              <a:rPr lang="es-CO" smtClean="0"/>
              <a:t>‹Nº›</a:t>
            </a:fld>
            <a:endParaRPr lang="es-CO"/>
          </a:p>
        </p:txBody>
      </p:sp>
    </p:spTree>
    <p:extLst>
      <p:ext uri="{BB962C8B-B14F-4D97-AF65-F5344CB8AC3E}">
        <p14:creationId xmlns:p14="http://schemas.microsoft.com/office/powerpoint/2010/main" val="34197861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2013EB-9FD4-2410-6563-C86DD33F0E49}"/>
              </a:ext>
            </a:extLst>
          </p:cNvPr>
          <p:cNvSpPr>
            <a:spLocks noGrp="1"/>
          </p:cNvSpPr>
          <p:nvPr>
            <p:ph type="ctrTitle"/>
          </p:nvPr>
        </p:nvSpPr>
        <p:spPr>
          <a:xfrm>
            <a:off x="0" y="-420180"/>
            <a:ext cx="12192000" cy="6858000"/>
          </a:xfrm>
        </p:spPr>
        <p:txBody>
          <a:bodyPr>
            <a:noAutofit/>
          </a:bodyPr>
          <a:lstStyle/>
          <a:p>
            <a:r>
              <a:rPr lang="es-ES" sz="8000" b="1" i="0" dirty="0">
                <a:solidFill>
                  <a:schemeClr val="bg1"/>
                </a:solidFill>
                <a:effectLst/>
                <a:latin typeface="Arial" panose="020B0604020202020204" pitchFamily="34" charset="0"/>
                <a:cs typeface="Arial" panose="020B0604020202020204" pitchFamily="34" charset="0"/>
              </a:rPr>
              <a:t>EL ESPÍRITU DE DIOS ESTÁ EN ESTE LUGAR</a:t>
            </a:r>
            <a:br>
              <a:rPr lang="es-ES" sz="8000" b="1" i="0" dirty="0">
                <a:solidFill>
                  <a:schemeClr val="bg1"/>
                </a:solidFill>
                <a:effectLst/>
                <a:latin typeface="Arial" panose="020B0604020202020204" pitchFamily="34" charset="0"/>
                <a:cs typeface="Arial" panose="020B0604020202020204" pitchFamily="34" charset="0"/>
              </a:rPr>
            </a:br>
            <a:r>
              <a:rPr lang="es-ES" sz="8000" b="1" i="0" dirty="0">
                <a:solidFill>
                  <a:schemeClr val="bg1"/>
                </a:solidFill>
                <a:effectLst/>
                <a:latin typeface="Arial" panose="020B0604020202020204" pitchFamily="34" charset="0"/>
                <a:cs typeface="Arial" panose="020B0604020202020204" pitchFamily="34" charset="0"/>
              </a:rPr>
              <a:t>EL ESPÍRITU DE DIOS SE MUEVE EN ESTE LUGAR</a:t>
            </a:r>
            <a:endParaRPr lang="es-CO" sz="80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880659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25CD35D-DF00-13AB-7336-7A987C068E9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52B3E3B-5763-48DD-3B12-DB0F31AFA89A}"/>
              </a:ext>
            </a:extLst>
          </p:cNvPr>
          <p:cNvSpPr>
            <a:spLocks noGrp="1"/>
          </p:cNvSpPr>
          <p:nvPr>
            <p:ph type="ctrTitle"/>
          </p:nvPr>
        </p:nvSpPr>
        <p:spPr>
          <a:xfrm>
            <a:off x="0" y="-384269"/>
            <a:ext cx="12192000" cy="6858000"/>
          </a:xfrm>
        </p:spPr>
        <p:txBody>
          <a:bodyPr>
            <a:noAutofit/>
          </a:bodyPr>
          <a:lstStyle/>
          <a:p>
            <a:r>
              <a:rPr lang="es-ES" sz="7200" b="1" i="0" dirty="0">
                <a:solidFill>
                  <a:schemeClr val="bg1"/>
                </a:solidFill>
                <a:effectLst/>
                <a:latin typeface="Arial" panose="020B0604020202020204" pitchFamily="34" charset="0"/>
                <a:cs typeface="Arial" panose="020B0604020202020204" pitchFamily="34" charset="0"/>
              </a:rPr>
              <a:t>ESTÁ AQUÍ PARA CONSOLAR</a:t>
            </a:r>
            <a:br>
              <a:rPr lang="es-ES" sz="7200" b="1" i="0" dirty="0">
                <a:solidFill>
                  <a:schemeClr val="bg1"/>
                </a:solidFill>
                <a:effectLst/>
                <a:latin typeface="Arial" panose="020B0604020202020204" pitchFamily="34" charset="0"/>
                <a:cs typeface="Arial" panose="020B0604020202020204" pitchFamily="34" charset="0"/>
              </a:rPr>
            </a:br>
            <a:r>
              <a:rPr lang="es-ES" sz="7200" b="1" i="0" dirty="0">
                <a:solidFill>
                  <a:schemeClr val="bg1"/>
                </a:solidFill>
                <a:effectLst/>
                <a:latin typeface="Arial" panose="020B0604020202020204" pitchFamily="34" charset="0"/>
                <a:cs typeface="Arial" panose="020B0604020202020204" pitchFamily="34" charset="0"/>
              </a:rPr>
              <a:t>ESTÁ AQUÍ PARA LIBERAR</a:t>
            </a:r>
            <a:br>
              <a:rPr lang="es-ES" sz="7200" b="1" i="0" dirty="0">
                <a:solidFill>
                  <a:schemeClr val="bg1"/>
                </a:solidFill>
                <a:effectLst/>
                <a:latin typeface="Arial" panose="020B0604020202020204" pitchFamily="34" charset="0"/>
                <a:cs typeface="Arial" panose="020B0604020202020204" pitchFamily="34" charset="0"/>
              </a:rPr>
            </a:br>
            <a:r>
              <a:rPr lang="es-ES" sz="7200" b="1" i="0" dirty="0">
                <a:solidFill>
                  <a:schemeClr val="bg1"/>
                </a:solidFill>
                <a:effectLst/>
                <a:latin typeface="Arial" panose="020B0604020202020204" pitchFamily="34" charset="0"/>
                <a:cs typeface="Arial" panose="020B0604020202020204" pitchFamily="34" charset="0"/>
              </a:rPr>
              <a:t>ESTÁ AQUÍ PARA GUIAR, EL ESPÍRITU DE DIOS ESTÁ AQUÍ</a:t>
            </a:r>
            <a:endParaRPr lang="es-CO" sz="72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180009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B117244-06F6-5EC5-F916-2BAD05F4A70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93803DD-D988-019D-E6C8-9E317D0A3ED2}"/>
              </a:ext>
            </a:extLst>
          </p:cNvPr>
          <p:cNvSpPr>
            <a:spLocks noGrp="1"/>
          </p:cNvSpPr>
          <p:nvPr>
            <p:ph type="ctrTitle"/>
          </p:nvPr>
        </p:nvSpPr>
        <p:spPr>
          <a:xfrm>
            <a:off x="56148" y="-336885"/>
            <a:ext cx="12135852" cy="6858000"/>
          </a:xfrm>
        </p:spPr>
        <p:txBody>
          <a:bodyPr>
            <a:noAutofit/>
          </a:bodyPr>
          <a:lstStyle/>
          <a:p>
            <a:r>
              <a:rPr lang="es-ES" sz="6200" b="1" i="0" dirty="0">
                <a:solidFill>
                  <a:schemeClr val="bg1"/>
                </a:solidFill>
                <a:effectLst/>
                <a:latin typeface="Arial" panose="020B0604020202020204" pitchFamily="34" charset="0"/>
                <a:cs typeface="Arial" panose="020B0604020202020204" pitchFamily="34" charset="0"/>
              </a:rPr>
              <a:t>MUÉVETE EN MÍ</a:t>
            </a:r>
            <a:br>
              <a:rPr lang="es-ES" sz="6200" b="1" i="0" dirty="0">
                <a:solidFill>
                  <a:schemeClr val="bg1"/>
                </a:solidFill>
                <a:effectLst/>
                <a:latin typeface="Arial" panose="020B0604020202020204" pitchFamily="34" charset="0"/>
                <a:cs typeface="Arial" panose="020B0604020202020204" pitchFamily="34" charset="0"/>
              </a:rPr>
            </a:br>
            <a:r>
              <a:rPr lang="es-ES" sz="6200" b="1" i="0" dirty="0">
                <a:solidFill>
                  <a:schemeClr val="bg1"/>
                </a:solidFill>
                <a:effectLst/>
                <a:latin typeface="Arial" panose="020B0604020202020204" pitchFamily="34" charset="0"/>
                <a:cs typeface="Arial" panose="020B0604020202020204" pitchFamily="34" charset="0"/>
              </a:rPr>
              <a:t>MUÉVETE EN MÍ</a:t>
            </a:r>
            <a:br>
              <a:rPr lang="es-ES" sz="6200" b="1" i="0" dirty="0">
                <a:solidFill>
                  <a:schemeClr val="bg1"/>
                </a:solidFill>
                <a:effectLst/>
                <a:latin typeface="Arial" panose="020B0604020202020204" pitchFamily="34" charset="0"/>
                <a:cs typeface="Arial" panose="020B0604020202020204" pitchFamily="34" charset="0"/>
              </a:rPr>
            </a:br>
            <a:r>
              <a:rPr lang="es-ES" sz="6200" b="1" i="0" dirty="0">
                <a:solidFill>
                  <a:schemeClr val="bg1"/>
                </a:solidFill>
                <a:effectLst/>
                <a:latin typeface="Arial" panose="020B0604020202020204" pitchFamily="34" charset="0"/>
                <a:cs typeface="Arial" panose="020B0604020202020204" pitchFamily="34" charset="0"/>
              </a:rPr>
              <a:t>TOCA MI MENTE, MI CORAZÓN</a:t>
            </a:r>
            <a:br>
              <a:rPr lang="es-ES" sz="6200" b="1" i="0" dirty="0">
                <a:solidFill>
                  <a:schemeClr val="bg1"/>
                </a:solidFill>
                <a:effectLst/>
                <a:latin typeface="Arial" panose="020B0604020202020204" pitchFamily="34" charset="0"/>
                <a:cs typeface="Arial" panose="020B0604020202020204" pitchFamily="34" charset="0"/>
              </a:rPr>
            </a:br>
            <a:r>
              <a:rPr lang="es-ES" sz="6200" b="1" i="0" dirty="0">
                <a:solidFill>
                  <a:schemeClr val="bg1"/>
                </a:solidFill>
                <a:effectLst/>
                <a:latin typeface="Arial" panose="020B0604020202020204" pitchFamily="34" charset="0"/>
                <a:cs typeface="Arial" panose="020B0604020202020204" pitchFamily="34" charset="0"/>
              </a:rPr>
              <a:t>LLENA MI VIDA DE TU AMOR</a:t>
            </a:r>
            <a:br>
              <a:rPr lang="es-ES" sz="6200" b="1" i="0" dirty="0">
                <a:solidFill>
                  <a:schemeClr val="bg1"/>
                </a:solidFill>
                <a:effectLst/>
                <a:latin typeface="Arial" panose="020B0604020202020204" pitchFamily="34" charset="0"/>
                <a:cs typeface="Arial" panose="020B0604020202020204" pitchFamily="34" charset="0"/>
              </a:rPr>
            </a:br>
            <a:r>
              <a:rPr lang="es-ES" sz="6200" b="1" i="0" dirty="0">
                <a:solidFill>
                  <a:schemeClr val="bg1"/>
                </a:solidFill>
                <a:effectLst/>
                <a:latin typeface="Arial" panose="020B0604020202020204" pitchFamily="34" charset="0"/>
                <a:cs typeface="Arial" panose="020B0604020202020204" pitchFamily="34" charset="0"/>
              </a:rPr>
              <a:t>MUÉVETE EN MÍ</a:t>
            </a:r>
            <a:br>
              <a:rPr lang="es-ES" sz="6200" b="1" i="0" dirty="0">
                <a:solidFill>
                  <a:schemeClr val="bg1"/>
                </a:solidFill>
                <a:effectLst/>
                <a:latin typeface="Arial" panose="020B0604020202020204" pitchFamily="34" charset="0"/>
                <a:cs typeface="Arial" panose="020B0604020202020204" pitchFamily="34" charset="0"/>
              </a:rPr>
            </a:br>
            <a:r>
              <a:rPr lang="es-ES" sz="6200" b="1" i="0" dirty="0">
                <a:solidFill>
                  <a:schemeClr val="bg1"/>
                </a:solidFill>
                <a:effectLst/>
                <a:latin typeface="Arial" panose="020B0604020202020204" pitchFamily="34" charset="0"/>
                <a:cs typeface="Arial" panose="020B0604020202020204" pitchFamily="34" charset="0"/>
              </a:rPr>
              <a:t>SANTO ESPÍRITU, MUÉVETE EN MÍ</a:t>
            </a:r>
            <a:endParaRPr lang="es-CO" sz="62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72066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E0B03D2-4E04-6C8A-BB8F-8DA1E9FAEA4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0EA8B22-BD55-0C6B-671E-F57B80CE2899}"/>
              </a:ext>
            </a:extLst>
          </p:cNvPr>
          <p:cNvSpPr>
            <a:spLocks noGrp="1"/>
          </p:cNvSpPr>
          <p:nvPr>
            <p:ph type="ctrTitle"/>
          </p:nvPr>
        </p:nvSpPr>
        <p:spPr>
          <a:xfrm>
            <a:off x="0" y="0"/>
            <a:ext cx="12192000" cy="6858000"/>
          </a:xfrm>
          <a:solidFill>
            <a:srgbClr val="002060"/>
          </a:solidFill>
        </p:spPr>
        <p:txBody>
          <a:bodyPr>
            <a:noAutofit/>
          </a:bodyPr>
          <a:lstStyle/>
          <a:p>
            <a: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SEÑOR TU ERES MI LUZ Y MI SALVACIÓN</a:t>
            </a:r>
            <a:b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SEÑOR TU ERES LA FUERZA DE MI POBRE CORAZON</a:t>
            </a:r>
            <a:b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YO CONFIARÉ ETERNAMENTE EN TI</a:t>
            </a:r>
            <a:b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Y EN TUS BRAZOS DESCANSARÉ</a:t>
            </a:r>
            <a:endParaRPr lang="es-CO"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7247350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E5D23BC5-30BF-FB24-FA38-B4BB54C55AB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B49AE6D-AF2A-8DF4-770A-885F76DCA7C3}"/>
              </a:ext>
            </a:extLst>
          </p:cNvPr>
          <p:cNvSpPr>
            <a:spLocks noGrp="1"/>
          </p:cNvSpPr>
          <p:nvPr>
            <p:ph type="ctrTitle"/>
          </p:nvPr>
        </p:nvSpPr>
        <p:spPr>
          <a:xfrm>
            <a:off x="0" y="-112295"/>
            <a:ext cx="12192000" cy="6858000"/>
          </a:xfrm>
        </p:spPr>
        <p:txBody>
          <a:bodyPr>
            <a:noAutofit/>
          </a:bodyPr>
          <a:lstStyle/>
          <a:p>
            <a: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TE ALABARÉ SEÑOR</a:t>
            </a:r>
            <a:b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TE EXALTARÉ OH DIOS</a:t>
            </a:r>
            <a:b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MI CANCIÓN ALZARÉ, Y EN TI ESPERARÉ</a:t>
            </a:r>
            <a:b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TE ALABARÉ SEÑOR</a:t>
            </a:r>
            <a:b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TE EXALTARÉ OH DIOS</a:t>
            </a:r>
            <a:b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MI CANCIÓN ALZARÉ, Y EN TI...</a:t>
            </a:r>
            <a:b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ESPERARÉ</a:t>
            </a:r>
            <a:endParaRPr lang="es-CO"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29773583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22031E6-7B0D-B8B0-3F44-2C818EE42D8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CD207D7-E09F-C3E2-1C18-994DFC692236}"/>
              </a:ext>
            </a:extLst>
          </p:cNvPr>
          <p:cNvSpPr>
            <a:spLocks noGrp="1"/>
          </p:cNvSpPr>
          <p:nvPr>
            <p:ph type="ctrTitle"/>
          </p:nvPr>
        </p:nvSpPr>
        <p:spPr>
          <a:xfrm>
            <a:off x="0" y="144379"/>
            <a:ext cx="12192000" cy="6858000"/>
          </a:xfrm>
        </p:spPr>
        <p:txBody>
          <a:bodyPr>
            <a:noAutofit/>
          </a:bodyPr>
          <a:lstStyle/>
          <a:p>
            <a:r>
              <a:rPr lang="es-ES" sz="7200" b="1" dirty="0">
                <a:solidFill>
                  <a:schemeClr val="bg1"/>
                </a:solidFill>
                <a:latin typeface="Arial" panose="020B0604020202020204" pitchFamily="34" charset="0"/>
                <a:ea typeface="Tahoma" panose="020B0604030504040204" pitchFamily="34" charset="0"/>
                <a:cs typeface="Arial" panose="020B0604020202020204" pitchFamily="34" charset="0"/>
              </a:rPr>
              <a:t>CON MIS LABIOS Y MI VIDA</a:t>
            </a:r>
            <a:br>
              <a:rPr lang="es-ES" sz="72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7200" b="1" dirty="0">
                <a:solidFill>
                  <a:schemeClr val="bg1"/>
                </a:solidFill>
                <a:latin typeface="Arial" panose="020B0604020202020204" pitchFamily="34" charset="0"/>
                <a:ea typeface="Tahoma" panose="020B0604030504040204" pitchFamily="34" charset="0"/>
                <a:cs typeface="Arial" panose="020B0604020202020204" pitchFamily="34" charset="0"/>
              </a:rPr>
              <a:t>//TE ALABO SEÑOR//</a:t>
            </a:r>
            <a:br>
              <a:rPr lang="es-ES" sz="72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7200" b="1" dirty="0">
                <a:solidFill>
                  <a:schemeClr val="bg1"/>
                </a:solidFill>
                <a:latin typeface="Arial" panose="020B0604020202020204" pitchFamily="34" charset="0"/>
                <a:ea typeface="Tahoma" panose="020B0604030504040204" pitchFamily="34" charset="0"/>
                <a:cs typeface="Arial" panose="020B0604020202020204" pitchFamily="34" charset="0"/>
              </a:rPr>
              <a:t>CON MIS LABIOS Y MI VIDA</a:t>
            </a:r>
            <a:br>
              <a:rPr lang="es-ES" sz="72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7200" b="1" dirty="0">
                <a:solidFill>
                  <a:schemeClr val="bg1"/>
                </a:solidFill>
                <a:latin typeface="Arial" panose="020B0604020202020204" pitchFamily="34" charset="0"/>
                <a:ea typeface="Tahoma" panose="020B0604030504040204" pitchFamily="34" charset="0"/>
                <a:cs typeface="Arial" panose="020B0604020202020204" pitchFamily="34" charset="0"/>
              </a:rPr>
              <a:t>TE ALABO BENDITO SEÑOR</a:t>
            </a:r>
            <a:endParaRPr lang="es-CO" sz="72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12901811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9DFD1E0-9A8C-24C8-0EA4-5F07EF3415C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DB3131B-641F-8714-8A55-17D8058D6E53}"/>
              </a:ext>
            </a:extLst>
          </p:cNvPr>
          <p:cNvSpPr>
            <a:spLocks noGrp="1"/>
          </p:cNvSpPr>
          <p:nvPr>
            <p:ph type="ctrTitle"/>
          </p:nvPr>
        </p:nvSpPr>
        <p:spPr>
          <a:xfrm>
            <a:off x="104273" y="-224590"/>
            <a:ext cx="11983453" cy="6858000"/>
          </a:xfrm>
        </p:spPr>
        <p:txBody>
          <a:bodyPr>
            <a:noAutofit/>
          </a:bodyPr>
          <a:lstStyle/>
          <a:p>
            <a:r>
              <a:rPr lang="es-ES" sz="7500" b="1" dirty="0">
                <a:solidFill>
                  <a:schemeClr val="bg1"/>
                </a:solidFill>
                <a:latin typeface="Arial" panose="020B0604020202020204" pitchFamily="34" charset="0"/>
                <a:ea typeface="Tahoma" panose="020B0604030504040204" pitchFamily="34" charset="0"/>
                <a:cs typeface="Arial" panose="020B0604020202020204" pitchFamily="34" charset="0"/>
              </a:rPr>
              <a:t>PORQUE TÚ HAS SIDO</a:t>
            </a:r>
            <a:br>
              <a:rPr lang="es-ES" sz="75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7500" b="1" dirty="0">
                <a:solidFill>
                  <a:schemeClr val="bg1"/>
                </a:solidFill>
                <a:latin typeface="Arial" panose="020B0604020202020204" pitchFamily="34" charset="0"/>
                <a:ea typeface="Tahoma" panose="020B0604030504040204" pitchFamily="34" charset="0"/>
                <a:cs typeface="Arial" panose="020B0604020202020204" pitchFamily="34" charset="0"/>
              </a:rPr>
              <a:t>///PRECIOSO PARA MÍ.///</a:t>
            </a:r>
            <a:br>
              <a:rPr lang="es-ES" sz="7500" b="1" dirty="0">
                <a:solidFill>
                  <a:schemeClr val="bg1"/>
                </a:solidFill>
                <a:latin typeface="Arial" panose="020B0604020202020204" pitchFamily="34" charset="0"/>
                <a:ea typeface="Tahoma" panose="020B0604030504040204" pitchFamily="34" charset="0"/>
                <a:cs typeface="Arial" panose="020B0604020202020204" pitchFamily="34" charset="0"/>
              </a:rPr>
            </a:br>
            <a:br>
              <a:rPr lang="es-ES" sz="75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7500" b="1" dirty="0">
                <a:solidFill>
                  <a:schemeClr val="bg1"/>
                </a:solidFill>
                <a:latin typeface="Arial" panose="020B0604020202020204" pitchFamily="34" charset="0"/>
                <a:ea typeface="Tahoma" panose="020B0604030504040204" pitchFamily="34" charset="0"/>
                <a:cs typeface="Arial" panose="020B0604020202020204" pitchFamily="34" charset="0"/>
              </a:rPr>
              <a:t>PORQUE TÚ HAS SIDO</a:t>
            </a:r>
            <a:br>
              <a:rPr lang="es-ES" sz="75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7500" b="1" dirty="0">
                <a:solidFill>
                  <a:schemeClr val="bg1"/>
                </a:solidFill>
                <a:latin typeface="Arial" panose="020B0604020202020204" pitchFamily="34" charset="0"/>
                <a:ea typeface="Tahoma" panose="020B0604030504040204" pitchFamily="34" charset="0"/>
                <a:cs typeface="Arial" panose="020B0604020202020204" pitchFamily="34" charset="0"/>
              </a:rPr>
              <a:t>PRECIOSO PARA MÍ TE ALABO BENDITO SEÑOR</a:t>
            </a:r>
            <a:endParaRPr lang="es-CO" sz="75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5030195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9D7CB10F-901A-3B06-18A8-E02ED376355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2D97892-FABC-BE78-5D7A-C43E535CFA66}"/>
              </a:ext>
            </a:extLst>
          </p:cNvPr>
          <p:cNvSpPr>
            <a:spLocks noGrp="1"/>
          </p:cNvSpPr>
          <p:nvPr>
            <p:ph type="ctrTitle"/>
          </p:nvPr>
        </p:nvSpPr>
        <p:spPr>
          <a:xfrm>
            <a:off x="0" y="850234"/>
            <a:ext cx="12192000" cy="6858000"/>
          </a:xfrm>
        </p:spPr>
        <p:txBody>
          <a:bodyPr>
            <a:noAutofit/>
          </a:bodyPr>
          <a:lstStyle/>
          <a:p>
            <a:r>
              <a:rPr lang="es-ES" sz="58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HAY MOMENTOS QUE</a:t>
            </a:r>
            <a:br>
              <a:rPr lang="es-ES" sz="58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8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NO DEBERÍAN TERMINAR</a:t>
            </a:r>
            <a:br>
              <a:rPr lang="es-ES" sz="58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8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HAY SEGUNDOS QUE</a:t>
            </a:r>
            <a:br>
              <a:rPr lang="es-ES" sz="58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8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TENDRÍAN QUE SER ETERNIDAD</a:t>
            </a:r>
            <a:br>
              <a:rPr lang="es-ES" sz="58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8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CUANDO TU ESPÍRITU, SEÑOR</a:t>
            </a:r>
            <a:br>
              <a:rPr lang="es-ES" sz="58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8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SE TOCA CON EL MÍO</a:t>
            </a:r>
            <a:br>
              <a:rPr lang="es-ES" sz="58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8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Y MI CORAZÓN ESTALLA</a:t>
            </a:r>
            <a:br>
              <a:rPr lang="es-ES" sz="58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8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EN ADORACIÓN</a:t>
            </a:r>
            <a:br>
              <a:rPr lang="es-ES" sz="75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endParaRPr lang="es-CO" sz="70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11827393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07FBD454-F13E-B5AB-D3A6-233EE4C83F8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312F324-4C24-D8FB-4C9F-79F444368A74}"/>
              </a:ext>
            </a:extLst>
          </p:cNvPr>
          <p:cNvSpPr>
            <a:spLocks noGrp="1"/>
          </p:cNvSpPr>
          <p:nvPr>
            <p:ph type="ctrTitle"/>
          </p:nvPr>
        </p:nvSpPr>
        <p:spPr>
          <a:xfrm>
            <a:off x="0" y="0"/>
            <a:ext cx="12192000" cy="6858000"/>
          </a:xfrm>
        </p:spPr>
        <p:txBody>
          <a:bodyPr>
            <a:noAutofit/>
          </a:bodyPr>
          <a:lstStyle/>
          <a:p>
            <a:r>
              <a:rPr lang="es-ES" sz="8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TE AMO MI JESUS</a:t>
            </a:r>
            <a:br>
              <a:rPr lang="es-ES" sz="8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8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SE ACABAN LAS PALABRAS</a:t>
            </a:r>
            <a:br>
              <a:rPr lang="es-ES" sz="8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8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SOLO ME QUEDA MI ALMA</a:t>
            </a:r>
            <a:br>
              <a:rPr lang="es-ES" sz="8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8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PARA CANTARTE</a:t>
            </a:r>
            <a:endParaRPr lang="es-CO" sz="88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17905596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4FF89335-27ED-67A3-E003-5EAEF5C68A5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9EC034D-846F-3F1F-5BEC-AB9D21B5B0A9}"/>
              </a:ext>
            </a:extLst>
          </p:cNvPr>
          <p:cNvSpPr>
            <a:spLocks noGrp="1"/>
          </p:cNvSpPr>
          <p:nvPr>
            <p:ph type="ctrTitle"/>
          </p:nvPr>
        </p:nvSpPr>
        <p:spPr>
          <a:xfrm>
            <a:off x="0" y="-786063"/>
            <a:ext cx="12192000" cy="6858000"/>
          </a:xfrm>
        </p:spPr>
        <p:txBody>
          <a:bodyPr>
            <a:noAutofit/>
          </a:bodyPr>
          <a:lstStyle/>
          <a:p>
            <a:r>
              <a:rPr lang="es-ES" sz="7700" b="1" dirty="0">
                <a:solidFill>
                  <a:schemeClr val="bg1"/>
                </a:solidFill>
                <a:latin typeface="Arial" panose="020B0604020202020204" pitchFamily="34" charset="0"/>
                <a:ea typeface="Tahoma" panose="020B0604030504040204" pitchFamily="34" charset="0"/>
                <a:cs typeface="Arial" panose="020B0604020202020204" pitchFamily="34" charset="0"/>
              </a:rPr>
              <a:t>TE ADORO MI SEÑOR</a:t>
            </a:r>
            <a:br>
              <a:rPr lang="es-ES" sz="77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7700" b="1" dirty="0">
                <a:solidFill>
                  <a:schemeClr val="bg1"/>
                </a:solidFill>
                <a:latin typeface="Arial" panose="020B0604020202020204" pitchFamily="34" charset="0"/>
                <a:ea typeface="Tahoma" panose="020B0604030504040204" pitchFamily="34" charset="0"/>
                <a:cs typeface="Arial" panose="020B0604020202020204" pitchFamily="34" charset="0"/>
              </a:rPr>
              <a:t>NO HAY NADA ALREDEDOR</a:t>
            </a:r>
            <a:br>
              <a:rPr lang="es-ES" sz="77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7700" b="1" dirty="0">
                <a:solidFill>
                  <a:schemeClr val="bg1"/>
                </a:solidFill>
                <a:latin typeface="Arial" panose="020B0604020202020204" pitchFamily="34" charset="0"/>
                <a:ea typeface="Tahoma" panose="020B0604030504040204" pitchFamily="34" charset="0"/>
                <a:cs typeface="Arial" panose="020B0604020202020204" pitchFamily="34" charset="0"/>
              </a:rPr>
              <a:t>SOLO ESTAMOS TÚ Y YO</a:t>
            </a:r>
            <a:br>
              <a:rPr lang="es-ES" sz="77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7700" b="1" dirty="0">
                <a:solidFill>
                  <a:schemeClr val="bg1"/>
                </a:solidFill>
                <a:latin typeface="Arial" panose="020B0604020202020204" pitchFamily="34" charset="0"/>
                <a:ea typeface="Tahoma" panose="020B0604030504040204" pitchFamily="34" charset="0"/>
                <a:cs typeface="Arial" panose="020B0604020202020204" pitchFamily="34" charset="0"/>
              </a:rPr>
              <a:t>SOLO ESTAMOS TÚ Y YO</a:t>
            </a:r>
            <a:endParaRPr lang="es-CO" sz="77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19500811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C8F1672-0440-B1D6-E6A8-C47C4B1635B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51414FD-45DC-17DC-4368-72E630A8D083}"/>
              </a:ext>
            </a:extLst>
          </p:cNvPr>
          <p:cNvSpPr>
            <a:spLocks noGrp="1"/>
          </p:cNvSpPr>
          <p:nvPr>
            <p:ph type="ctrTitle"/>
          </p:nvPr>
        </p:nvSpPr>
        <p:spPr>
          <a:xfrm>
            <a:off x="104273" y="104274"/>
            <a:ext cx="11983453" cy="6858000"/>
          </a:xfrm>
        </p:spPr>
        <p:txBody>
          <a:bodyPr>
            <a:noAutofit/>
          </a:bodyPr>
          <a:lstStyle/>
          <a:p>
            <a:r>
              <a:rPr lang="es-ES" sz="5600" b="1" dirty="0">
                <a:solidFill>
                  <a:schemeClr val="bg1"/>
                </a:solidFill>
                <a:latin typeface="Arial" panose="020B0604020202020204" pitchFamily="34" charset="0"/>
                <a:ea typeface="Tahoma" panose="020B0604030504040204" pitchFamily="34" charset="0"/>
                <a:cs typeface="Arial" panose="020B0604020202020204" pitchFamily="34" charset="0"/>
              </a:rPr>
              <a:t>AL MEDITAR DIOS MÍO EN LAS COSAS QUE ME HAS DADO</a:t>
            </a:r>
            <a:br>
              <a:rPr lang="es-ES" sz="56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5600" b="1" dirty="0">
                <a:solidFill>
                  <a:schemeClr val="bg1"/>
                </a:solidFill>
                <a:latin typeface="Arial" panose="020B0604020202020204" pitchFamily="34" charset="0"/>
                <a:ea typeface="Tahoma" panose="020B0604030504040204" pitchFamily="34" charset="0"/>
                <a:cs typeface="Arial" panose="020B0604020202020204" pitchFamily="34" charset="0"/>
              </a:rPr>
              <a:t>MI CORAZÓN SE INFLAMA TURBADO DE EMOCIÓN,</a:t>
            </a:r>
            <a:br>
              <a:rPr lang="es-ES" sz="56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5600" b="1" dirty="0">
                <a:solidFill>
                  <a:schemeClr val="bg1"/>
                </a:solidFill>
                <a:latin typeface="Arial" panose="020B0604020202020204" pitchFamily="34" charset="0"/>
                <a:ea typeface="Tahoma" panose="020B0604030504040204" pitchFamily="34" charset="0"/>
                <a:cs typeface="Arial" panose="020B0604020202020204" pitchFamily="34" charset="0"/>
              </a:rPr>
              <a:t>PUES NO ENCUENTRO PALABRAS PARA EXPRESAR MI CRISTO</a:t>
            </a:r>
            <a:br>
              <a:rPr lang="es-ES" sz="56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5600" b="1" dirty="0">
                <a:solidFill>
                  <a:schemeClr val="bg1"/>
                </a:solidFill>
                <a:latin typeface="Arial" panose="020B0604020202020204" pitchFamily="34" charset="0"/>
                <a:ea typeface="Tahoma" panose="020B0604030504040204" pitchFamily="34" charset="0"/>
                <a:cs typeface="Arial" panose="020B0604020202020204" pitchFamily="34" charset="0"/>
              </a:rPr>
              <a:t>EL AGRADECIMIENTO DE MI ALMA PARA TI.</a:t>
            </a:r>
            <a:endParaRPr lang="es-CO" sz="56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42179146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B943C16-2F96-DD5A-61DF-9E0E04158AD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3077BA8-619F-1DE5-B6D9-5B775317DD67}"/>
              </a:ext>
            </a:extLst>
          </p:cNvPr>
          <p:cNvSpPr>
            <a:spLocks noGrp="1"/>
          </p:cNvSpPr>
          <p:nvPr>
            <p:ph type="ctrTitle"/>
          </p:nvPr>
        </p:nvSpPr>
        <p:spPr>
          <a:xfrm>
            <a:off x="0" y="0"/>
            <a:ext cx="11983453" cy="6858000"/>
          </a:xfrm>
        </p:spPr>
        <p:txBody>
          <a:bodyPr>
            <a:noAutofit/>
          </a:bodyPr>
          <a:lstStyle/>
          <a:p>
            <a: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t>CAMBIASTE TÚ MI VIDA, ME DISTE ESPERANZA</a:t>
            </a:r>
            <a:b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t>Y DESDE AQUEL INSTANTE MI ALMA RECIBIÓ</a:t>
            </a:r>
            <a:b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t>UN GOZO TAN SUBLIME QUE AL PASAR DE LOS AÑOS</a:t>
            </a:r>
            <a:b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t>HA SIDO CUAL LA FUENTE DE MI FELICIDAD.</a:t>
            </a:r>
            <a:endParaRPr lang="es-CO"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5056834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865B3E9-032A-AF05-DCD5-7A1E5DE2F3D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3718FD7-886F-2A2A-750F-438EFC75A965}"/>
              </a:ext>
            </a:extLst>
          </p:cNvPr>
          <p:cNvSpPr>
            <a:spLocks noGrp="1"/>
          </p:cNvSpPr>
          <p:nvPr>
            <p:ph type="ctrTitle"/>
          </p:nvPr>
        </p:nvSpPr>
        <p:spPr>
          <a:xfrm>
            <a:off x="104273" y="156411"/>
            <a:ext cx="11983453" cy="6545178"/>
          </a:xfrm>
        </p:spPr>
        <p:txBody>
          <a:bodyPr>
            <a:noAutofit/>
          </a:bodyPr>
          <a:lstStyle/>
          <a:p>
            <a: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t>AGRADECIMIENTO HAY EN MI CORAZÓN</a:t>
            </a:r>
            <a:b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t>CANTO DE ALEGRÍA ELEVO CON MI VOZ</a:t>
            </a:r>
            <a:b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t>MUCHAS SON LAS COSAS QUE MI DIOS ME HA DADO</a:t>
            </a:r>
            <a:b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t>Y EN AGRADECIMIENTO LE SIRVO A MI SEÑOR</a:t>
            </a:r>
            <a:endParaRPr lang="es-CO"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23167852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4A4C829-9198-FA19-95B4-7FFC673C68D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52BC95F-2F08-59D5-7964-11D5CC97142F}"/>
              </a:ext>
            </a:extLst>
          </p:cNvPr>
          <p:cNvSpPr>
            <a:spLocks noGrp="1"/>
          </p:cNvSpPr>
          <p:nvPr>
            <p:ph type="ctrTitle"/>
          </p:nvPr>
        </p:nvSpPr>
        <p:spPr>
          <a:xfrm>
            <a:off x="104273" y="156411"/>
            <a:ext cx="11983453" cy="6545178"/>
          </a:xfrm>
        </p:spPr>
        <p:txBody>
          <a:bodyPr>
            <a:noAutofit/>
          </a:bodyPr>
          <a:lstStyle/>
          <a:p>
            <a: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t>PERMITE QUE MI VIDA YO PONGA POR SERVIRTE</a:t>
            </a:r>
            <a:b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t>QUE DENTRO DE MI ALMA PRESENTE SIEMPRE ESTÉN</a:t>
            </a:r>
            <a:b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t>TUS MÚLTIPLES FAVORES Y TUS MISERICORDIAS</a:t>
            </a:r>
            <a:b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t>QUE AÚN SIN MERECERLO HAS TENIDO PARA MÍ.</a:t>
            </a:r>
            <a:endParaRPr lang="es-CO"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42200296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322031E6-7B0D-B8B0-3F44-2C818EE42D8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CD207D7-E09F-C3E2-1C18-994DFC692236}"/>
              </a:ext>
            </a:extLst>
          </p:cNvPr>
          <p:cNvSpPr>
            <a:spLocks noGrp="1"/>
          </p:cNvSpPr>
          <p:nvPr>
            <p:ph type="ctrTitle"/>
          </p:nvPr>
        </p:nvSpPr>
        <p:spPr>
          <a:xfrm>
            <a:off x="0" y="0"/>
            <a:ext cx="12192000" cy="6858000"/>
          </a:xfrm>
        </p:spPr>
        <p:txBody>
          <a:bodyPr>
            <a:noAutofit/>
          </a:bodyPr>
          <a:lstStyle/>
          <a:p>
            <a:r>
              <a:rPr lang="es-ES" sz="7000" b="1" dirty="0">
                <a:solidFill>
                  <a:schemeClr val="bg1"/>
                </a:solidFill>
                <a:latin typeface="Arial" panose="020B0604020202020204" pitchFamily="34" charset="0"/>
                <a:ea typeface="Tahoma" panose="020B0604030504040204" pitchFamily="34" charset="0"/>
                <a:cs typeface="Arial" panose="020B0604020202020204" pitchFamily="34" charset="0"/>
              </a:rPr>
              <a:t>NO TENGO NADA PARA OFRECER</a:t>
            </a:r>
            <a:br>
              <a:rPr lang="es-ES" sz="70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7000" b="1" dirty="0">
                <a:solidFill>
                  <a:schemeClr val="bg1"/>
                </a:solidFill>
                <a:latin typeface="Arial" panose="020B0604020202020204" pitchFamily="34" charset="0"/>
                <a:ea typeface="Tahoma" panose="020B0604030504040204" pitchFamily="34" charset="0"/>
                <a:cs typeface="Arial" panose="020B0604020202020204" pitchFamily="34" charset="0"/>
              </a:rPr>
              <a:t>NADA QUE TE PUEDA SORPRENDER</a:t>
            </a:r>
            <a:br>
              <a:rPr lang="es-ES" sz="70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7000" b="1" dirty="0">
                <a:solidFill>
                  <a:schemeClr val="bg1"/>
                </a:solidFill>
                <a:latin typeface="Arial" panose="020B0604020202020204" pitchFamily="34" charset="0"/>
                <a:ea typeface="Tahoma" panose="020B0604030504040204" pitchFamily="34" charset="0"/>
                <a:cs typeface="Arial" panose="020B0604020202020204" pitchFamily="34" charset="0"/>
              </a:rPr>
              <a:t>SOLO UN CORAZÓN</a:t>
            </a:r>
            <a:br>
              <a:rPr lang="es-ES" sz="70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7000" b="1" dirty="0">
                <a:solidFill>
                  <a:schemeClr val="bg1"/>
                </a:solidFill>
                <a:latin typeface="Arial" panose="020B0604020202020204" pitchFamily="34" charset="0"/>
                <a:ea typeface="Tahoma" panose="020B0604030504040204" pitchFamily="34" charset="0"/>
                <a:cs typeface="Arial" panose="020B0604020202020204" pitchFamily="34" charset="0"/>
              </a:rPr>
              <a:t>QUEBRANTADO, UNA Y OTRA VEZ</a:t>
            </a:r>
            <a:endParaRPr lang="es-CO" sz="70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1844333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A9DFD1E0-9A8C-24C8-0EA4-5F07EF3415C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DB3131B-641F-8714-8A55-17D8058D6E53}"/>
              </a:ext>
            </a:extLst>
          </p:cNvPr>
          <p:cNvSpPr>
            <a:spLocks noGrp="1"/>
          </p:cNvSpPr>
          <p:nvPr>
            <p:ph type="ctrTitle"/>
          </p:nvPr>
        </p:nvSpPr>
        <p:spPr>
          <a:xfrm>
            <a:off x="104273" y="-144379"/>
            <a:ext cx="11983453" cy="6858000"/>
          </a:xfrm>
        </p:spPr>
        <p:txBody>
          <a:bodyPr>
            <a:noAutofit/>
          </a:bodyPr>
          <a:lstStyle/>
          <a:p>
            <a:r>
              <a:rPr lang="es-ES" sz="6800" b="1" dirty="0">
                <a:solidFill>
                  <a:schemeClr val="bg1"/>
                </a:solidFill>
                <a:latin typeface="Arial" panose="020B0604020202020204" pitchFamily="34" charset="0"/>
                <a:ea typeface="Tahoma" panose="020B0604030504040204" pitchFamily="34" charset="0"/>
                <a:cs typeface="Arial" panose="020B0604020202020204" pitchFamily="34" charset="0"/>
              </a:rPr>
              <a:t>Y NO HAY NADA QUE ME ENAMORE MÁS</a:t>
            </a:r>
            <a:br>
              <a:rPr lang="es-ES" sz="68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800" b="1" dirty="0">
                <a:solidFill>
                  <a:schemeClr val="bg1"/>
                </a:solidFill>
                <a:latin typeface="Arial" panose="020B0604020202020204" pitchFamily="34" charset="0"/>
                <a:ea typeface="Tahoma" panose="020B0604030504040204" pitchFamily="34" charset="0"/>
                <a:cs typeface="Arial" panose="020B0604020202020204" pitchFamily="34" charset="0"/>
              </a:rPr>
              <a:t>NADA QUE ME APASIONE MÁS</a:t>
            </a:r>
            <a:br>
              <a:rPr lang="es-ES" sz="68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800" b="1" dirty="0">
                <a:solidFill>
                  <a:schemeClr val="bg1"/>
                </a:solidFill>
                <a:latin typeface="Arial" panose="020B0604020202020204" pitchFamily="34" charset="0"/>
                <a:ea typeface="Tahoma" panose="020B0604030504040204" pitchFamily="34" charset="0"/>
                <a:cs typeface="Arial" panose="020B0604020202020204" pitchFamily="34" charset="0"/>
              </a:rPr>
              <a:t>SOLO TU PRESENCIA, SOLO TU MIRADA</a:t>
            </a:r>
            <a:br>
              <a:rPr lang="es-ES" sz="68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800" b="1" dirty="0">
                <a:solidFill>
                  <a:schemeClr val="bg1"/>
                </a:solidFill>
                <a:latin typeface="Arial" panose="020B0604020202020204" pitchFamily="34" charset="0"/>
                <a:ea typeface="Tahoma" panose="020B0604030504040204" pitchFamily="34" charset="0"/>
                <a:cs typeface="Arial" panose="020B0604020202020204" pitchFamily="34" charset="0"/>
              </a:rPr>
              <a:t>ME HACE SUSPIRAR</a:t>
            </a:r>
            <a:endParaRPr lang="es-CO" sz="68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12097061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1933889A-9C10-77BF-D3FB-29120B107CE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A4DAF7C-E2F3-9CE9-459A-40353C7B919B}"/>
              </a:ext>
            </a:extLst>
          </p:cNvPr>
          <p:cNvSpPr>
            <a:spLocks noGrp="1"/>
          </p:cNvSpPr>
          <p:nvPr>
            <p:ph type="ctrTitle"/>
          </p:nvPr>
        </p:nvSpPr>
        <p:spPr>
          <a:xfrm>
            <a:off x="0" y="-216568"/>
            <a:ext cx="11983453" cy="6858000"/>
          </a:xfrm>
        </p:spPr>
        <p:txBody>
          <a:bodyPr>
            <a:noAutofit/>
          </a:bodyPr>
          <a:lstStyle/>
          <a:p>
            <a:r>
              <a:rPr lang="es-ES" sz="8800" b="1" dirty="0">
                <a:solidFill>
                  <a:schemeClr val="bg1"/>
                </a:solidFill>
                <a:latin typeface="Arial" panose="020B0604020202020204" pitchFamily="34" charset="0"/>
                <a:ea typeface="Tahoma" panose="020B0604030504040204" pitchFamily="34" charset="0"/>
                <a:cs typeface="Arial" panose="020B0604020202020204" pitchFamily="34" charset="0"/>
              </a:rPr>
              <a:t>ME INCLINO ANTE TI</a:t>
            </a:r>
            <a:br>
              <a:rPr lang="es-ES" sz="88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8800" b="1" dirty="0">
                <a:solidFill>
                  <a:schemeClr val="bg1"/>
                </a:solidFill>
                <a:latin typeface="Arial" panose="020B0604020202020204" pitchFamily="34" charset="0"/>
                <a:ea typeface="Tahoma" panose="020B0604030504040204" pitchFamily="34" charset="0"/>
                <a:cs typeface="Arial" panose="020B0604020202020204" pitchFamily="34" charset="0"/>
              </a:rPr>
              <a:t>REY QUE PERDONA</a:t>
            </a:r>
            <a:br>
              <a:rPr lang="es-ES" sz="88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8800" b="1" dirty="0">
                <a:solidFill>
                  <a:schemeClr val="bg1"/>
                </a:solidFill>
                <a:latin typeface="Arial" panose="020B0604020202020204" pitchFamily="34" charset="0"/>
                <a:ea typeface="Tahoma" panose="020B0604030504040204" pitchFamily="34" charset="0"/>
                <a:cs typeface="Arial" panose="020B0604020202020204" pitchFamily="34" charset="0"/>
              </a:rPr>
              <a:t>MULTITUD DE ERRORES</a:t>
            </a:r>
            <a:br>
              <a:rPr lang="es-ES" sz="88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8800" b="1" dirty="0">
                <a:solidFill>
                  <a:schemeClr val="bg1"/>
                </a:solidFill>
                <a:latin typeface="Arial" panose="020B0604020202020204" pitchFamily="34" charset="0"/>
                <a:ea typeface="Tahoma" panose="020B0604030504040204" pitchFamily="34" charset="0"/>
                <a:cs typeface="Arial" panose="020B0604020202020204" pitchFamily="34" charset="0"/>
              </a:rPr>
              <a:t>ME INCLINO ANTE TI</a:t>
            </a:r>
            <a:endParaRPr lang="es-CO" sz="88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26059864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0443DDB3-C606-CA5D-61B9-161B850E02C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3ABA7E3-5805-EBE1-1704-60152B3E60E3}"/>
              </a:ext>
            </a:extLst>
          </p:cNvPr>
          <p:cNvSpPr>
            <a:spLocks noGrp="1"/>
          </p:cNvSpPr>
          <p:nvPr>
            <p:ph type="ctrTitle"/>
          </p:nvPr>
        </p:nvSpPr>
        <p:spPr>
          <a:xfrm>
            <a:off x="0" y="0"/>
            <a:ext cx="11983453" cy="6858000"/>
          </a:xfrm>
        </p:spPr>
        <p:txBody>
          <a:bodyPr>
            <a:noAutofit/>
          </a:bodyPr>
          <a:lstStyle/>
          <a:p>
            <a: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t>DIGNO</a:t>
            </a:r>
            <a:b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t>ETERNAMENTE DIGNO</a:t>
            </a:r>
            <a:b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t>IMPRESIONANTE Y DIGNO</a:t>
            </a:r>
            <a:b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t>SOLO ANTE TI, YO ME INCLINO</a:t>
            </a:r>
            <a:endParaRPr lang="es-CO" sz="80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28605557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91FBA24-A33B-A9F4-7539-10888B52D93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EB20427-EDB0-0B6D-B86D-7A37D95F5357}"/>
              </a:ext>
            </a:extLst>
          </p:cNvPr>
          <p:cNvSpPr>
            <a:spLocks noGrp="1"/>
          </p:cNvSpPr>
          <p:nvPr>
            <p:ph type="ctrTitle"/>
          </p:nvPr>
        </p:nvSpPr>
        <p:spPr>
          <a:xfrm>
            <a:off x="0" y="-264696"/>
            <a:ext cx="12192000" cy="6858000"/>
          </a:xfrm>
        </p:spPr>
        <p:txBody>
          <a:bodyPr>
            <a:noAutofit/>
          </a:bodyPr>
          <a:lstStyle/>
          <a:p>
            <a:r>
              <a:rPr lang="es-ES" sz="6600" b="1" dirty="0">
                <a:solidFill>
                  <a:schemeClr val="bg1"/>
                </a:solidFill>
                <a:latin typeface="Arial" panose="020B0604020202020204" pitchFamily="34" charset="0"/>
                <a:ea typeface="Tahoma" panose="020B0604030504040204" pitchFamily="34" charset="0"/>
                <a:cs typeface="Arial" panose="020B0604020202020204" pitchFamily="34" charset="0"/>
              </a:rPr>
              <a:t>CONOZCO QUE TODO LO PUEDES</a:t>
            </a:r>
            <a:br>
              <a:rPr lang="es-ES" sz="66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600" b="1" dirty="0">
                <a:solidFill>
                  <a:schemeClr val="bg1"/>
                </a:solidFill>
                <a:latin typeface="Arial" panose="020B0604020202020204" pitchFamily="34" charset="0"/>
                <a:ea typeface="Tahoma" panose="020B0604030504040204" pitchFamily="34" charset="0"/>
                <a:cs typeface="Arial" panose="020B0604020202020204" pitchFamily="34" charset="0"/>
              </a:rPr>
              <a:t>QUE MI PENSAMIENTO</a:t>
            </a:r>
            <a:br>
              <a:rPr lang="es-ES" sz="66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600" b="1" dirty="0">
                <a:solidFill>
                  <a:schemeClr val="bg1"/>
                </a:solidFill>
                <a:latin typeface="Arial" panose="020B0604020202020204" pitchFamily="34" charset="0"/>
                <a:ea typeface="Tahoma" panose="020B0604030504040204" pitchFamily="34" charset="0"/>
                <a:cs typeface="Arial" panose="020B0604020202020204" pitchFamily="34" charset="0"/>
              </a:rPr>
              <a:t>NO LO PUEDO ESCONDER</a:t>
            </a:r>
            <a:br>
              <a:rPr lang="es-ES" sz="66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600" b="1" dirty="0">
                <a:solidFill>
                  <a:schemeClr val="bg1"/>
                </a:solidFill>
                <a:latin typeface="Arial" panose="020B0604020202020204" pitchFamily="34" charset="0"/>
                <a:ea typeface="Tahoma" panose="020B0604030504040204" pitchFamily="34" charset="0"/>
                <a:cs typeface="Arial" panose="020B0604020202020204" pitchFamily="34" charset="0"/>
              </a:rPr>
              <a:t>HABLABA LO QUE NO ENTENDÍA</a:t>
            </a:r>
            <a:br>
              <a:rPr lang="es-ES" sz="66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600" b="1" dirty="0">
                <a:solidFill>
                  <a:schemeClr val="bg1"/>
                </a:solidFill>
                <a:latin typeface="Arial" panose="020B0604020202020204" pitchFamily="34" charset="0"/>
                <a:ea typeface="Tahoma" panose="020B0604030504040204" pitchFamily="34" charset="0"/>
                <a:cs typeface="Arial" panose="020B0604020202020204" pitchFamily="34" charset="0"/>
              </a:rPr>
              <a:t>Y DE OIDAS TE HABÍA OÍDO</a:t>
            </a:r>
            <a:endParaRPr lang="es-CO" sz="66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39974850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A057128-F9D9-79D7-3B68-EB87057B1E2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E00C811-6B89-FEA6-BD51-CA1E3C291634}"/>
              </a:ext>
            </a:extLst>
          </p:cNvPr>
          <p:cNvSpPr>
            <a:spLocks noGrp="1"/>
          </p:cNvSpPr>
          <p:nvPr>
            <p:ph type="ctrTitle"/>
          </p:nvPr>
        </p:nvSpPr>
        <p:spPr>
          <a:xfrm>
            <a:off x="0" y="911391"/>
            <a:ext cx="12192000" cy="6858000"/>
          </a:xfrm>
        </p:spPr>
        <p:txBody>
          <a:bodyPr>
            <a:noAutofit/>
          </a:bodyPr>
          <a:lstStyle/>
          <a:p>
            <a:r>
              <a:rPr lang="es-ES" sz="6200" b="1" dirty="0">
                <a:solidFill>
                  <a:schemeClr val="bg1"/>
                </a:solidFill>
                <a:latin typeface="Arial" panose="020B0604020202020204" pitchFamily="34" charset="0"/>
                <a:ea typeface="Tahoma" panose="020B0604030504040204" pitchFamily="34" charset="0"/>
                <a:cs typeface="Arial" panose="020B0604020202020204" pitchFamily="34" charset="0"/>
              </a:rPr>
              <a:t>MÁS AHORA MIS OJOS TE VEN</a:t>
            </a:r>
            <a:br>
              <a:rPr lang="es-ES" sz="62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200" b="1" dirty="0">
                <a:solidFill>
                  <a:schemeClr val="bg1"/>
                </a:solidFill>
                <a:latin typeface="Arial" panose="020B0604020202020204" pitchFamily="34" charset="0"/>
                <a:ea typeface="Tahoma" panose="020B0604030504040204" pitchFamily="34" charset="0"/>
                <a:cs typeface="Arial" panose="020B0604020202020204" pitchFamily="34" charset="0"/>
              </a:rPr>
              <a:t>YO TE PREGUNTARE Y TÚ ME ENSEÑARAS</a:t>
            </a:r>
            <a:br>
              <a:rPr lang="es-ES" sz="62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200" b="1" dirty="0">
                <a:solidFill>
                  <a:schemeClr val="bg1"/>
                </a:solidFill>
                <a:latin typeface="Arial" panose="020B0604020202020204" pitchFamily="34" charset="0"/>
                <a:ea typeface="Tahoma" panose="020B0604030504040204" pitchFamily="34" charset="0"/>
                <a:cs typeface="Arial" panose="020B0604020202020204" pitchFamily="34" charset="0"/>
              </a:rPr>
              <a:t>MÁS AHORA MIS OJOS TE VEN</a:t>
            </a:r>
            <a:br>
              <a:rPr lang="es-ES" sz="62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200" b="1" dirty="0">
                <a:solidFill>
                  <a:schemeClr val="bg1"/>
                </a:solidFill>
                <a:latin typeface="Arial" panose="020B0604020202020204" pitchFamily="34" charset="0"/>
                <a:ea typeface="Tahoma" panose="020B0604030504040204" pitchFamily="34" charset="0"/>
                <a:cs typeface="Arial" panose="020B0604020202020204" pitchFamily="34" charset="0"/>
              </a:rPr>
              <a:t>HOY ME RINDO A TUS PIES Y ME ARREPIENTO SEÑOR</a:t>
            </a:r>
            <a:br>
              <a:rPr lang="es-ES" sz="5900" b="1" dirty="0">
                <a:solidFill>
                  <a:schemeClr val="bg1"/>
                </a:solidFill>
                <a:latin typeface="Arial" panose="020B0604020202020204" pitchFamily="34" charset="0"/>
                <a:ea typeface="Tahoma" panose="020B0604030504040204" pitchFamily="34" charset="0"/>
                <a:cs typeface="Arial" panose="020B0604020202020204" pitchFamily="34" charset="0"/>
              </a:rPr>
            </a:br>
            <a:br>
              <a:rPr lang="es-ES" sz="5900" b="1" dirty="0">
                <a:solidFill>
                  <a:schemeClr val="bg1"/>
                </a:solidFill>
                <a:latin typeface="Arial" panose="020B0604020202020204" pitchFamily="34" charset="0"/>
                <a:ea typeface="Tahoma" panose="020B0604030504040204" pitchFamily="34" charset="0"/>
                <a:cs typeface="Arial" panose="020B0604020202020204" pitchFamily="34" charset="0"/>
              </a:rPr>
            </a:br>
            <a:endParaRPr lang="es-CO" sz="59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305443101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244</TotalTime>
  <Words>546</Words>
  <Application>Microsoft Office PowerPoint</Application>
  <PresentationFormat>Panorámica</PresentationFormat>
  <Paragraphs>20</Paragraphs>
  <Slides>20</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20</vt:i4>
      </vt:variant>
    </vt:vector>
  </HeadingPairs>
  <TitlesOfParts>
    <vt:vector size="24" baseType="lpstr">
      <vt:lpstr>Arial</vt:lpstr>
      <vt:lpstr>Calibri</vt:lpstr>
      <vt:lpstr>Calibri Light</vt:lpstr>
      <vt:lpstr>Tema de Office</vt:lpstr>
      <vt:lpstr>EL ESPÍRITU DE DIOS ESTÁ EN ESTE LUGAR EL ESPÍRITU DE DIOS SE MUEVE EN ESTE LUGAR</vt:lpstr>
      <vt:lpstr>ESTÁ AQUÍ PARA CONSOLAR ESTÁ AQUÍ PARA LIBERAR ESTÁ AQUÍ PARA GUIAR, EL ESPÍRITU DE DIOS ESTÁ AQUÍ</vt:lpstr>
      <vt:lpstr>MUÉVETE EN MÍ MUÉVETE EN MÍ TOCA MI MENTE, MI CORAZÓN LLENA MI VIDA DE TU AMOR MUÉVETE EN MÍ SANTO ESPÍRITU, MUÉVETE EN MÍ</vt:lpstr>
      <vt:lpstr>SEÑOR TU ERES MI LUZ Y MI SALVACIÓN SEÑOR TU ERES LA FUERZA DE MI POBRE CORAZON YO CONFIARÉ ETERNAMENTE EN TI Y EN TUS BRAZOS DESCANSARÉ</vt:lpstr>
      <vt:lpstr>TE ALABARÉ SEÑOR TE EXALTARÉ OH DIOS MI CANCIÓN ALZARÉ, Y EN TI ESPERARÉ TE ALABARÉ SEÑOR TE EXALTARÉ OH DIOS MI CANCIÓN ALZARÉ, Y EN TI... ESPERARÉ</vt:lpstr>
      <vt:lpstr>CON MIS LABIOS Y MI VIDA //TE ALABO SEÑOR// CON MIS LABIOS Y MI VIDA TE ALABO BENDITO SEÑOR</vt:lpstr>
      <vt:lpstr>PORQUE TÚ HAS SIDO ///PRECIOSO PARA MÍ.///  PORQUE TÚ HAS SIDO PRECIOSO PARA MÍ TE ALABO BENDITO SEÑOR</vt:lpstr>
      <vt:lpstr>HAY MOMENTOS QUE NO DEBERÍAN TERMINAR HAY SEGUNDOS QUE TENDRÍAN QUE SER ETERNIDAD CUANDO TU ESPÍRITU, SEÑOR SE TOCA CON EL MÍO Y MI CORAZÓN ESTALLA EN ADORACIÓN </vt:lpstr>
      <vt:lpstr>TE AMO MI JESUS SE ACABAN LAS PALABRAS SOLO ME QUEDA MI ALMA PARA CANTARTE</vt:lpstr>
      <vt:lpstr>TE ADORO MI SEÑOR NO HAY NADA ALREDEDOR SOLO ESTAMOS TÚ Y YO SOLO ESTAMOS TÚ Y YO</vt:lpstr>
      <vt:lpstr>AL MEDITAR DIOS MÍO EN LAS COSAS QUE ME HAS DADO MI CORAZÓN SE INFLAMA TURBADO DE EMOCIÓN, PUES NO ENCUENTRO PALABRAS PARA EXPRESAR MI CRISTO EL AGRADECIMIENTO DE MI ALMA PARA TI.</vt:lpstr>
      <vt:lpstr>CAMBIASTE TÚ MI VIDA, ME DISTE ESPERANZA Y DESDE AQUEL INSTANTE MI ALMA RECIBIÓ UN GOZO TAN SUBLIME QUE AL PASAR DE LOS AÑOS HA SIDO CUAL LA FUENTE DE MI FELICIDAD.</vt:lpstr>
      <vt:lpstr>AGRADECIMIENTO HAY EN MI CORAZÓN CANTO DE ALEGRÍA ELEVO CON MI VOZ MUCHAS SON LAS COSAS QUE MI DIOS ME HA DADO Y EN AGRADECIMIENTO LE SIRVO A MI SEÑOR</vt:lpstr>
      <vt:lpstr>PERMITE QUE MI VIDA YO PONGA POR SERVIRTE QUE DENTRO DE MI ALMA PRESENTE SIEMPRE ESTÉN TUS MÚLTIPLES FAVORES Y TUS MISERICORDIAS QUE AÚN SIN MERECERLO HAS TENIDO PARA MÍ.</vt:lpstr>
      <vt:lpstr>NO TENGO NADA PARA OFRECER NADA QUE TE PUEDA SORPRENDER SOLO UN CORAZÓN QUEBRANTADO, UNA Y OTRA VEZ</vt:lpstr>
      <vt:lpstr>Y NO HAY NADA QUE ME ENAMORE MÁS NADA QUE ME APASIONE MÁS SOLO TU PRESENCIA, SOLO TU MIRADA ME HACE SUSPIRAR</vt:lpstr>
      <vt:lpstr>ME INCLINO ANTE TI REY QUE PERDONA MULTITUD DE ERRORES ME INCLINO ANTE TI</vt:lpstr>
      <vt:lpstr>DIGNO ETERNAMENTE DIGNO IMPRESIONANTE Y DIGNO SOLO ANTE TI, YO ME INCLINO</vt:lpstr>
      <vt:lpstr>CONOZCO QUE TODO LO PUEDES QUE MI PENSAMIENTO NO LO PUEDO ESCONDER HABLABA LO QUE NO ENTENDÍA Y DE OIDAS TE HABÍA OÍDO</vt:lpstr>
      <vt:lpstr>MÁS AHORA MIS OJOS TE VEN YO TE PREGUNTARE Y TÚ ME ENSEÑARAS MÁS AHORA MIS OJOS TE VEN HOY ME RINDO A TUS PIES Y ME ARREPIENTO SEÑOR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Andrés Windows</dc:creator>
  <cp:lastModifiedBy>Andrés Windows</cp:lastModifiedBy>
  <cp:revision>5</cp:revision>
  <dcterms:created xsi:type="dcterms:W3CDTF">2024-11-24T01:13:55Z</dcterms:created>
  <dcterms:modified xsi:type="dcterms:W3CDTF">2025-01-05T04:57:01Z</dcterms:modified>
</cp:coreProperties>
</file>