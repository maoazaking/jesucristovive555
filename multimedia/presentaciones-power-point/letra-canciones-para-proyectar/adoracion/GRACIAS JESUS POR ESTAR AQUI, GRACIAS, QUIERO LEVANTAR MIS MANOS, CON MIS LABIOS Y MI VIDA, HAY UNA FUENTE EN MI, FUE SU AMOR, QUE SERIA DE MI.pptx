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89" r:id="rId2"/>
    <p:sldId id="291" r:id="rId3"/>
    <p:sldId id="290" r:id="rId4"/>
    <p:sldId id="283" r:id="rId5"/>
    <p:sldId id="293" r:id="rId6"/>
    <p:sldId id="301" r:id="rId7"/>
    <p:sldId id="302" r:id="rId8"/>
    <p:sldId id="312" r:id="rId9"/>
    <p:sldId id="313" r:id="rId10"/>
    <p:sldId id="314" r:id="rId11"/>
    <p:sldId id="265" r:id="rId12"/>
    <p:sldId id="266" r:id="rId13"/>
    <p:sldId id="303" r:id="rId14"/>
    <p:sldId id="304" r:id="rId15"/>
    <p:sldId id="275" r:id="rId16"/>
    <p:sldId id="276" r:id="rId17"/>
    <p:sldId id="305" r:id="rId18"/>
    <p:sldId id="306" r:id="rId19"/>
    <p:sldId id="307" r:id="rId20"/>
    <p:sldId id="308" r:id="rId21"/>
    <p:sldId id="310" r:id="rId22"/>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1A13"/>
    <a:srgbClr val="003225"/>
    <a:srgbClr val="1E2F1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p:scale>
          <a:sx n="40" d="100"/>
          <a:sy n="40" d="100"/>
        </p:scale>
        <p:origin x="1896" y="6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0E73B6-FE5A-4374-8308-3FE252E0676B}" type="datetimeFigureOut">
              <a:rPr lang="es-CO" smtClean="0"/>
              <a:t>25/01/2025</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71B287-CC88-4DD8-8C8A-9E260736AC5B}" type="slidenum">
              <a:rPr lang="es-CO" smtClean="0"/>
              <a:t>‹Nº›</a:t>
            </a:fld>
            <a:endParaRPr lang="es-CO"/>
          </a:p>
        </p:txBody>
      </p:sp>
    </p:spTree>
    <p:extLst>
      <p:ext uri="{BB962C8B-B14F-4D97-AF65-F5344CB8AC3E}">
        <p14:creationId xmlns:p14="http://schemas.microsoft.com/office/powerpoint/2010/main" val="2148306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E9C4441-103F-CFED-1AE7-2D0A8B793640}"/>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3A62DDE4-F2A2-0D16-9FAE-63AEB9C4696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A51E5324-3B7A-D710-5582-D270D423EB5F}"/>
              </a:ext>
            </a:extLst>
          </p:cNvPr>
          <p:cNvSpPr>
            <a:spLocks noGrp="1"/>
          </p:cNvSpPr>
          <p:nvPr>
            <p:ph type="dt" sz="half" idx="10"/>
          </p:nvPr>
        </p:nvSpPr>
        <p:spPr/>
        <p:txBody>
          <a:bodyPr/>
          <a:lstStyle/>
          <a:p>
            <a:fld id="{6104D546-A27D-4A88-A8D8-CFE18D774EC6}" type="datetimeFigureOut">
              <a:rPr lang="es-CO" smtClean="0"/>
              <a:t>25/01/2025</a:t>
            </a:fld>
            <a:endParaRPr lang="es-CO"/>
          </a:p>
        </p:txBody>
      </p:sp>
      <p:sp>
        <p:nvSpPr>
          <p:cNvPr id="5" name="Marcador de pie de página 4">
            <a:extLst>
              <a:ext uri="{FF2B5EF4-FFF2-40B4-BE49-F238E27FC236}">
                <a16:creationId xmlns:a16="http://schemas.microsoft.com/office/drawing/2014/main" id="{0AC48166-5CCD-833E-069E-E474D430F841}"/>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8CFD908C-73D5-9109-9B5A-202997DFBD63}"/>
              </a:ext>
            </a:extLst>
          </p:cNvPr>
          <p:cNvSpPr>
            <a:spLocks noGrp="1"/>
          </p:cNvSpPr>
          <p:nvPr>
            <p:ph type="sldNum" sz="quarter" idx="12"/>
          </p:nvPr>
        </p:nvSpPr>
        <p:spPr/>
        <p:txBody>
          <a:bodyPr/>
          <a:lstStyle/>
          <a:p>
            <a:fld id="{FBD32912-160C-4B9F-BA1A-6FD9BB157DAA}" type="slidenum">
              <a:rPr lang="es-CO" smtClean="0"/>
              <a:t>‹Nº›</a:t>
            </a:fld>
            <a:endParaRPr lang="es-CO"/>
          </a:p>
        </p:txBody>
      </p:sp>
    </p:spTree>
    <p:extLst>
      <p:ext uri="{BB962C8B-B14F-4D97-AF65-F5344CB8AC3E}">
        <p14:creationId xmlns:p14="http://schemas.microsoft.com/office/powerpoint/2010/main" val="29014021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A59E87D-449A-3E13-1C26-BF2E08B681C0}"/>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92F20C96-53C5-444F-C65A-7230A8A8273B}"/>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29884B70-DD95-3964-A213-C2238A6DE6C0}"/>
              </a:ext>
            </a:extLst>
          </p:cNvPr>
          <p:cNvSpPr>
            <a:spLocks noGrp="1"/>
          </p:cNvSpPr>
          <p:nvPr>
            <p:ph type="dt" sz="half" idx="10"/>
          </p:nvPr>
        </p:nvSpPr>
        <p:spPr/>
        <p:txBody>
          <a:bodyPr/>
          <a:lstStyle/>
          <a:p>
            <a:fld id="{6104D546-A27D-4A88-A8D8-CFE18D774EC6}" type="datetimeFigureOut">
              <a:rPr lang="es-CO" smtClean="0"/>
              <a:t>25/01/2025</a:t>
            </a:fld>
            <a:endParaRPr lang="es-CO"/>
          </a:p>
        </p:txBody>
      </p:sp>
      <p:sp>
        <p:nvSpPr>
          <p:cNvPr id="5" name="Marcador de pie de página 4">
            <a:extLst>
              <a:ext uri="{FF2B5EF4-FFF2-40B4-BE49-F238E27FC236}">
                <a16:creationId xmlns:a16="http://schemas.microsoft.com/office/drawing/2014/main" id="{DCBA0903-FA67-2F9C-047D-23FD791BD04A}"/>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2692E11E-91F6-B03A-2D87-DE0148B2035F}"/>
              </a:ext>
            </a:extLst>
          </p:cNvPr>
          <p:cNvSpPr>
            <a:spLocks noGrp="1"/>
          </p:cNvSpPr>
          <p:nvPr>
            <p:ph type="sldNum" sz="quarter" idx="12"/>
          </p:nvPr>
        </p:nvSpPr>
        <p:spPr/>
        <p:txBody>
          <a:bodyPr/>
          <a:lstStyle/>
          <a:p>
            <a:fld id="{FBD32912-160C-4B9F-BA1A-6FD9BB157DAA}" type="slidenum">
              <a:rPr lang="es-CO" smtClean="0"/>
              <a:t>‹Nº›</a:t>
            </a:fld>
            <a:endParaRPr lang="es-CO"/>
          </a:p>
        </p:txBody>
      </p:sp>
    </p:spTree>
    <p:extLst>
      <p:ext uri="{BB962C8B-B14F-4D97-AF65-F5344CB8AC3E}">
        <p14:creationId xmlns:p14="http://schemas.microsoft.com/office/powerpoint/2010/main" val="32884485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7945D37-0CA9-570A-1AAD-12A806CAA777}"/>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728DE635-AC83-EE28-413C-AC73BCF6B42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80BB169D-B06B-AAE6-4EF7-5353FAD0E151}"/>
              </a:ext>
            </a:extLst>
          </p:cNvPr>
          <p:cNvSpPr>
            <a:spLocks noGrp="1"/>
          </p:cNvSpPr>
          <p:nvPr>
            <p:ph type="dt" sz="half" idx="10"/>
          </p:nvPr>
        </p:nvSpPr>
        <p:spPr/>
        <p:txBody>
          <a:bodyPr/>
          <a:lstStyle/>
          <a:p>
            <a:fld id="{6104D546-A27D-4A88-A8D8-CFE18D774EC6}" type="datetimeFigureOut">
              <a:rPr lang="es-CO" smtClean="0"/>
              <a:t>25/01/2025</a:t>
            </a:fld>
            <a:endParaRPr lang="es-CO"/>
          </a:p>
        </p:txBody>
      </p:sp>
      <p:sp>
        <p:nvSpPr>
          <p:cNvPr id="5" name="Marcador de pie de página 4">
            <a:extLst>
              <a:ext uri="{FF2B5EF4-FFF2-40B4-BE49-F238E27FC236}">
                <a16:creationId xmlns:a16="http://schemas.microsoft.com/office/drawing/2014/main" id="{55355D70-6BD3-2EBC-9068-C2C59273F9BD}"/>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2CE8F30B-927E-0DCB-B0A5-5079824414AE}"/>
              </a:ext>
            </a:extLst>
          </p:cNvPr>
          <p:cNvSpPr>
            <a:spLocks noGrp="1"/>
          </p:cNvSpPr>
          <p:nvPr>
            <p:ph type="sldNum" sz="quarter" idx="12"/>
          </p:nvPr>
        </p:nvSpPr>
        <p:spPr/>
        <p:txBody>
          <a:bodyPr/>
          <a:lstStyle/>
          <a:p>
            <a:fld id="{FBD32912-160C-4B9F-BA1A-6FD9BB157DAA}" type="slidenum">
              <a:rPr lang="es-CO" smtClean="0"/>
              <a:t>‹Nº›</a:t>
            </a:fld>
            <a:endParaRPr lang="es-CO"/>
          </a:p>
        </p:txBody>
      </p:sp>
    </p:spTree>
    <p:extLst>
      <p:ext uri="{BB962C8B-B14F-4D97-AF65-F5344CB8AC3E}">
        <p14:creationId xmlns:p14="http://schemas.microsoft.com/office/powerpoint/2010/main" val="5328298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E9087D5-2920-592E-44A5-D878434F843E}"/>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A93CD0FC-949D-D694-E245-7E547D942266}"/>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B0730F4A-1CCE-BCD5-6188-E52F4112575D}"/>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7B64EB94-2CA6-92B6-1A9D-6C0FD83CE6D6}"/>
              </a:ext>
            </a:extLst>
          </p:cNvPr>
          <p:cNvSpPr>
            <a:spLocks noGrp="1"/>
          </p:cNvSpPr>
          <p:nvPr>
            <p:ph type="dt" sz="half" idx="10"/>
          </p:nvPr>
        </p:nvSpPr>
        <p:spPr/>
        <p:txBody>
          <a:bodyPr/>
          <a:lstStyle/>
          <a:p>
            <a:fld id="{6104D546-A27D-4A88-A8D8-CFE18D774EC6}" type="datetimeFigureOut">
              <a:rPr lang="es-CO" smtClean="0"/>
              <a:t>25/01/2025</a:t>
            </a:fld>
            <a:endParaRPr lang="es-CO"/>
          </a:p>
        </p:txBody>
      </p:sp>
      <p:sp>
        <p:nvSpPr>
          <p:cNvPr id="6" name="Marcador de pie de página 5">
            <a:extLst>
              <a:ext uri="{FF2B5EF4-FFF2-40B4-BE49-F238E27FC236}">
                <a16:creationId xmlns:a16="http://schemas.microsoft.com/office/drawing/2014/main" id="{8B90B8E5-CBFA-A0DD-0133-2CA5050BE759}"/>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151B1F7F-F2B7-DBF7-ED9A-6C3E2464A51E}"/>
              </a:ext>
            </a:extLst>
          </p:cNvPr>
          <p:cNvSpPr>
            <a:spLocks noGrp="1"/>
          </p:cNvSpPr>
          <p:nvPr>
            <p:ph type="sldNum" sz="quarter" idx="12"/>
          </p:nvPr>
        </p:nvSpPr>
        <p:spPr/>
        <p:txBody>
          <a:bodyPr/>
          <a:lstStyle/>
          <a:p>
            <a:fld id="{FBD32912-160C-4B9F-BA1A-6FD9BB157DAA}" type="slidenum">
              <a:rPr lang="es-CO" smtClean="0"/>
              <a:t>‹Nº›</a:t>
            </a:fld>
            <a:endParaRPr lang="es-CO"/>
          </a:p>
        </p:txBody>
      </p:sp>
    </p:spTree>
    <p:extLst>
      <p:ext uri="{BB962C8B-B14F-4D97-AF65-F5344CB8AC3E}">
        <p14:creationId xmlns:p14="http://schemas.microsoft.com/office/powerpoint/2010/main" val="15189931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0575CD-406C-106F-B306-0AD0A952798E}"/>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8770F4DA-8A49-51D3-A896-6A73703FBC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5B0FA44C-2563-7587-F91F-4DE7D15CDD22}"/>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91CA9601-6A0C-6D6A-5EFE-92394737C8C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65F9CAE0-5AAD-E36F-8553-4FE26522FAE4}"/>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27DFAC3C-EC5A-2D75-F6CE-768E0E64CD64}"/>
              </a:ext>
            </a:extLst>
          </p:cNvPr>
          <p:cNvSpPr>
            <a:spLocks noGrp="1"/>
          </p:cNvSpPr>
          <p:nvPr>
            <p:ph type="dt" sz="half" idx="10"/>
          </p:nvPr>
        </p:nvSpPr>
        <p:spPr/>
        <p:txBody>
          <a:bodyPr/>
          <a:lstStyle/>
          <a:p>
            <a:fld id="{6104D546-A27D-4A88-A8D8-CFE18D774EC6}" type="datetimeFigureOut">
              <a:rPr lang="es-CO" smtClean="0"/>
              <a:t>25/01/2025</a:t>
            </a:fld>
            <a:endParaRPr lang="es-CO"/>
          </a:p>
        </p:txBody>
      </p:sp>
      <p:sp>
        <p:nvSpPr>
          <p:cNvPr id="8" name="Marcador de pie de página 7">
            <a:extLst>
              <a:ext uri="{FF2B5EF4-FFF2-40B4-BE49-F238E27FC236}">
                <a16:creationId xmlns:a16="http://schemas.microsoft.com/office/drawing/2014/main" id="{21F6D609-44D3-9B86-B303-3D7009A332AC}"/>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27762DD4-E4BD-CA5C-28AB-85703CA85275}"/>
              </a:ext>
            </a:extLst>
          </p:cNvPr>
          <p:cNvSpPr>
            <a:spLocks noGrp="1"/>
          </p:cNvSpPr>
          <p:nvPr>
            <p:ph type="sldNum" sz="quarter" idx="12"/>
          </p:nvPr>
        </p:nvSpPr>
        <p:spPr/>
        <p:txBody>
          <a:bodyPr/>
          <a:lstStyle/>
          <a:p>
            <a:fld id="{FBD32912-160C-4B9F-BA1A-6FD9BB157DAA}" type="slidenum">
              <a:rPr lang="es-CO" smtClean="0"/>
              <a:t>‹Nº›</a:t>
            </a:fld>
            <a:endParaRPr lang="es-CO"/>
          </a:p>
        </p:txBody>
      </p:sp>
    </p:spTree>
    <p:extLst>
      <p:ext uri="{BB962C8B-B14F-4D97-AF65-F5344CB8AC3E}">
        <p14:creationId xmlns:p14="http://schemas.microsoft.com/office/powerpoint/2010/main" val="24487436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62F04E-EAED-8284-FA77-2759DCA45F35}"/>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D9CD32E7-B041-213C-922E-724D8A9AA971}"/>
              </a:ext>
            </a:extLst>
          </p:cNvPr>
          <p:cNvSpPr>
            <a:spLocks noGrp="1"/>
          </p:cNvSpPr>
          <p:nvPr>
            <p:ph type="dt" sz="half" idx="10"/>
          </p:nvPr>
        </p:nvSpPr>
        <p:spPr/>
        <p:txBody>
          <a:bodyPr/>
          <a:lstStyle/>
          <a:p>
            <a:fld id="{6104D546-A27D-4A88-A8D8-CFE18D774EC6}" type="datetimeFigureOut">
              <a:rPr lang="es-CO" smtClean="0"/>
              <a:t>25/01/2025</a:t>
            </a:fld>
            <a:endParaRPr lang="es-CO"/>
          </a:p>
        </p:txBody>
      </p:sp>
      <p:sp>
        <p:nvSpPr>
          <p:cNvPr id="4" name="Marcador de pie de página 3">
            <a:extLst>
              <a:ext uri="{FF2B5EF4-FFF2-40B4-BE49-F238E27FC236}">
                <a16:creationId xmlns:a16="http://schemas.microsoft.com/office/drawing/2014/main" id="{C4834E8F-6E88-34CA-84B7-5777AAF7EE65}"/>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0F04E17F-3B04-82F0-DB8F-E0EE2BD6D676}"/>
              </a:ext>
            </a:extLst>
          </p:cNvPr>
          <p:cNvSpPr>
            <a:spLocks noGrp="1"/>
          </p:cNvSpPr>
          <p:nvPr>
            <p:ph type="sldNum" sz="quarter" idx="12"/>
          </p:nvPr>
        </p:nvSpPr>
        <p:spPr/>
        <p:txBody>
          <a:bodyPr/>
          <a:lstStyle/>
          <a:p>
            <a:fld id="{FBD32912-160C-4B9F-BA1A-6FD9BB157DAA}" type="slidenum">
              <a:rPr lang="es-CO" smtClean="0"/>
              <a:t>‹Nº›</a:t>
            </a:fld>
            <a:endParaRPr lang="es-CO"/>
          </a:p>
        </p:txBody>
      </p:sp>
    </p:spTree>
    <p:extLst>
      <p:ext uri="{BB962C8B-B14F-4D97-AF65-F5344CB8AC3E}">
        <p14:creationId xmlns:p14="http://schemas.microsoft.com/office/powerpoint/2010/main" val="26202177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B1813437-9992-B2B8-F6F8-9F0157C77F09}"/>
              </a:ext>
            </a:extLst>
          </p:cNvPr>
          <p:cNvSpPr>
            <a:spLocks noGrp="1"/>
          </p:cNvSpPr>
          <p:nvPr>
            <p:ph type="dt" sz="half" idx="10"/>
          </p:nvPr>
        </p:nvSpPr>
        <p:spPr/>
        <p:txBody>
          <a:bodyPr/>
          <a:lstStyle/>
          <a:p>
            <a:fld id="{6104D546-A27D-4A88-A8D8-CFE18D774EC6}" type="datetimeFigureOut">
              <a:rPr lang="es-CO" smtClean="0"/>
              <a:t>25/01/2025</a:t>
            </a:fld>
            <a:endParaRPr lang="es-CO"/>
          </a:p>
        </p:txBody>
      </p:sp>
      <p:sp>
        <p:nvSpPr>
          <p:cNvPr id="3" name="Marcador de pie de página 2">
            <a:extLst>
              <a:ext uri="{FF2B5EF4-FFF2-40B4-BE49-F238E27FC236}">
                <a16:creationId xmlns:a16="http://schemas.microsoft.com/office/drawing/2014/main" id="{C3ACF9AF-CE51-BC66-1A3F-9F117078B67B}"/>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C4EC13DE-59C6-585F-8E61-A99C824DFBDC}"/>
              </a:ext>
            </a:extLst>
          </p:cNvPr>
          <p:cNvSpPr>
            <a:spLocks noGrp="1"/>
          </p:cNvSpPr>
          <p:nvPr>
            <p:ph type="sldNum" sz="quarter" idx="12"/>
          </p:nvPr>
        </p:nvSpPr>
        <p:spPr/>
        <p:txBody>
          <a:bodyPr/>
          <a:lstStyle/>
          <a:p>
            <a:fld id="{FBD32912-160C-4B9F-BA1A-6FD9BB157DAA}" type="slidenum">
              <a:rPr lang="es-CO" smtClean="0"/>
              <a:t>‹Nº›</a:t>
            </a:fld>
            <a:endParaRPr lang="es-CO"/>
          </a:p>
        </p:txBody>
      </p:sp>
    </p:spTree>
    <p:extLst>
      <p:ext uri="{BB962C8B-B14F-4D97-AF65-F5344CB8AC3E}">
        <p14:creationId xmlns:p14="http://schemas.microsoft.com/office/powerpoint/2010/main" val="20096205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5504F57-89D9-A46B-0E65-BCD128DC1467}"/>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01B31AFA-A34C-BF15-B19B-9DCB172EA76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972D30BA-F600-A1EE-D66B-D04C09591C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EA2DACE0-A0C9-E125-6726-658AACE82CC4}"/>
              </a:ext>
            </a:extLst>
          </p:cNvPr>
          <p:cNvSpPr>
            <a:spLocks noGrp="1"/>
          </p:cNvSpPr>
          <p:nvPr>
            <p:ph type="dt" sz="half" idx="10"/>
          </p:nvPr>
        </p:nvSpPr>
        <p:spPr/>
        <p:txBody>
          <a:bodyPr/>
          <a:lstStyle/>
          <a:p>
            <a:fld id="{6104D546-A27D-4A88-A8D8-CFE18D774EC6}" type="datetimeFigureOut">
              <a:rPr lang="es-CO" smtClean="0"/>
              <a:t>25/01/2025</a:t>
            </a:fld>
            <a:endParaRPr lang="es-CO"/>
          </a:p>
        </p:txBody>
      </p:sp>
      <p:sp>
        <p:nvSpPr>
          <p:cNvPr id="6" name="Marcador de pie de página 5">
            <a:extLst>
              <a:ext uri="{FF2B5EF4-FFF2-40B4-BE49-F238E27FC236}">
                <a16:creationId xmlns:a16="http://schemas.microsoft.com/office/drawing/2014/main" id="{61404C1A-6FB0-4D2D-9247-95E549BC644D}"/>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75E76D54-06A8-7F65-AF0A-3291D0AFEE0A}"/>
              </a:ext>
            </a:extLst>
          </p:cNvPr>
          <p:cNvSpPr>
            <a:spLocks noGrp="1"/>
          </p:cNvSpPr>
          <p:nvPr>
            <p:ph type="sldNum" sz="quarter" idx="12"/>
          </p:nvPr>
        </p:nvSpPr>
        <p:spPr/>
        <p:txBody>
          <a:bodyPr/>
          <a:lstStyle/>
          <a:p>
            <a:fld id="{FBD32912-160C-4B9F-BA1A-6FD9BB157DAA}" type="slidenum">
              <a:rPr lang="es-CO" smtClean="0"/>
              <a:t>‹Nº›</a:t>
            </a:fld>
            <a:endParaRPr lang="es-CO"/>
          </a:p>
        </p:txBody>
      </p:sp>
    </p:spTree>
    <p:extLst>
      <p:ext uri="{BB962C8B-B14F-4D97-AF65-F5344CB8AC3E}">
        <p14:creationId xmlns:p14="http://schemas.microsoft.com/office/powerpoint/2010/main" val="27492511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C14919-01EF-9563-B40A-13217F268CB2}"/>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2F4126FA-3852-442B-63A5-87D124E1A20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3D9C9517-F068-F5C9-E01F-BBDE777ED1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31370EB7-B026-E73F-34D5-AA1A0991D496}"/>
              </a:ext>
            </a:extLst>
          </p:cNvPr>
          <p:cNvSpPr>
            <a:spLocks noGrp="1"/>
          </p:cNvSpPr>
          <p:nvPr>
            <p:ph type="dt" sz="half" idx="10"/>
          </p:nvPr>
        </p:nvSpPr>
        <p:spPr/>
        <p:txBody>
          <a:bodyPr/>
          <a:lstStyle/>
          <a:p>
            <a:fld id="{6104D546-A27D-4A88-A8D8-CFE18D774EC6}" type="datetimeFigureOut">
              <a:rPr lang="es-CO" smtClean="0"/>
              <a:t>25/01/2025</a:t>
            </a:fld>
            <a:endParaRPr lang="es-CO"/>
          </a:p>
        </p:txBody>
      </p:sp>
      <p:sp>
        <p:nvSpPr>
          <p:cNvPr id="6" name="Marcador de pie de página 5">
            <a:extLst>
              <a:ext uri="{FF2B5EF4-FFF2-40B4-BE49-F238E27FC236}">
                <a16:creationId xmlns:a16="http://schemas.microsoft.com/office/drawing/2014/main" id="{8789078A-654D-2EF3-376E-E96818CEF12C}"/>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1ACCF5D1-CB39-E31C-1CB2-2B393CB984BA}"/>
              </a:ext>
            </a:extLst>
          </p:cNvPr>
          <p:cNvSpPr>
            <a:spLocks noGrp="1"/>
          </p:cNvSpPr>
          <p:nvPr>
            <p:ph type="sldNum" sz="quarter" idx="12"/>
          </p:nvPr>
        </p:nvSpPr>
        <p:spPr/>
        <p:txBody>
          <a:bodyPr/>
          <a:lstStyle/>
          <a:p>
            <a:fld id="{FBD32912-160C-4B9F-BA1A-6FD9BB157DAA}" type="slidenum">
              <a:rPr lang="es-CO" smtClean="0"/>
              <a:t>‹Nº›</a:t>
            </a:fld>
            <a:endParaRPr lang="es-CO"/>
          </a:p>
        </p:txBody>
      </p:sp>
    </p:spTree>
    <p:extLst>
      <p:ext uri="{BB962C8B-B14F-4D97-AF65-F5344CB8AC3E}">
        <p14:creationId xmlns:p14="http://schemas.microsoft.com/office/powerpoint/2010/main" val="42153790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B9E8932-B577-467B-4A17-52F8985101C9}"/>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A3E548A7-D723-42DF-9935-BD698C345FBF}"/>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23EFA502-2B95-E2F3-EBCB-40A1D3CB3D45}"/>
              </a:ext>
            </a:extLst>
          </p:cNvPr>
          <p:cNvSpPr>
            <a:spLocks noGrp="1"/>
          </p:cNvSpPr>
          <p:nvPr>
            <p:ph type="dt" sz="half" idx="10"/>
          </p:nvPr>
        </p:nvSpPr>
        <p:spPr/>
        <p:txBody>
          <a:bodyPr/>
          <a:lstStyle/>
          <a:p>
            <a:fld id="{6104D546-A27D-4A88-A8D8-CFE18D774EC6}" type="datetimeFigureOut">
              <a:rPr lang="es-CO" smtClean="0"/>
              <a:t>25/01/2025</a:t>
            </a:fld>
            <a:endParaRPr lang="es-CO"/>
          </a:p>
        </p:txBody>
      </p:sp>
      <p:sp>
        <p:nvSpPr>
          <p:cNvPr id="5" name="Marcador de pie de página 4">
            <a:extLst>
              <a:ext uri="{FF2B5EF4-FFF2-40B4-BE49-F238E27FC236}">
                <a16:creationId xmlns:a16="http://schemas.microsoft.com/office/drawing/2014/main" id="{3EFB97D6-E42A-68FE-ADEC-A9D260F62E32}"/>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1DF7D624-6233-8ED8-3F07-CC34DE39E4F0}"/>
              </a:ext>
            </a:extLst>
          </p:cNvPr>
          <p:cNvSpPr>
            <a:spLocks noGrp="1"/>
          </p:cNvSpPr>
          <p:nvPr>
            <p:ph type="sldNum" sz="quarter" idx="12"/>
          </p:nvPr>
        </p:nvSpPr>
        <p:spPr/>
        <p:txBody>
          <a:bodyPr/>
          <a:lstStyle/>
          <a:p>
            <a:fld id="{FBD32912-160C-4B9F-BA1A-6FD9BB157DAA}" type="slidenum">
              <a:rPr lang="es-CO" smtClean="0"/>
              <a:t>‹Nº›</a:t>
            </a:fld>
            <a:endParaRPr lang="es-CO"/>
          </a:p>
        </p:txBody>
      </p:sp>
    </p:spTree>
    <p:extLst>
      <p:ext uri="{BB962C8B-B14F-4D97-AF65-F5344CB8AC3E}">
        <p14:creationId xmlns:p14="http://schemas.microsoft.com/office/powerpoint/2010/main" val="42150679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2292CA67-8B24-AE22-F97D-9C1DD6826AC1}"/>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C2A99431-2234-0CF3-A685-3F3CDDE761E0}"/>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FA1EDAF5-AE91-F5E4-8C02-9A2FA076BE31}"/>
              </a:ext>
            </a:extLst>
          </p:cNvPr>
          <p:cNvSpPr>
            <a:spLocks noGrp="1"/>
          </p:cNvSpPr>
          <p:nvPr>
            <p:ph type="dt" sz="half" idx="10"/>
          </p:nvPr>
        </p:nvSpPr>
        <p:spPr/>
        <p:txBody>
          <a:bodyPr/>
          <a:lstStyle/>
          <a:p>
            <a:fld id="{6104D546-A27D-4A88-A8D8-CFE18D774EC6}" type="datetimeFigureOut">
              <a:rPr lang="es-CO" smtClean="0"/>
              <a:t>25/01/2025</a:t>
            </a:fld>
            <a:endParaRPr lang="es-CO"/>
          </a:p>
        </p:txBody>
      </p:sp>
      <p:sp>
        <p:nvSpPr>
          <p:cNvPr id="5" name="Marcador de pie de página 4">
            <a:extLst>
              <a:ext uri="{FF2B5EF4-FFF2-40B4-BE49-F238E27FC236}">
                <a16:creationId xmlns:a16="http://schemas.microsoft.com/office/drawing/2014/main" id="{831DDC36-5C7C-09E3-57FB-7038476B7FCC}"/>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15A5D9E3-DE48-5139-B1FD-992BB04A9900}"/>
              </a:ext>
            </a:extLst>
          </p:cNvPr>
          <p:cNvSpPr>
            <a:spLocks noGrp="1"/>
          </p:cNvSpPr>
          <p:nvPr>
            <p:ph type="sldNum" sz="quarter" idx="12"/>
          </p:nvPr>
        </p:nvSpPr>
        <p:spPr/>
        <p:txBody>
          <a:bodyPr/>
          <a:lstStyle/>
          <a:p>
            <a:fld id="{FBD32912-160C-4B9F-BA1A-6FD9BB157DAA}" type="slidenum">
              <a:rPr lang="es-CO" smtClean="0"/>
              <a:t>‹Nº›</a:t>
            </a:fld>
            <a:endParaRPr lang="es-CO"/>
          </a:p>
        </p:txBody>
      </p:sp>
    </p:spTree>
    <p:extLst>
      <p:ext uri="{BB962C8B-B14F-4D97-AF65-F5344CB8AC3E}">
        <p14:creationId xmlns:p14="http://schemas.microsoft.com/office/powerpoint/2010/main" val="38570964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87907065-75AF-4057-A228-22FE9E3C2A3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F3346DF1-E869-9656-FBAD-0B97A7821A9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CAE1E0A6-0E30-C9CF-A218-1AFDCAF00C8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104D546-A27D-4A88-A8D8-CFE18D774EC6}" type="datetimeFigureOut">
              <a:rPr lang="es-CO" smtClean="0"/>
              <a:t>25/01/2025</a:t>
            </a:fld>
            <a:endParaRPr lang="es-CO"/>
          </a:p>
        </p:txBody>
      </p:sp>
      <p:sp>
        <p:nvSpPr>
          <p:cNvPr id="5" name="Marcador de pie de página 4">
            <a:extLst>
              <a:ext uri="{FF2B5EF4-FFF2-40B4-BE49-F238E27FC236}">
                <a16:creationId xmlns:a16="http://schemas.microsoft.com/office/drawing/2014/main" id="{714D2A59-90D7-5124-AD6E-24F039E9AFA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a:extLst>
              <a:ext uri="{FF2B5EF4-FFF2-40B4-BE49-F238E27FC236}">
                <a16:creationId xmlns:a16="http://schemas.microsoft.com/office/drawing/2014/main" id="{2E837DB1-0888-F0D5-7E18-5241FDDDA5B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BD32912-160C-4B9F-BA1A-6FD9BB157DAA}" type="slidenum">
              <a:rPr lang="es-CO" smtClean="0"/>
              <a:t>‹Nº›</a:t>
            </a:fld>
            <a:endParaRPr lang="es-CO"/>
          </a:p>
        </p:txBody>
      </p:sp>
    </p:spTree>
    <p:extLst>
      <p:ext uri="{BB962C8B-B14F-4D97-AF65-F5344CB8AC3E}">
        <p14:creationId xmlns:p14="http://schemas.microsoft.com/office/powerpoint/2010/main" val="41168201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92013EB-9FD4-2410-6563-C86DD33F0E49}"/>
              </a:ext>
            </a:extLst>
          </p:cNvPr>
          <p:cNvSpPr>
            <a:spLocks noGrp="1"/>
          </p:cNvSpPr>
          <p:nvPr>
            <p:ph type="ctrTitle"/>
          </p:nvPr>
        </p:nvSpPr>
        <p:spPr>
          <a:xfrm>
            <a:off x="0" y="-420180"/>
            <a:ext cx="12192000" cy="6858000"/>
          </a:xfrm>
        </p:spPr>
        <p:txBody>
          <a:bodyPr>
            <a:noAutofit/>
          </a:bodyPr>
          <a:lstStyle/>
          <a:p>
            <a:r>
              <a:rPr lang="es-ES" sz="7200" b="1" i="0" dirty="0">
                <a:solidFill>
                  <a:schemeClr val="bg1"/>
                </a:solidFill>
                <a:effectLst/>
                <a:latin typeface="Arial" panose="020B0604020202020204" pitchFamily="34" charset="0"/>
                <a:cs typeface="Arial" panose="020B0604020202020204" pitchFamily="34" charset="0"/>
              </a:rPr>
              <a:t>MI VIDA SERÍA UN DESIERTO, UN VALLE DE HUESOS SECOS.</a:t>
            </a:r>
            <a:br>
              <a:rPr lang="es-ES" sz="7200" b="1" i="0" dirty="0">
                <a:solidFill>
                  <a:schemeClr val="bg1"/>
                </a:solidFill>
                <a:effectLst/>
                <a:latin typeface="Arial" panose="020B0604020202020204" pitchFamily="34" charset="0"/>
                <a:cs typeface="Arial" panose="020B0604020202020204" pitchFamily="34" charset="0"/>
              </a:rPr>
            </a:br>
            <a:r>
              <a:rPr lang="es-ES" sz="7200" b="1" i="0" dirty="0">
                <a:solidFill>
                  <a:schemeClr val="bg1"/>
                </a:solidFill>
                <a:effectLst/>
                <a:latin typeface="Arial" panose="020B0604020202020204" pitchFamily="34" charset="0"/>
                <a:cs typeface="Arial" panose="020B0604020202020204" pitchFamily="34" charset="0"/>
              </a:rPr>
              <a:t>UNOS PASOS SIN CAMINO, UNA EXISTENCIA SIN NINGUN DESTINO</a:t>
            </a:r>
            <a:endParaRPr lang="es-CO" sz="7200"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47375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7B1AA484-AF74-C06D-FBA5-D8BEA37D033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F1A94C1-585B-A718-13A9-2C1888F3C680}"/>
              </a:ext>
            </a:extLst>
          </p:cNvPr>
          <p:cNvSpPr>
            <a:spLocks noGrp="1"/>
          </p:cNvSpPr>
          <p:nvPr>
            <p:ph type="ctrTitle"/>
          </p:nvPr>
        </p:nvSpPr>
        <p:spPr>
          <a:xfrm>
            <a:off x="0" y="-146106"/>
            <a:ext cx="12192000" cy="6858000"/>
          </a:xfrm>
        </p:spPr>
        <p:txBody>
          <a:bodyPr>
            <a:noAutofit/>
          </a:bodyPr>
          <a:lstStyle/>
          <a:p>
            <a:r>
              <a:rPr lang="es-ES" sz="6600" b="1" i="0" dirty="0">
                <a:solidFill>
                  <a:schemeClr val="bg1"/>
                </a:solidFill>
                <a:effectLst/>
                <a:latin typeface="Arial" panose="020B0604020202020204" pitchFamily="34" charset="0"/>
                <a:cs typeface="Arial" panose="020B0604020202020204" pitchFamily="34" charset="0"/>
              </a:rPr>
              <a:t>SI TU NO ESTÁS JESÚS SE ME ACABARÍA EL AIRE, SE ME SECARIA EL AGUA, NO PODRIA RESPIRAR. MORIRÍA DE SED EN UNA ETERNA SOLEDAD, SI TÚ NO ESTÁS JESÚS NO SÉ QUÉ HACER</a:t>
            </a:r>
          </a:p>
        </p:txBody>
      </p:sp>
    </p:spTree>
    <p:extLst>
      <p:ext uri="{BB962C8B-B14F-4D97-AF65-F5344CB8AC3E}">
        <p14:creationId xmlns:p14="http://schemas.microsoft.com/office/powerpoint/2010/main" val="17743258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525CD35D-DF00-13AB-7336-7A987C068E9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52B3E3B-5763-48DD-3B12-DB0F31AFA89A}"/>
              </a:ext>
            </a:extLst>
          </p:cNvPr>
          <p:cNvSpPr>
            <a:spLocks noGrp="1"/>
          </p:cNvSpPr>
          <p:nvPr>
            <p:ph type="ctrTitle"/>
          </p:nvPr>
        </p:nvSpPr>
        <p:spPr>
          <a:xfrm>
            <a:off x="0" y="-192752"/>
            <a:ext cx="12192000" cy="6858000"/>
          </a:xfrm>
        </p:spPr>
        <p:txBody>
          <a:bodyPr>
            <a:noAutofit/>
          </a:bodyPr>
          <a:lstStyle/>
          <a:p>
            <a:r>
              <a:rPr lang="es-ES" sz="7600" b="1" i="0" dirty="0">
                <a:solidFill>
                  <a:schemeClr val="bg1"/>
                </a:solidFill>
                <a:effectLst/>
                <a:latin typeface="Arial" panose="020B0604020202020204" pitchFamily="34" charset="0"/>
                <a:cs typeface="Arial" panose="020B0604020202020204" pitchFamily="34" charset="0"/>
              </a:rPr>
              <a:t>GRACIAS JESÚS POR ESTAR AQUÍ</a:t>
            </a:r>
            <a:r>
              <a:rPr lang="es-ES" sz="7600" b="1" dirty="0">
                <a:solidFill>
                  <a:schemeClr val="bg1"/>
                </a:solidFill>
                <a:latin typeface="Arial" panose="020B0604020202020204" pitchFamily="34" charset="0"/>
                <a:cs typeface="Arial" panose="020B0604020202020204" pitchFamily="34" charset="0"/>
              </a:rPr>
              <a:t>, POR ENTREGARLO TODO POR MÍ, POR PINTAR DE COLORES MIS DÍAS Y DE SUEÑOS MI CAMINAR</a:t>
            </a:r>
            <a:endParaRPr lang="es-ES" sz="7600" b="1" i="0" dirty="0">
              <a:solidFill>
                <a:schemeClr val="bg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629562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A284D862-51D8-F714-0FCF-E0FAC36D718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12F828C-6CEF-09F3-A632-7DA84FF18244}"/>
              </a:ext>
            </a:extLst>
          </p:cNvPr>
          <p:cNvSpPr>
            <a:spLocks noGrp="1"/>
          </p:cNvSpPr>
          <p:nvPr>
            <p:ph type="ctrTitle"/>
          </p:nvPr>
        </p:nvSpPr>
        <p:spPr>
          <a:xfrm>
            <a:off x="104273" y="188495"/>
            <a:ext cx="11983453" cy="6545178"/>
          </a:xfrm>
        </p:spPr>
        <p:txBody>
          <a:bodyPr>
            <a:noAutofit/>
          </a:bodyPr>
          <a:lstStyle/>
          <a:p>
            <a:r>
              <a:rPr lang="es-ES" sz="6800" b="1" dirty="0">
                <a:solidFill>
                  <a:schemeClr val="bg1"/>
                </a:solidFill>
                <a:latin typeface="Arial" panose="020B0604020202020204" pitchFamily="34" charset="0"/>
                <a:ea typeface="Tahoma" panose="020B0604030504040204" pitchFamily="34" charset="0"/>
                <a:cs typeface="Arial" panose="020B0604020202020204" pitchFamily="34" charset="0"/>
              </a:rPr>
              <a:t>ME HAS TOMADO EN TUS BRAZOS</a:t>
            </a:r>
            <a:br>
              <a:rPr lang="es-ES" sz="68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6800" b="1" dirty="0">
                <a:solidFill>
                  <a:schemeClr val="bg1"/>
                </a:solidFill>
                <a:latin typeface="Arial" panose="020B0604020202020204" pitchFamily="34" charset="0"/>
                <a:ea typeface="Tahoma" panose="020B0604030504040204" pitchFamily="34" charset="0"/>
                <a:cs typeface="Arial" panose="020B0604020202020204" pitchFamily="34" charset="0"/>
              </a:rPr>
              <a:t>Y ME HAS DADO SALVACIÓN</a:t>
            </a:r>
            <a:br>
              <a:rPr lang="es-ES" sz="68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6800" b="1" dirty="0">
                <a:solidFill>
                  <a:schemeClr val="bg1"/>
                </a:solidFill>
                <a:latin typeface="Arial" panose="020B0604020202020204" pitchFamily="34" charset="0"/>
                <a:ea typeface="Tahoma" panose="020B0604030504040204" pitchFamily="34" charset="0"/>
                <a:cs typeface="Arial" panose="020B0604020202020204" pitchFamily="34" charset="0"/>
              </a:rPr>
              <a:t>DE TU AMOR HAS DERRAMADO</a:t>
            </a:r>
            <a:br>
              <a:rPr lang="es-ES" sz="68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6800" b="1" dirty="0">
                <a:solidFill>
                  <a:schemeClr val="bg1"/>
                </a:solidFill>
                <a:latin typeface="Arial" panose="020B0604020202020204" pitchFamily="34" charset="0"/>
                <a:ea typeface="Tahoma" panose="020B0604030504040204" pitchFamily="34" charset="0"/>
                <a:cs typeface="Arial" panose="020B0604020202020204" pitchFamily="34" charset="0"/>
              </a:rPr>
              <a:t>EN MI CORAZÓN</a:t>
            </a:r>
            <a:endParaRPr lang="es-CO" sz="68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23364139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92856F34-A671-A542-6688-F4228821888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7821429-7D63-6C01-D3B2-8346CFE87512}"/>
              </a:ext>
            </a:extLst>
          </p:cNvPr>
          <p:cNvSpPr>
            <a:spLocks noGrp="1"/>
          </p:cNvSpPr>
          <p:nvPr>
            <p:ph type="ctrTitle"/>
          </p:nvPr>
        </p:nvSpPr>
        <p:spPr>
          <a:xfrm>
            <a:off x="104273" y="-176463"/>
            <a:ext cx="11983453" cy="6545178"/>
          </a:xfrm>
        </p:spPr>
        <p:txBody>
          <a:bodyPr>
            <a:noAutofit/>
          </a:bodyPr>
          <a:lstStyle/>
          <a:p>
            <a:r>
              <a:rPr lang="es-ES" sz="7200" b="1" dirty="0">
                <a:solidFill>
                  <a:schemeClr val="bg1"/>
                </a:solidFill>
                <a:latin typeface="Arial" panose="020B0604020202020204" pitchFamily="34" charset="0"/>
                <a:ea typeface="Tahoma" panose="020B0604030504040204" pitchFamily="34" charset="0"/>
                <a:cs typeface="Arial" panose="020B0604020202020204" pitchFamily="34" charset="0"/>
              </a:rPr>
              <a:t>NO SABRÉ AGRADECERTE</a:t>
            </a:r>
            <a:br>
              <a:rPr lang="es-ES" sz="72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7200" b="1" dirty="0">
                <a:solidFill>
                  <a:schemeClr val="bg1"/>
                </a:solidFill>
                <a:latin typeface="Arial" panose="020B0604020202020204" pitchFamily="34" charset="0"/>
                <a:ea typeface="Tahoma" panose="020B0604030504040204" pitchFamily="34" charset="0"/>
                <a:cs typeface="Arial" panose="020B0604020202020204" pitchFamily="34" charset="0"/>
              </a:rPr>
              <a:t>LO QUE HAS HECHO TU POR MÍ</a:t>
            </a:r>
            <a:br>
              <a:rPr lang="es-ES" sz="72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7200" b="1" dirty="0">
                <a:solidFill>
                  <a:schemeClr val="bg1"/>
                </a:solidFill>
                <a:latin typeface="Arial" panose="020B0604020202020204" pitchFamily="34" charset="0"/>
                <a:ea typeface="Tahoma" panose="020B0604030504040204" pitchFamily="34" charset="0"/>
                <a:cs typeface="Arial" panose="020B0604020202020204" pitchFamily="34" charset="0"/>
              </a:rPr>
              <a:t>SOLO PUEDO DARTE AHORA MI CANCIÓN</a:t>
            </a:r>
            <a:endParaRPr lang="es-CO" sz="72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4777076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6CBC337E-AE55-A4E1-6FDB-6A661A090CB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3F46BD1-55B8-36FE-0E84-1F02FD08C9C3}"/>
              </a:ext>
            </a:extLst>
          </p:cNvPr>
          <p:cNvSpPr>
            <a:spLocks noGrp="1"/>
          </p:cNvSpPr>
          <p:nvPr>
            <p:ph type="ctrTitle"/>
          </p:nvPr>
        </p:nvSpPr>
        <p:spPr>
          <a:xfrm>
            <a:off x="104273" y="156411"/>
            <a:ext cx="11983453" cy="6545178"/>
          </a:xfrm>
        </p:spPr>
        <p:txBody>
          <a:bodyPr>
            <a:noAutofit/>
          </a:bodyPr>
          <a:lstStyle/>
          <a:p>
            <a:r>
              <a:rPr lang="es-ES" sz="7500" b="1" dirty="0">
                <a:solidFill>
                  <a:schemeClr val="bg1"/>
                </a:solidFill>
                <a:latin typeface="Arial" panose="020B0604020202020204" pitchFamily="34" charset="0"/>
                <a:ea typeface="Tahoma" panose="020B0604030504040204" pitchFamily="34" charset="0"/>
                <a:cs typeface="Arial" panose="020B0604020202020204" pitchFamily="34" charset="0"/>
              </a:rPr>
              <a:t>EN LA CRUZ DISTE TU VIDA</a:t>
            </a:r>
            <a:br>
              <a:rPr lang="es-ES" sz="75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7500" b="1" dirty="0">
                <a:solidFill>
                  <a:schemeClr val="bg1"/>
                </a:solidFill>
                <a:latin typeface="Arial" panose="020B0604020202020204" pitchFamily="34" charset="0"/>
                <a:ea typeface="Tahoma" panose="020B0604030504040204" pitchFamily="34" charset="0"/>
                <a:cs typeface="Arial" panose="020B0604020202020204" pitchFamily="34" charset="0"/>
              </a:rPr>
              <a:t>ENTREGASTE TODO AHÍ</a:t>
            </a:r>
            <a:br>
              <a:rPr lang="es-ES" sz="75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7500" b="1" dirty="0">
                <a:solidFill>
                  <a:schemeClr val="bg1"/>
                </a:solidFill>
                <a:latin typeface="Arial" panose="020B0604020202020204" pitchFamily="34" charset="0"/>
                <a:ea typeface="Tahoma" panose="020B0604030504040204" pitchFamily="34" charset="0"/>
                <a:cs typeface="Arial" panose="020B0604020202020204" pitchFamily="34" charset="0"/>
              </a:rPr>
              <a:t>VIDA ETERNA REGALASTE</a:t>
            </a:r>
            <a:br>
              <a:rPr lang="es-ES" sz="75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7500" b="1" dirty="0">
                <a:solidFill>
                  <a:schemeClr val="bg1"/>
                </a:solidFill>
                <a:latin typeface="Arial" panose="020B0604020202020204" pitchFamily="34" charset="0"/>
                <a:ea typeface="Tahoma" panose="020B0604030504040204" pitchFamily="34" charset="0"/>
                <a:cs typeface="Arial" panose="020B0604020202020204" pitchFamily="34" charset="0"/>
              </a:rPr>
              <a:t>AL MORIR</a:t>
            </a:r>
            <a:endParaRPr lang="es-CO" sz="75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42421357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C09B4D4E-195A-FC4E-510E-3B110CAB4A5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B693B3E-63ED-0402-4EE4-9DA23CB47432}"/>
              </a:ext>
            </a:extLst>
          </p:cNvPr>
          <p:cNvSpPr>
            <a:spLocks noGrp="1"/>
          </p:cNvSpPr>
          <p:nvPr>
            <p:ph type="ctrTitle"/>
          </p:nvPr>
        </p:nvSpPr>
        <p:spPr>
          <a:xfrm>
            <a:off x="104273" y="312822"/>
            <a:ext cx="11983453" cy="6545178"/>
          </a:xfrm>
        </p:spPr>
        <p:txBody>
          <a:bodyPr>
            <a:noAutofit/>
          </a:bodyPr>
          <a:lstStyle/>
          <a:p>
            <a:r>
              <a:rPr lang="es-ES" sz="7000" b="1" dirty="0">
                <a:solidFill>
                  <a:schemeClr val="bg1"/>
                </a:solidFill>
                <a:latin typeface="Arial" panose="020B0604020202020204" pitchFamily="34" charset="0"/>
                <a:ea typeface="Tahoma" panose="020B0604030504040204" pitchFamily="34" charset="0"/>
                <a:cs typeface="Arial" panose="020B0604020202020204" pitchFamily="34" charset="0"/>
              </a:rPr>
              <a:t>POR TU SANGRE TENGO ENTRADA</a:t>
            </a:r>
            <a:br>
              <a:rPr lang="es-ES" sz="70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7000" b="1" dirty="0">
                <a:solidFill>
                  <a:schemeClr val="bg1"/>
                </a:solidFill>
                <a:latin typeface="Arial" panose="020B0604020202020204" pitchFamily="34" charset="0"/>
                <a:ea typeface="Tahoma" panose="020B0604030504040204" pitchFamily="34" charset="0"/>
                <a:cs typeface="Arial" panose="020B0604020202020204" pitchFamily="34" charset="0"/>
              </a:rPr>
              <a:t>ANTE EL TRONO CELESTIAL</a:t>
            </a:r>
            <a:br>
              <a:rPr lang="es-ES" sz="70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7000" b="1" dirty="0">
                <a:solidFill>
                  <a:schemeClr val="bg1"/>
                </a:solidFill>
                <a:latin typeface="Arial" panose="020B0604020202020204" pitchFamily="34" charset="0"/>
                <a:ea typeface="Tahoma" panose="020B0604030504040204" pitchFamily="34" charset="0"/>
                <a:cs typeface="Arial" panose="020B0604020202020204" pitchFamily="34" charset="0"/>
              </a:rPr>
              <a:t>PUEDO ENTRAR CONFIADAMENTE</a:t>
            </a:r>
            <a:br>
              <a:rPr lang="es-ES" sz="70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7000" b="1" dirty="0">
                <a:solidFill>
                  <a:schemeClr val="bg1"/>
                </a:solidFill>
                <a:latin typeface="Arial" panose="020B0604020202020204" pitchFamily="34" charset="0"/>
                <a:ea typeface="Tahoma" panose="020B0604030504040204" pitchFamily="34" charset="0"/>
                <a:cs typeface="Arial" panose="020B0604020202020204" pitchFamily="34" charset="0"/>
              </a:rPr>
              <a:t>ANTE TI</a:t>
            </a:r>
            <a:endParaRPr lang="es-CO" sz="70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22265757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3225"/>
        </a:solidFill>
        <a:effectLst/>
      </p:bgPr>
    </p:bg>
    <p:spTree>
      <p:nvGrpSpPr>
        <p:cNvPr id="1" name="">
          <a:extLst>
            <a:ext uri="{FF2B5EF4-FFF2-40B4-BE49-F238E27FC236}">
              <a16:creationId xmlns:a16="http://schemas.microsoft.com/office/drawing/2014/main" id="{97455C63-F6E9-249F-C739-4004953F1EE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FB5058A-0AFD-8C2B-9D5F-DF03E5603DC5}"/>
              </a:ext>
            </a:extLst>
          </p:cNvPr>
          <p:cNvSpPr>
            <a:spLocks noGrp="1"/>
          </p:cNvSpPr>
          <p:nvPr>
            <p:ph type="ctrTitle"/>
          </p:nvPr>
        </p:nvSpPr>
        <p:spPr>
          <a:xfrm>
            <a:off x="104273" y="312822"/>
            <a:ext cx="11983453" cy="6545178"/>
          </a:xfrm>
        </p:spPr>
        <p:txBody>
          <a:bodyPr>
            <a:noAutofit/>
          </a:bodyPr>
          <a:lstStyle/>
          <a:p>
            <a:r>
              <a:rPr lang="es-ES" sz="7100" b="1" dirty="0">
                <a:solidFill>
                  <a:schemeClr val="bg1"/>
                </a:solidFill>
                <a:latin typeface="Arial" panose="020B0604020202020204" pitchFamily="34" charset="0"/>
                <a:ea typeface="Tahoma" panose="020B0604030504040204" pitchFamily="34" charset="0"/>
                <a:cs typeface="Arial" panose="020B0604020202020204" pitchFamily="34" charset="0"/>
              </a:rPr>
              <a:t>QUIERO LEVANTAR MIS MANOS</a:t>
            </a:r>
            <a:br>
              <a:rPr lang="es-ES" sz="71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7100" b="1" dirty="0">
                <a:solidFill>
                  <a:schemeClr val="bg1"/>
                </a:solidFill>
                <a:latin typeface="Arial" panose="020B0604020202020204" pitchFamily="34" charset="0"/>
                <a:ea typeface="Tahoma" panose="020B0604030504040204" pitchFamily="34" charset="0"/>
                <a:cs typeface="Arial" panose="020B0604020202020204" pitchFamily="34" charset="0"/>
              </a:rPr>
              <a:t>QUIERO LEVANTAR MI VOZ</a:t>
            </a:r>
            <a:br>
              <a:rPr lang="es-ES" sz="71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7100" b="1" dirty="0">
                <a:solidFill>
                  <a:schemeClr val="bg1"/>
                </a:solidFill>
                <a:latin typeface="Arial" panose="020B0604020202020204" pitchFamily="34" charset="0"/>
                <a:ea typeface="Tahoma" panose="020B0604030504040204" pitchFamily="34" charset="0"/>
                <a:cs typeface="Arial" panose="020B0604020202020204" pitchFamily="34" charset="0"/>
              </a:rPr>
              <a:t>Y OFRECIERTE A TI MI VIDA</a:t>
            </a:r>
            <a:br>
              <a:rPr lang="es-ES" sz="71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7100" b="1" dirty="0">
                <a:solidFill>
                  <a:schemeClr val="bg1"/>
                </a:solidFill>
                <a:latin typeface="Arial" panose="020B0604020202020204" pitchFamily="34" charset="0"/>
                <a:ea typeface="Tahoma" panose="020B0604030504040204" pitchFamily="34" charset="0"/>
                <a:cs typeface="Arial" panose="020B0604020202020204" pitchFamily="34" charset="0"/>
              </a:rPr>
              <a:t>EN SANTIDAD Y AMOR</a:t>
            </a:r>
            <a:endParaRPr lang="es-CO" sz="71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39887255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3225"/>
        </a:solidFill>
        <a:effectLst/>
      </p:bgPr>
    </p:bg>
    <p:spTree>
      <p:nvGrpSpPr>
        <p:cNvPr id="1" name="">
          <a:extLst>
            <a:ext uri="{FF2B5EF4-FFF2-40B4-BE49-F238E27FC236}">
              <a16:creationId xmlns:a16="http://schemas.microsoft.com/office/drawing/2014/main" id="{E01D4F5D-A5BC-2C5D-714D-8FC7FADF0CB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138E571-464D-C49F-397C-57B6B8135391}"/>
              </a:ext>
            </a:extLst>
          </p:cNvPr>
          <p:cNvSpPr>
            <a:spLocks noGrp="1"/>
          </p:cNvSpPr>
          <p:nvPr>
            <p:ph type="ctrTitle"/>
          </p:nvPr>
        </p:nvSpPr>
        <p:spPr>
          <a:xfrm>
            <a:off x="0" y="0"/>
            <a:ext cx="12192000" cy="6858000"/>
          </a:xfrm>
        </p:spPr>
        <p:txBody>
          <a:bodyPr>
            <a:noAutofit/>
          </a:bodyPr>
          <a:lstStyle/>
          <a:p>
            <a:r>
              <a:rPr lang="es-ES" sz="8000" b="1" dirty="0">
                <a:solidFill>
                  <a:schemeClr val="bg1"/>
                </a:solidFill>
                <a:latin typeface="Arial" panose="020B0604020202020204" pitchFamily="34" charset="0"/>
                <a:ea typeface="Tahoma" panose="020B0604030504040204" pitchFamily="34" charset="0"/>
                <a:cs typeface="Arial" panose="020B0604020202020204" pitchFamily="34" charset="0"/>
              </a:rPr>
              <a:t>PADRE, SOLO A TI TE OFREZCO</a:t>
            </a:r>
            <a:br>
              <a:rPr lang="es-ES" sz="80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8000" b="1" dirty="0">
                <a:solidFill>
                  <a:schemeClr val="bg1"/>
                </a:solidFill>
                <a:latin typeface="Arial" panose="020B0604020202020204" pitchFamily="34" charset="0"/>
                <a:ea typeface="Tahoma" panose="020B0604030504040204" pitchFamily="34" charset="0"/>
                <a:cs typeface="Arial" panose="020B0604020202020204" pitchFamily="34" charset="0"/>
              </a:rPr>
              <a:t>MI VIDA Y MI CORAZÓN</a:t>
            </a:r>
            <a:br>
              <a:rPr lang="es-ES" sz="80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8000" b="1" dirty="0">
                <a:solidFill>
                  <a:schemeClr val="bg1"/>
                </a:solidFill>
                <a:latin typeface="Arial" panose="020B0604020202020204" pitchFamily="34" charset="0"/>
                <a:ea typeface="Tahoma" panose="020B0604030504040204" pitchFamily="34" charset="0"/>
                <a:cs typeface="Arial" panose="020B0604020202020204" pitchFamily="34" charset="0"/>
              </a:rPr>
              <a:t>Y ME POSTRO EN TU PRESENCIA</a:t>
            </a:r>
            <a:br>
              <a:rPr lang="es-ES" sz="80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8000" b="1" dirty="0">
                <a:solidFill>
                  <a:schemeClr val="bg1"/>
                </a:solidFill>
                <a:latin typeface="Arial" panose="020B0604020202020204" pitchFamily="34" charset="0"/>
                <a:ea typeface="Tahoma" panose="020B0604030504040204" pitchFamily="34" charset="0"/>
                <a:cs typeface="Arial" panose="020B0604020202020204" pitchFamily="34" charset="0"/>
              </a:rPr>
              <a:t>EN ADORACIÓN</a:t>
            </a:r>
            <a:endParaRPr lang="es-CO" sz="80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3168375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3225"/>
        </a:solidFill>
        <a:effectLst/>
      </p:bgPr>
    </p:bg>
    <p:spTree>
      <p:nvGrpSpPr>
        <p:cNvPr id="1" name="">
          <a:extLst>
            <a:ext uri="{FF2B5EF4-FFF2-40B4-BE49-F238E27FC236}">
              <a16:creationId xmlns:a16="http://schemas.microsoft.com/office/drawing/2014/main" id="{9B21263F-3762-17BB-3F64-025D5D2AD8D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9798E31-4ED1-95CC-FD06-3027DA0B4DAD}"/>
              </a:ext>
            </a:extLst>
          </p:cNvPr>
          <p:cNvSpPr>
            <a:spLocks noGrp="1"/>
          </p:cNvSpPr>
          <p:nvPr>
            <p:ph type="ctrTitle"/>
          </p:nvPr>
        </p:nvSpPr>
        <p:spPr>
          <a:xfrm>
            <a:off x="0" y="0"/>
            <a:ext cx="12192000" cy="6858000"/>
          </a:xfrm>
        </p:spPr>
        <p:txBody>
          <a:bodyPr>
            <a:noAutofit/>
          </a:bodyPr>
          <a:lstStyle/>
          <a:p>
            <a:r>
              <a:rPr lang="es-ES" sz="6900" b="1" dirty="0">
                <a:solidFill>
                  <a:schemeClr val="bg1"/>
                </a:solidFill>
                <a:latin typeface="Arial" panose="020B0604020202020204" pitchFamily="34" charset="0"/>
                <a:ea typeface="Tahoma" panose="020B0604030504040204" pitchFamily="34" charset="0"/>
                <a:cs typeface="Arial" panose="020B0604020202020204" pitchFamily="34" charset="0"/>
              </a:rPr>
              <a:t>SEÑOR JESUS, RECIBE HOY</a:t>
            </a:r>
            <a:br>
              <a:rPr lang="es-ES" sz="69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6900" b="1" dirty="0">
                <a:solidFill>
                  <a:schemeClr val="bg1"/>
                </a:solidFill>
                <a:latin typeface="Arial" panose="020B0604020202020204" pitchFamily="34" charset="0"/>
                <a:ea typeface="Tahoma" panose="020B0604030504040204" pitchFamily="34" charset="0"/>
                <a:cs typeface="Arial" panose="020B0604020202020204" pitchFamily="34" charset="0"/>
              </a:rPr>
              <a:t>TODA LA GLORIA, LA HONRA Y HONOR</a:t>
            </a:r>
            <a:br>
              <a:rPr lang="es-ES" sz="69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6900" b="1" dirty="0">
                <a:solidFill>
                  <a:schemeClr val="bg1"/>
                </a:solidFill>
                <a:latin typeface="Arial" panose="020B0604020202020204" pitchFamily="34" charset="0"/>
                <a:ea typeface="Tahoma" panose="020B0604030504040204" pitchFamily="34" charset="0"/>
                <a:cs typeface="Arial" panose="020B0604020202020204" pitchFamily="34" charset="0"/>
              </a:rPr>
              <a:t>HIJO DE DIOS, RECIBE HOY</a:t>
            </a:r>
            <a:br>
              <a:rPr lang="es-ES" sz="69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6900" b="1" dirty="0">
                <a:solidFill>
                  <a:schemeClr val="bg1"/>
                </a:solidFill>
                <a:latin typeface="Arial" panose="020B0604020202020204" pitchFamily="34" charset="0"/>
                <a:ea typeface="Tahoma" panose="020B0604030504040204" pitchFamily="34" charset="0"/>
                <a:cs typeface="Arial" panose="020B0604020202020204" pitchFamily="34" charset="0"/>
              </a:rPr>
              <a:t>TODA LA GLORIA, LA HONRA Y HONOR</a:t>
            </a:r>
            <a:endParaRPr lang="es-CO" sz="69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19750051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322031E6-7B0D-B8B0-3F44-2C818EE42D8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CD207D7-E09F-C3E2-1C18-994DFC692236}"/>
              </a:ext>
            </a:extLst>
          </p:cNvPr>
          <p:cNvSpPr>
            <a:spLocks noGrp="1"/>
          </p:cNvSpPr>
          <p:nvPr>
            <p:ph type="ctrTitle"/>
          </p:nvPr>
        </p:nvSpPr>
        <p:spPr>
          <a:xfrm>
            <a:off x="0" y="144379"/>
            <a:ext cx="12192000" cy="6858000"/>
          </a:xfrm>
        </p:spPr>
        <p:txBody>
          <a:bodyPr>
            <a:noAutofit/>
          </a:bodyPr>
          <a:lstStyle/>
          <a:p>
            <a:r>
              <a:rPr lang="es-ES" sz="7200" b="1" dirty="0">
                <a:solidFill>
                  <a:schemeClr val="bg1"/>
                </a:solidFill>
                <a:latin typeface="Arial" panose="020B0604020202020204" pitchFamily="34" charset="0"/>
                <a:ea typeface="Tahoma" panose="020B0604030504040204" pitchFamily="34" charset="0"/>
                <a:cs typeface="Arial" panose="020B0604020202020204" pitchFamily="34" charset="0"/>
              </a:rPr>
              <a:t>CON MIS LABIOS Y MI VIDA</a:t>
            </a:r>
            <a:br>
              <a:rPr lang="es-ES" sz="72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7200" b="1" dirty="0">
                <a:solidFill>
                  <a:schemeClr val="bg1"/>
                </a:solidFill>
                <a:latin typeface="Arial" panose="020B0604020202020204" pitchFamily="34" charset="0"/>
                <a:ea typeface="Tahoma" panose="020B0604030504040204" pitchFamily="34" charset="0"/>
                <a:cs typeface="Arial" panose="020B0604020202020204" pitchFamily="34" charset="0"/>
              </a:rPr>
              <a:t>//TE ALABO SEÑOR//</a:t>
            </a:r>
            <a:br>
              <a:rPr lang="es-ES" sz="72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7200" b="1" dirty="0">
                <a:solidFill>
                  <a:schemeClr val="bg1"/>
                </a:solidFill>
                <a:latin typeface="Arial" panose="020B0604020202020204" pitchFamily="34" charset="0"/>
                <a:ea typeface="Tahoma" panose="020B0604030504040204" pitchFamily="34" charset="0"/>
                <a:cs typeface="Arial" panose="020B0604020202020204" pitchFamily="34" charset="0"/>
              </a:rPr>
              <a:t>CON MIS LABIOS Y MI VIDA</a:t>
            </a:r>
            <a:br>
              <a:rPr lang="es-ES" sz="72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7200" b="1" dirty="0">
                <a:solidFill>
                  <a:schemeClr val="bg1"/>
                </a:solidFill>
                <a:latin typeface="Arial" panose="020B0604020202020204" pitchFamily="34" charset="0"/>
                <a:ea typeface="Tahoma" panose="020B0604030504040204" pitchFamily="34" charset="0"/>
                <a:cs typeface="Arial" panose="020B0604020202020204" pitchFamily="34" charset="0"/>
              </a:rPr>
              <a:t>TE ALABO BENDITO SEÑOR</a:t>
            </a:r>
            <a:endParaRPr lang="es-CO" sz="72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12901811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A9DFD1E0-9A8C-24C8-0EA4-5F07EF3415C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DB3131B-641F-8714-8A55-17D8058D6E53}"/>
              </a:ext>
            </a:extLst>
          </p:cNvPr>
          <p:cNvSpPr>
            <a:spLocks noGrp="1"/>
          </p:cNvSpPr>
          <p:nvPr>
            <p:ph type="ctrTitle"/>
          </p:nvPr>
        </p:nvSpPr>
        <p:spPr>
          <a:xfrm>
            <a:off x="104273" y="-224590"/>
            <a:ext cx="11983453" cy="6858000"/>
          </a:xfrm>
        </p:spPr>
        <p:txBody>
          <a:bodyPr>
            <a:noAutofit/>
          </a:bodyPr>
          <a:lstStyle/>
          <a:p>
            <a:r>
              <a:rPr lang="es-ES" sz="7500" b="1" dirty="0">
                <a:solidFill>
                  <a:schemeClr val="bg1"/>
                </a:solidFill>
                <a:latin typeface="Arial" panose="020B0604020202020204" pitchFamily="34" charset="0"/>
                <a:ea typeface="Tahoma" panose="020B0604030504040204" pitchFamily="34" charset="0"/>
                <a:cs typeface="Arial" panose="020B0604020202020204" pitchFamily="34" charset="0"/>
              </a:rPr>
              <a:t>PORQUE TÚ HAS SIDO</a:t>
            </a:r>
            <a:br>
              <a:rPr lang="es-ES" sz="75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7500" b="1" dirty="0">
                <a:solidFill>
                  <a:schemeClr val="bg1"/>
                </a:solidFill>
                <a:latin typeface="Arial" panose="020B0604020202020204" pitchFamily="34" charset="0"/>
                <a:ea typeface="Tahoma" panose="020B0604030504040204" pitchFamily="34" charset="0"/>
                <a:cs typeface="Arial" panose="020B0604020202020204" pitchFamily="34" charset="0"/>
              </a:rPr>
              <a:t>///PRECIOSO PARA MÍ.///</a:t>
            </a:r>
            <a:br>
              <a:rPr lang="es-ES" sz="7500" b="1" dirty="0">
                <a:solidFill>
                  <a:schemeClr val="bg1"/>
                </a:solidFill>
                <a:latin typeface="Arial" panose="020B0604020202020204" pitchFamily="34" charset="0"/>
                <a:ea typeface="Tahoma" panose="020B0604030504040204" pitchFamily="34" charset="0"/>
                <a:cs typeface="Arial" panose="020B0604020202020204" pitchFamily="34" charset="0"/>
              </a:rPr>
            </a:br>
            <a:br>
              <a:rPr lang="es-ES" sz="75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7500" b="1" dirty="0">
                <a:solidFill>
                  <a:schemeClr val="bg1"/>
                </a:solidFill>
                <a:latin typeface="Arial" panose="020B0604020202020204" pitchFamily="34" charset="0"/>
                <a:ea typeface="Tahoma" panose="020B0604030504040204" pitchFamily="34" charset="0"/>
                <a:cs typeface="Arial" panose="020B0604020202020204" pitchFamily="34" charset="0"/>
              </a:rPr>
              <a:t>PORQUE TÚ HAS SIDO</a:t>
            </a:r>
            <a:br>
              <a:rPr lang="es-ES" sz="75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7500" b="1" dirty="0">
                <a:solidFill>
                  <a:schemeClr val="bg1"/>
                </a:solidFill>
                <a:latin typeface="Arial" panose="020B0604020202020204" pitchFamily="34" charset="0"/>
                <a:ea typeface="Tahoma" panose="020B0604030504040204" pitchFamily="34" charset="0"/>
                <a:cs typeface="Arial" panose="020B0604020202020204" pitchFamily="34" charset="0"/>
              </a:rPr>
              <a:t>PRECIOSO PARA MÍ TE ALABO BENDITO SEÑOR</a:t>
            </a:r>
            <a:endParaRPr lang="es-CO" sz="75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5030195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9D7CB10F-901A-3B06-18A8-E02ED376355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2D97892-FABC-BE78-5D7A-C43E535CFA66}"/>
              </a:ext>
            </a:extLst>
          </p:cNvPr>
          <p:cNvSpPr>
            <a:spLocks noGrp="1"/>
          </p:cNvSpPr>
          <p:nvPr>
            <p:ph type="ctrTitle"/>
          </p:nvPr>
        </p:nvSpPr>
        <p:spPr>
          <a:xfrm>
            <a:off x="0" y="0"/>
            <a:ext cx="12192000" cy="6858000"/>
          </a:xfrm>
        </p:spPr>
        <p:txBody>
          <a:bodyPr>
            <a:noAutofit/>
          </a:bodyPr>
          <a:lstStyle/>
          <a:p>
            <a:r>
              <a:rPr lang="es-ES" sz="76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//HAY UNA FUENTE EN MÍ</a:t>
            </a:r>
            <a:br>
              <a:rPr lang="es-ES" sz="76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76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QUE ESTÁ BROTANDO</a:t>
            </a:r>
            <a:br>
              <a:rPr lang="es-ES" sz="76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76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QUE ESTÁ FLUYENDO</a:t>
            </a:r>
            <a:br>
              <a:rPr lang="es-ES" sz="76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76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DENTRO DE MÍ//</a:t>
            </a:r>
            <a:br>
              <a:rPr lang="es-ES" sz="75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endParaRPr lang="es-CO" sz="70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25159484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07FBD454-F13E-B5AB-D3A6-233EE4C83F8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312F324-4C24-D8FB-4C9F-79F444368A74}"/>
              </a:ext>
            </a:extLst>
          </p:cNvPr>
          <p:cNvSpPr>
            <a:spLocks noGrp="1"/>
          </p:cNvSpPr>
          <p:nvPr>
            <p:ph type="ctrTitle"/>
          </p:nvPr>
        </p:nvSpPr>
        <p:spPr>
          <a:xfrm>
            <a:off x="0" y="0"/>
            <a:ext cx="12192000" cy="6858000"/>
          </a:xfrm>
        </p:spPr>
        <p:txBody>
          <a:bodyPr>
            <a:noAutofit/>
          </a:bodyPr>
          <a:lstStyle/>
          <a:p>
            <a:r>
              <a:rPr lang="es-ES" sz="8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ES UN RÍO DE ALABANZA</a:t>
            </a:r>
            <a:br>
              <a:rPr lang="es-ES" sz="8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8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Y DE ADORACIÓN</a:t>
            </a:r>
            <a:br>
              <a:rPr lang="es-ES" sz="8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8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DIRIGIDO HACIA TI</a:t>
            </a:r>
            <a:br>
              <a:rPr lang="es-ES" sz="8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8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SEÑOR JESÚS, RECÍBELO</a:t>
            </a:r>
            <a:endParaRPr lang="es-CO" sz="88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14440728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E91FBA24-A33B-A9F4-7539-10888B52D93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EB20427-EDB0-0B6D-B86D-7A37D95F5357}"/>
              </a:ext>
            </a:extLst>
          </p:cNvPr>
          <p:cNvSpPr>
            <a:spLocks noGrp="1"/>
          </p:cNvSpPr>
          <p:nvPr>
            <p:ph type="ctrTitle"/>
          </p:nvPr>
        </p:nvSpPr>
        <p:spPr>
          <a:xfrm>
            <a:off x="0" y="0"/>
            <a:ext cx="12336379" cy="6858000"/>
          </a:xfrm>
        </p:spPr>
        <p:txBody>
          <a:bodyPr>
            <a:noAutofit/>
          </a:bodyPr>
          <a:lstStyle/>
          <a:p>
            <a:r>
              <a:rPr lang="es-ES" b="1" dirty="0">
                <a:solidFill>
                  <a:schemeClr val="bg1"/>
                </a:solidFill>
                <a:latin typeface="Arial" panose="020B0604020202020204" pitchFamily="34" charset="0"/>
                <a:ea typeface="Tahoma" panose="020B0604030504040204" pitchFamily="34" charset="0"/>
                <a:cs typeface="Arial" panose="020B0604020202020204" pitchFamily="34" charset="0"/>
              </a:rPr>
              <a:t>ANTES QUE HUBIERA LUZ ANTES DEL TIEMPO SI</a:t>
            </a:r>
            <a:br>
              <a:rPr lang="es-ES"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b="1" dirty="0">
                <a:solidFill>
                  <a:schemeClr val="bg1"/>
                </a:solidFill>
                <a:latin typeface="Arial" panose="020B0604020202020204" pitchFamily="34" charset="0"/>
                <a:ea typeface="Tahoma" panose="020B0604030504040204" pitchFamily="34" charset="0"/>
                <a:cs typeface="Arial" panose="020B0604020202020204" pitchFamily="34" charset="0"/>
              </a:rPr>
              <a:t>HABIA UN SER EN LA INMENSIDAD</a:t>
            </a:r>
            <a:br>
              <a:rPr lang="es-ES"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b="1" dirty="0">
                <a:solidFill>
                  <a:schemeClr val="bg1"/>
                </a:solidFill>
                <a:latin typeface="Arial" panose="020B0604020202020204" pitchFamily="34" charset="0"/>
                <a:ea typeface="Tahoma" panose="020B0604030504040204" pitchFamily="34" charset="0"/>
                <a:cs typeface="Arial" panose="020B0604020202020204" pitchFamily="34" charset="0"/>
              </a:rPr>
              <a:t>SU MENTE ETERNA ALLÍ PENSABA EN TI Y EN MÍ</a:t>
            </a:r>
            <a:br>
              <a:rPr lang="es-ES"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b="1" dirty="0">
                <a:solidFill>
                  <a:schemeClr val="bg1"/>
                </a:solidFill>
                <a:latin typeface="Arial" panose="020B0604020202020204" pitchFamily="34" charset="0"/>
                <a:ea typeface="Tahoma" panose="020B0604030504040204" pitchFamily="34" charset="0"/>
                <a:cs typeface="Arial" panose="020B0604020202020204" pitchFamily="34" charset="0"/>
              </a:rPr>
              <a:t>Y EN SU AMOR UN LIBRO ESCRIBIÓ</a:t>
            </a:r>
            <a:endParaRPr lang="es-CO"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39974850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4A057128-F9D9-79D7-3B68-EB87057B1E2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E00C811-6B89-FEA6-BD51-CA1E3C291634}"/>
              </a:ext>
            </a:extLst>
          </p:cNvPr>
          <p:cNvSpPr>
            <a:spLocks noGrp="1"/>
          </p:cNvSpPr>
          <p:nvPr>
            <p:ph type="ctrTitle"/>
          </p:nvPr>
        </p:nvSpPr>
        <p:spPr>
          <a:xfrm>
            <a:off x="0" y="1697454"/>
            <a:ext cx="12192000" cy="6858000"/>
          </a:xfrm>
        </p:spPr>
        <p:txBody>
          <a:bodyPr>
            <a:noAutofit/>
          </a:bodyPr>
          <a:lstStyle/>
          <a:p>
            <a:r>
              <a:rPr lang="es-ES" sz="6200" b="1" dirty="0">
                <a:solidFill>
                  <a:schemeClr val="bg1"/>
                </a:solidFill>
                <a:latin typeface="Arial" panose="020B0604020202020204" pitchFamily="34" charset="0"/>
                <a:ea typeface="Tahoma" panose="020B0604030504040204" pitchFamily="34" charset="0"/>
                <a:cs typeface="Arial" panose="020B0604020202020204" pitchFamily="34" charset="0"/>
              </a:rPr>
              <a:t>FUE SU AMOR Y SU GRACIA SI FUE SU AMOR</a:t>
            </a:r>
            <a:br>
              <a:rPr lang="es-ES" sz="62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6200" b="1" dirty="0">
                <a:solidFill>
                  <a:schemeClr val="bg1"/>
                </a:solidFill>
                <a:latin typeface="Arial" panose="020B0604020202020204" pitchFamily="34" charset="0"/>
                <a:ea typeface="Tahoma" panose="020B0604030504040204" pitchFamily="34" charset="0"/>
                <a:cs typeface="Arial" panose="020B0604020202020204" pitchFamily="34" charset="0"/>
              </a:rPr>
              <a:t>QUE MI NOMBRE ESCRIBIÓ, FUE SU AMOR</a:t>
            </a:r>
            <a:br>
              <a:rPr lang="es-ES" sz="62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6200" b="1" dirty="0">
                <a:solidFill>
                  <a:schemeClr val="bg1"/>
                </a:solidFill>
                <a:latin typeface="Arial" panose="020B0604020202020204" pitchFamily="34" charset="0"/>
                <a:ea typeface="Tahoma" panose="020B0604030504040204" pitchFamily="34" charset="0"/>
                <a:cs typeface="Arial" panose="020B0604020202020204" pitchFamily="34" charset="0"/>
              </a:rPr>
              <a:t>Y SOY FELIZ NO PORQUE PODER HAYA EN MÍ</a:t>
            </a:r>
            <a:br>
              <a:rPr lang="es-ES" sz="62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6200" b="1" dirty="0">
                <a:solidFill>
                  <a:schemeClr val="bg1"/>
                </a:solidFill>
                <a:latin typeface="Arial" panose="020B0604020202020204" pitchFamily="34" charset="0"/>
                <a:ea typeface="Tahoma" panose="020B0604030504040204" pitchFamily="34" charset="0"/>
                <a:cs typeface="Arial" panose="020B0604020202020204" pitchFamily="34" charset="0"/>
              </a:rPr>
              <a:t>SINO AL VER MI NOMBRE ALLÍ, MI NOMBRE ALLÍ</a:t>
            </a:r>
            <a:br>
              <a:rPr lang="es-ES" sz="5900" b="1" dirty="0">
                <a:solidFill>
                  <a:schemeClr val="bg1"/>
                </a:solidFill>
                <a:latin typeface="Arial" panose="020B0604020202020204" pitchFamily="34" charset="0"/>
                <a:ea typeface="Tahoma" panose="020B0604030504040204" pitchFamily="34" charset="0"/>
                <a:cs typeface="Arial" panose="020B0604020202020204" pitchFamily="34" charset="0"/>
              </a:rPr>
            </a:br>
            <a:br>
              <a:rPr lang="es-ES" sz="5900" b="1" dirty="0">
                <a:solidFill>
                  <a:schemeClr val="bg1"/>
                </a:solidFill>
                <a:latin typeface="Arial" panose="020B0604020202020204" pitchFamily="34" charset="0"/>
                <a:ea typeface="Tahoma" panose="020B0604030504040204" pitchFamily="34" charset="0"/>
                <a:cs typeface="Arial" panose="020B0604020202020204" pitchFamily="34" charset="0"/>
              </a:rPr>
            </a:br>
            <a:endParaRPr lang="es-CO" sz="59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30544310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B5A270D3-0F85-B1F7-176F-66D3041AF41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BC23E8E-CEBD-EBB5-7DD6-D02B96FB49DE}"/>
              </a:ext>
            </a:extLst>
          </p:cNvPr>
          <p:cNvSpPr>
            <a:spLocks noGrp="1"/>
          </p:cNvSpPr>
          <p:nvPr>
            <p:ph type="ctrTitle"/>
          </p:nvPr>
        </p:nvSpPr>
        <p:spPr>
          <a:xfrm>
            <a:off x="0" y="1811754"/>
            <a:ext cx="12192000" cy="6858000"/>
          </a:xfrm>
        </p:spPr>
        <p:txBody>
          <a:bodyPr>
            <a:noAutofit/>
          </a:bodyPr>
          <a:lstStyle/>
          <a:p>
            <a:r>
              <a:rPr lang="es-ES" sz="6400" b="1" dirty="0">
                <a:solidFill>
                  <a:schemeClr val="bg1"/>
                </a:solidFill>
                <a:latin typeface="Arial" panose="020B0604020202020204" pitchFamily="34" charset="0"/>
                <a:ea typeface="Tahoma" panose="020B0604030504040204" pitchFamily="34" charset="0"/>
                <a:cs typeface="Arial" panose="020B0604020202020204" pitchFamily="34" charset="0"/>
              </a:rPr>
              <a:t>EN ESE LIBRO SI EL PUDO VER EL FIN</a:t>
            </a:r>
            <a:br>
              <a:rPr lang="es-ES" sz="64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6400" b="1" dirty="0">
                <a:solidFill>
                  <a:schemeClr val="bg1"/>
                </a:solidFill>
                <a:latin typeface="Arial" panose="020B0604020202020204" pitchFamily="34" charset="0"/>
                <a:ea typeface="Tahoma" panose="020B0604030504040204" pitchFamily="34" charset="0"/>
                <a:cs typeface="Arial" panose="020B0604020202020204" pitchFamily="34" charset="0"/>
              </a:rPr>
              <a:t>Y VER QUE YO PERDIDO IBA ESTAR</a:t>
            </a:r>
            <a:br>
              <a:rPr lang="es-ES" sz="64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6400" b="1" dirty="0">
                <a:solidFill>
                  <a:schemeClr val="bg1"/>
                </a:solidFill>
                <a:latin typeface="Arial" panose="020B0604020202020204" pitchFamily="34" charset="0"/>
                <a:ea typeface="Tahoma" panose="020B0604030504040204" pitchFamily="34" charset="0"/>
                <a:cs typeface="Arial" panose="020B0604020202020204" pitchFamily="34" charset="0"/>
              </a:rPr>
              <a:t>SU MENTE ETERNA ALLÍ MIS GRITOS PUDO OÍR</a:t>
            </a:r>
            <a:br>
              <a:rPr lang="es-ES" sz="64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6400" b="1" dirty="0">
                <a:solidFill>
                  <a:schemeClr val="bg1"/>
                </a:solidFill>
                <a:latin typeface="Arial" panose="020B0604020202020204" pitchFamily="34" charset="0"/>
                <a:ea typeface="Tahoma" panose="020B0604030504040204" pitchFamily="34" charset="0"/>
                <a:cs typeface="Arial" panose="020B0604020202020204" pitchFamily="34" charset="0"/>
              </a:rPr>
              <a:t>Y UN CORDERO MANSO INMOLO</a:t>
            </a:r>
            <a:br>
              <a:rPr lang="es-ES" sz="5900" b="1" dirty="0">
                <a:solidFill>
                  <a:schemeClr val="bg1"/>
                </a:solidFill>
                <a:latin typeface="Arial" panose="020B0604020202020204" pitchFamily="34" charset="0"/>
                <a:ea typeface="Tahoma" panose="020B0604030504040204" pitchFamily="34" charset="0"/>
                <a:cs typeface="Arial" panose="020B0604020202020204" pitchFamily="34" charset="0"/>
              </a:rPr>
            </a:br>
            <a:br>
              <a:rPr lang="es-ES" sz="5900" b="1" dirty="0">
                <a:solidFill>
                  <a:schemeClr val="bg1"/>
                </a:solidFill>
                <a:latin typeface="Arial" panose="020B0604020202020204" pitchFamily="34" charset="0"/>
                <a:ea typeface="Tahoma" panose="020B0604030504040204" pitchFamily="34" charset="0"/>
                <a:cs typeface="Arial" panose="020B0604020202020204" pitchFamily="34" charset="0"/>
              </a:rPr>
            </a:br>
            <a:endParaRPr lang="es-CO" sz="59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35560166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78C1407B-1DF2-8FBD-3273-5B41F4DD7D3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F713B97-8535-876D-E806-BD09BAE9B108}"/>
              </a:ext>
            </a:extLst>
          </p:cNvPr>
          <p:cNvSpPr>
            <a:spLocks noGrp="1"/>
          </p:cNvSpPr>
          <p:nvPr>
            <p:ph type="ctrTitle"/>
          </p:nvPr>
        </p:nvSpPr>
        <p:spPr>
          <a:xfrm>
            <a:off x="0" y="0"/>
            <a:ext cx="12192000" cy="6858000"/>
          </a:xfrm>
        </p:spPr>
        <p:txBody>
          <a:bodyPr>
            <a:noAutofit/>
          </a:bodyPr>
          <a:lstStyle/>
          <a:p>
            <a:r>
              <a:rPr lang="es-ES"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¿QUÉ SERÍA DE MÍ SI NO ME HUBIERAS PERDONADO?</a:t>
            </a:r>
            <a:br>
              <a:rPr lang="es-ES"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¿DÓNDE ESTARÍA HOY SI NO ME HUBIERAS ALCANZADO?</a:t>
            </a:r>
            <a:br>
              <a:rPr lang="es-ES"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TENDRÍA UN VACÍO EN MI CORAZÓN</a:t>
            </a:r>
            <a:br>
              <a:rPr lang="es-ES"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VAGARÍA SIN RUMBO, </a:t>
            </a:r>
            <a:br>
              <a:rPr lang="es-ES"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SIN DIRECCIÓN</a:t>
            </a:r>
            <a:endParaRPr lang="es-CO" sz="66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22626760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6D386157-58EA-84A6-9462-D1C0E079F28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3C91BA9-FA1E-7D4C-DF90-DCB15488690B}"/>
              </a:ext>
            </a:extLst>
          </p:cNvPr>
          <p:cNvSpPr>
            <a:spLocks noGrp="1"/>
          </p:cNvSpPr>
          <p:nvPr>
            <p:ph type="ctrTitle"/>
          </p:nvPr>
        </p:nvSpPr>
        <p:spPr>
          <a:xfrm>
            <a:off x="0" y="342900"/>
            <a:ext cx="12192000" cy="6858000"/>
          </a:xfrm>
        </p:spPr>
        <p:txBody>
          <a:bodyPr>
            <a:noAutofit/>
          </a:bodyPr>
          <a:lstStyle/>
          <a:p>
            <a:r>
              <a:rPr lang="es-ES" sz="9600" b="1" dirty="0">
                <a:solidFill>
                  <a:schemeClr val="bg1"/>
                </a:solidFill>
                <a:latin typeface="Arial" panose="020B0604020202020204" pitchFamily="34" charset="0"/>
                <a:ea typeface="Tahoma" panose="020B0604030504040204" pitchFamily="34" charset="0"/>
                <a:cs typeface="Arial" panose="020B0604020202020204" pitchFamily="34" charset="0"/>
              </a:rPr>
              <a:t>//</a:t>
            </a:r>
            <a:r>
              <a:rPr lang="es-ES" sz="96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SI NO FUERA POR TU GRACIA Y POR TU AMOR//</a:t>
            </a:r>
            <a:br>
              <a:rPr lang="es-ES"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br>
              <a:rPr lang="es-ES"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endParaRPr lang="es-CO" sz="66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24044245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FEC121FE-23C2-9BDE-8D2E-9E8B46DA975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D1A27AA-AD8C-BAD7-D6FE-60B8082B31CD}"/>
              </a:ext>
            </a:extLst>
          </p:cNvPr>
          <p:cNvSpPr>
            <a:spLocks noGrp="1"/>
          </p:cNvSpPr>
          <p:nvPr>
            <p:ph type="ctrTitle"/>
          </p:nvPr>
        </p:nvSpPr>
        <p:spPr>
          <a:xfrm>
            <a:off x="0" y="-247650"/>
            <a:ext cx="12192000" cy="6858000"/>
          </a:xfrm>
        </p:spPr>
        <p:txBody>
          <a:bodyPr>
            <a:noAutofit/>
          </a:bodyPr>
          <a:lstStyle/>
          <a:p>
            <a:r>
              <a:rPr lang="es-ES" sz="67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SERÍA COMO UN PÁJARO HERIDO</a:t>
            </a:r>
            <a:br>
              <a:rPr lang="es-ES" sz="67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67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QUE SE MUERE EN EL SUELO</a:t>
            </a:r>
            <a:br>
              <a:rPr lang="es-ES" sz="67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67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SERÍA COMO UN CIERVO QUE BRAMA</a:t>
            </a:r>
            <a:br>
              <a:rPr lang="es-ES" sz="67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67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POR AGUA EN UN DESIERTO</a:t>
            </a:r>
            <a:endParaRPr lang="es-CO" sz="67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19720091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AED13E23-297D-3D12-9A5B-815FE44B891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354B35A-F158-0B06-203E-AA1121E52775}"/>
              </a:ext>
            </a:extLst>
          </p:cNvPr>
          <p:cNvSpPr>
            <a:spLocks noGrp="1"/>
          </p:cNvSpPr>
          <p:nvPr>
            <p:ph type="ctrTitle"/>
          </p:nvPr>
        </p:nvSpPr>
        <p:spPr>
          <a:xfrm>
            <a:off x="0" y="-476250"/>
            <a:ext cx="12192000" cy="6858000"/>
          </a:xfrm>
        </p:spPr>
        <p:txBody>
          <a:bodyPr>
            <a:noAutofit/>
          </a:bodyPr>
          <a:lstStyle/>
          <a:p>
            <a:r>
              <a:rPr lang="es-ES" sz="96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//SI NO FUERA POR TU GRACIA Y POR TU AMOR//</a:t>
            </a:r>
            <a:br>
              <a:rPr lang="es-ES" sz="67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endParaRPr lang="es-CO" sz="67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2939944622"/>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103</TotalTime>
  <Words>517</Words>
  <Application>Microsoft Office PowerPoint</Application>
  <PresentationFormat>Panorámica</PresentationFormat>
  <Paragraphs>21</Paragraphs>
  <Slides>21</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21</vt:i4>
      </vt:variant>
    </vt:vector>
  </HeadingPairs>
  <TitlesOfParts>
    <vt:vector size="25" baseType="lpstr">
      <vt:lpstr>Arial</vt:lpstr>
      <vt:lpstr>Calibri</vt:lpstr>
      <vt:lpstr>Calibri Light</vt:lpstr>
      <vt:lpstr>Tema de Office</vt:lpstr>
      <vt:lpstr>MI VIDA SERÍA UN DESIERTO, UN VALLE DE HUESOS SECOS. UNOS PASOS SIN CAMINO, UNA EXISTENCIA SIN NINGUN DESTINO</vt:lpstr>
      <vt:lpstr>SI TU NO ESTÁS JESÚS SE ME ACABARÍA EL AIRE, SE ME SECARIA EL AGUA, NO PODRIA RESPIRAR. MORIRÍA DE SED EN UNA ETERNA SOLEDAD, SI TÚ NO ESTÁS JESÚS NO SÉ QUÉ HACER</vt:lpstr>
      <vt:lpstr>GRACIAS JESÚS POR ESTAR AQUÍ, POR ENTREGARLO TODO POR MÍ, POR PINTAR DE COLORES MIS DÍAS Y DE SUEÑOS MI CAMINAR</vt:lpstr>
      <vt:lpstr>ME HAS TOMADO EN TUS BRAZOS Y ME HAS DADO SALVACIÓN DE TU AMOR HAS DERRAMADO EN MI CORAZÓN</vt:lpstr>
      <vt:lpstr>NO SABRÉ AGRADECERTE LO QUE HAS HECHO TU POR MÍ SOLO PUEDO DARTE AHORA MI CANCIÓN</vt:lpstr>
      <vt:lpstr>EN LA CRUZ DISTE TU VIDA ENTREGASTE TODO AHÍ VIDA ETERNA REGALASTE AL MORIR</vt:lpstr>
      <vt:lpstr>POR TU SANGRE TENGO ENTRADA ANTE EL TRONO CELESTIAL PUEDO ENTRAR CONFIADAMENTE ANTE TI</vt:lpstr>
      <vt:lpstr>QUIERO LEVANTAR MIS MANOS QUIERO LEVANTAR MI VOZ Y OFRECIERTE A TI MI VIDA EN SANTIDAD Y AMOR</vt:lpstr>
      <vt:lpstr>PADRE, SOLO A TI TE OFREZCO MI VIDA Y MI CORAZÓN Y ME POSTRO EN TU PRESENCIA EN ADORACIÓN</vt:lpstr>
      <vt:lpstr>SEÑOR JESUS, RECIBE HOY TODA LA GLORIA, LA HONRA Y HONOR HIJO DE DIOS, RECIBE HOY TODA LA GLORIA, LA HONRA Y HONOR</vt:lpstr>
      <vt:lpstr>CON MIS LABIOS Y MI VIDA //TE ALABO SEÑOR// CON MIS LABIOS Y MI VIDA TE ALABO BENDITO SEÑOR</vt:lpstr>
      <vt:lpstr>PORQUE TÚ HAS SIDO ///PRECIOSO PARA MÍ.///  PORQUE TÚ HAS SIDO PRECIOSO PARA MÍ TE ALABO BENDITO SEÑOR</vt:lpstr>
      <vt:lpstr>//HAY UNA FUENTE EN MÍ QUE ESTÁ BROTANDO QUE ESTÁ FLUYENDO DENTRO DE MÍ// </vt:lpstr>
      <vt:lpstr>ES UN RÍO DE ALABANZA Y DE ADORACIÓN DIRIGIDO HACIA TI SEÑOR JESÚS, RECÍBELO</vt:lpstr>
      <vt:lpstr>ANTES QUE HUBIERA LUZ ANTES DEL TIEMPO SI HABIA UN SER EN LA INMENSIDAD SU MENTE ETERNA ALLÍ PENSABA EN TI Y EN MÍ Y EN SU AMOR UN LIBRO ESCRIBIÓ</vt:lpstr>
      <vt:lpstr>FUE SU AMOR Y SU GRACIA SI FUE SU AMOR QUE MI NOMBRE ESCRIBIÓ, FUE SU AMOR Y SOY FELIZ NO PORQUE PODER HAYA EN MÍ SINO AL VER MI NOMBRE ALLÍ, MI NOMBRE ALLÍ  </vt:lpstr>
      <vt:lpstr>EN ESE LIBRO SI EL PUDO VER EL FIN Y VER QUE YO PERDIDO IBA ESTAR SU MENTE ETERNA ALLÍ MIS GRITOS PUDO OÍR Y UN CORDERO MANSO INMOLO  </vt:lpstr>
      <vt:lpstr>¿QUÉ SERÍA DE MÍ SI NO ME HUBIERAS PERDONADO? ¿DÓNDE ESTARÍA HOY SI NO ME HUBIERAS ALCANZADO? TENDRÍA UN VACÍO EN MI CORAZÓN VAGARÍA SIN RUMBO,  SIN DIRECCIÓN</vt:lpstr>
      <vt:lpstr>//SI NO FUERA POR TU GRACIA Y POR TU AMOR//  </vt:lpstr>
      <vt:lpstr>SERÍA COMO UN PÁJARO HERIDO QUE SE MUERE EN EL SUELO SERÍA COMO UN CIERVO QUE BRAMA POR AGUA EN UN DESIERTO</vt:lpstr>
      <vt:lpstr>//SI NO FUERA POR TU GRACIA Y POR TU AMOR//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Andrés Windows</dc:creator>
  <cp:lastModifiedBy>Andrés Windows</cp:lastModifiedBy>
  <cp:revision>3</cp:revision>
  <dcterms:created xsi:type="dcterms:W3CDTF">2025-01-15T22:53:03Z</dcterms:created>
  <dcterms:modified xsi:type="dcterms:W3CDTF">2025-01-26T03:12:13Z</dcterms:modified>
</cp:coreProperties>
</file>