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62" r:id="rId3"/>
    <p:sldId id="260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>
        <p:scale>
          <a:sx n="40" d="100"/>
          <a:sy n="40" d="100"/>
        </p:scale>
        <p:origin x="197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MÁS DE TI</a:t>
            </a:r>
            <a:b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HABITAR EN TU PRESENCIA, MENGUAR PARA QUE CREZCAS TÚ</a:t>
            </a:r>
            <a:b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CADA DÍA SERÉ</a:t>
            </a:r>
            <a:b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COMO </a:t>
            </a:r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</a:t>
            </a:r>
            <a:endParaRPr lang="es-CO" sz="7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8758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 MI CORAZÓN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 MI VIDA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ENTREGO MI VOLUNTAD A TI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LO QUE SOY,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CUANTO TENGO ES TUYO, YO QUIERO MENGUAR PARA QUE CREZCAS TÚ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251283"/>
            <a:ext cx="12192000" cy="6858000"/>
          </a:xfrm>
        </p:spPr>
        <p:txBody>
          <a:bodyPr>
            <a:noAutofit/>
          </a:bodyPr>
          <a:lstStyle/>
          <a:p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MENGUAR PARA QUE CREZCAS TÚ,</a:t>
            </a:r>
            <a:b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MENGUAR PARA QUE CREZCAS TÚ</a:t>
            </a:r>
            <a:endParaRPr lang="es-CO" sz="7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55C63-F6E9-249F-C739-4004953F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058A-0AFD-8C2B-9D5F-DF03E5603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312822"/>
            <a:ext cx="11983453" cy="6545178"/>
          </a:xfrm>
        </p:spPr>
        <p:txBody>
          <a:bodyPr>
            <a:noAutofit/>
          </a:bodyPr>
          <a:lstStyle/>
          <a:p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LEVANTAR MIS MANOS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LEVANTAR MI VOZ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OFRECIERTE A TI MI VIDA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SANTIDAD Y AMOR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72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D4F5D-A5BC-2C5D-714D-8FC7FADF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8E571-464D-C49F-397C-57B6B8135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PADRE, SOLO A TI TE OFREZCO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Y MI CORAZÓN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ME POSTRO EN TU PRESENCIA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ADORACIÓN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1263F-3762-17BB-3F64-025D5D2A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98E31-4ED1-95CC-FD06-3027DA0B4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HIJO DE DIOS, RECIBE HOY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LA GLORIA, LA HONRA Y HONOR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HIJO DE DIOS, RECIBE HOY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LA GLORIA, LA HONRA Y HONOR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0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A039A-5DA5-EFA9-9B9F-D6428F15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64655-9736-84B7-8C61-FF81598A6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LLÉVAME A TUS ATRIOS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 LUGAR SANTO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 ALTAR DE BRONCE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TU ROSTRO QUIERO VER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78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532A3-0734-B072-05F0-DB2A2F59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CFD02-EB96-3503-24DB-8B5869B8A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4484" y="-493294"/>
            <a:ext cx="12560968" cy="7170820"/>
          </a:xfrm>
        </p:spPr>
        <p:txBody>
          <a:bodyPr>
            <a:noAutofit/>
          </a:bodyPr>
          <a:lstStyle/>
          <a:p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PÁSAME A LA MUCHEDUMBRE</a:t>
            </a:r>
            <a:b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DONDE EL SACERDOTE CANTA</a:t>
            </a:r>
            <a:b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TENGO HAMBRE Y SED DE JUSTICIA</a:t>
            </a:r>
            <a:b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SOLO ENCUENTRO UN LUGAR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9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7CDED-9FD7-8F51-1A2F-C184F9DB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6D06C-5039-8AF5-4F91-C6954926D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8758" y="-156410"/>
            <a:ext cx="12769516" cy="7170820"/>
          </a:xfrm>
        </p:spPr>
        <p:txBody>
          <a:bodyPr>
            <a:noAutofit/>
          </a:bodyPr>
          <a:lstStyle/>
          <a:p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LLÉVAME AL LUGAR SANTISIMO</a:t>
            </a:r>
            <a:b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LA SANGRE DEL CORDERO REDENTOR</a:t>
            </a:r>
            <a:b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LLÉVAME AL LUGAR SANTISIMO</a:t>
            </a:r>
            <a:b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TOCAME, LIMPIAME, HEME AQUI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14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7CED2-6FE2-D08F-B4F7-EDF1644A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293DC-B495-5C2E-3481-1C7C15F79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90335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 VIDA ENTERA ESTÉ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CONSAGRADA A TI,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A MIS MANOS PUEDA GUIAR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IMPULSO DE TU AMOR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4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4B49A-8D81-4BF1-77D7-C5CF4709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140C0-0BC8-CB59-28AC-43B0236CC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LÁVAME EN TU SANGRE, SALVADOR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LÍMPIAME DE TODA MI MALDAD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TRAIGO A TI MI VIDA PARA SER,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TUYA POR LA ETERNIDAD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31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61FF8-808B-6C13-6639-3C62F2C6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1940E-10A7-693F-B3DD-AF6CE249D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33137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MIS PIES TAN SOLO EN POS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LO SANTO PUEDAN IR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QUE A TI, SEÑOR, MI VOZ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COMPLAZCA EN BENDECIR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56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8AFD8-CFCB-01B1-E1FE-260709DD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C1AE7-AFE7-D752-2354-948FDD041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0948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 TIEMPO TODO ESTÉ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CONSAGRADO A TU LOOR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MIS LABIOS, AL HABLAR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HABLEN SOLO DE TU AMOR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059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4D51A-F2CD-CA78-113D-8DEFC934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02CDF-5B0E-9D3E-8E0E-D9861D206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12821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TOMA, OH DIOS, MI VOLUNTAD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HAZLA TUYA, NADA MÁS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TOMA, SÍ, MI CORAZÓN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TU TRONO LO TENDRÁS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6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77B80-6047-23AA-5C49-8D47076B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94F98-6B4B-706F-2FF2-4097C549D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33137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 TÚ MI AMOR, QUE HOY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VENGO A PONER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 TODO LO QUE SOY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TUYO QUIERO SER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49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TU ERES MI LUZ Y MI SALVACIÓN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TU ERES LA FUERZA DE MI POBRE CORAZON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CONFIARÉ ETERNAMENTE EN TI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EN TUS BRAZOS DESCANSARÉ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72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2295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ALABARÉ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 OH DIOS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CANCIÓN ALZARÉ, Y EN TI ESPERARÉ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ALABARÉ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 OH DIOS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CANCIÓN ALZARÉ, Y EN TI...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ESPERARÉ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2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3183A-FCE9-F625-22E9-53834660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8B12B-5123-7D8B-4304-1F5E39B60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45958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ESPERAR EN TI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DIFÍCIL SE QUE ES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MENTE DICE NO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</a:t>
            </a: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ES POSIBLE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055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CEBA4-9C73-6C0D-ED72-1E0EB2E0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AE8F9-B74E-4247-F165-C4B10066E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45958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PERO MI CORAZÓN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CONFIADO ESTÁ EN TI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SIEMPRE HAS SIDO FIEL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HAS SOSTENIDO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809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EE430-57F6-DF59-2FAE-2110667A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75FFF-AB00-ED07-5B76-CC5B03246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469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ESPERARE PACIENTEMENTE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LA DUDA ME ATORMENTE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NO CONFÍO CON LA MENTE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 HAGO CON EL CORAZÓN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57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85162-3633-4278-31B1-746CA2AD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7189A-489D-6A2D-A28C-C03D4E5E3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ESPERARÉ EN LA TORMENTA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TARDARE TU RESPUESTA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CONFIARÉ EN TU PROVIDENCIA</a:t>
            </a:r>
            <a:b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SIEMPRE TIENES EL CONTROL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9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544D1-7339-431E-C33C-73641FA3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BD5B0-B715-5B70-FB8F-46E572813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69495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DIOS ESTÁ AQUÍ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CIERTO COMO EL AIRE QUE RESPIRO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CIERTO COMO EN LA MAÑANA SE LEVANTA EL SOL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CIERTO QUE CUANDO LE HABLO, ÉL ME PUEDE OÍR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28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14CB3-FC0A-BE6A-BB13-3B6263C8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4DFDA-F37D-C529-B87F-90B64E6B1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 PUEDES SENTIR A TU LADO EN ESTE MISMO INSTANTE,LO PUEDES LLEVAR MUY DENTRO DE TU CORAZÓN,LO PUEDES SENTIR EN ESE PROBLEMA QUE TIENES,DIOS ESTÁ AQUÍ, SI TÚ QUIERES, LE PUEDES SEGUIR.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644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77AF0-F689-7607-B275-17FA72D2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643D2-24E5-AF56-C34B-F8814EAD6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8442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SANTO, SANTO, SANTO</a:t>
            </a:r>
            <a:b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CORAZÓN TE ADORA</a:t>
            </a:r>
            <a:b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CORAZÓN SABE DECIR</a:t>
            </a:r>
            <a:b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SANTO, SANTO ERES TÚ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012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614</Words>
  <Application>Microsoft Office PowerPoint</Application>
  <PresentationFormat>Panorámica</PresentationFormat>
  <Paragraphs>24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de Office</vt:lpstr>
      <vt:lpstr>YO QUIERO MÁS DE TI Y HABITAR EN TU PRESENCIA, MENGUAR PARA QUE CREZCAS TÚ Y CADA DÍA SERÉ MÁS COMO TÚ</vt:lpstr>
      <vt:lpstr>QUEBRANTA MI CORAZÓN QUEBRANTA MI VIDA TE ENTREGO MI VOLUNTAD A TI TODO LO QUE SOY, SEÑOR TODO CUANTO TENGO ES TUYO, YO QUIERO MENGUAR PARA QUE CREZCAS TÚ</vt:lpstr>
      <vt:lpstr>YO QUIERO MENGUAR PARA QUE CREZCAS TÚ, YO QUIERO MENGUAR PARA QUE CREZCAS TÚ</vt:lpstr>
      <vt:lpstr>QUIERO LEVANTAR MIS MANOS QUIERO LEVANTAR MI VOZ Y OFRECIERTE A TI MI VIDA EN SANTIDAD Y AMOR</vt:lpstr>
      <vt:lpstr>PADRE, SOLO A TI TE OFREZCO MI VIDA Y MI CORAZÓN Y ME POSTRO EN TU PRESENCIA EN ADORACIÓN</vt:lpstr>
      <vt:lpstr>HIJO DE DIOS, RECIBE HOY TODA LA GLORIA, LA HONRA Y HONOR HIJO DE DIOS, RECIBE HOY TODA LA GLORIA, LA HONRA Y HONOR</vt:lpstr>
      <vt:lpstr>SEÑOR LLÉVAME A TUS ATRIOS AL LUGAR SANTO AL ALTAR DE BRONCE SEÑOR TU ROSTRO QUIERO VER</vt:lpstr>
      <vt:lpstr>PÁSAME A LA MUCHEDUMBRE POR DONDE EL SACERDOTE CANTA TENGO HAMBRE Y SED DE JUSTICIA Y SOLO ENCUENTRO UN LUGAR</vt:lpstr>
      <vt:lpstr>LLÉVAME AL LUGAR SANTISIMO POR LA SANGRE DEL CORDERO REDENTOR LLÉVAME AL LUGAR SANTISIMO TOCAME, LIMPIAME, HEME AQUI</vt:lpstr>
      <vt:lpstr>QUE MI VIDA ENTERA ESTÉ CONSAGRADA A TI, SEÑOR QUE A MIS MANOS PUEDA GUIAR EL IMPULSO DE TU AMOR</vt:lpstr>
      <vt:lpstr>LÁVAME EN TU SANGRE, SALVADOR LÍMPIAME DE TODA MI MALDAD TRAIGO A TI MI VIDA PARA SER, SEÑOR TUYA POR LA ETERNIDAD</vt:lpstr>
      <vt:lpstr>QUE MIS PIES TAN SOLO EN POS DE LO SANTO PUEDAN IR Y QUE A TI, SEÑOR, MI VOZ SE COMPLAZCA EN BENDECIR</vt:lpstr>
      <vt:lpstr>QUE MI TIEMPO TODO ESTÉ CONSAGRADO A TU LOOR QUE MIS LABIOS, AL HABLAR HABLEN SOLO DE TU AMOR</vt:lpstr>
      <vt:lpstr>TOMA, OH DIOS, MI VOLUNTAD Y HAZLA TUYA, NADA MÁS TOMA, SÍ, MI CORAZÓN POR TU TRONO LO TENDRÁS</vt:lpstr>
      <vt:lpstr>TOMA TÚ MI AMOR, QUE HOY A TUS PIES VENGO A PONER TOMA TODO LO QUE SOY TODO TUYO QUIERO SER</vt:lpstr>
      <vt:lpstr>SEÑOR TU ERES MI LUZ Y MI SALVACIÓN SEÑOR TU ERES LA FUERZA DE MI POBRE CORAZON YO CONFIARÉ ETERNAMENTE EN TI Y EN TUS BRAZOS DESCANSARÉ</vt:lpstr>
      <vt:lpstr>TE ALABARÉ SEÑOR TE EXALTARÉ OH DIOS MI CANCIÓN ALZARÉ, Y EN TI ESPERARÉ TE ALABARÉ SEÑOR TE EXALTARÉ OH DIOS MI CANCIÓN ALZARÉ, Y EN TI... ESPERARÉ</vt:lpstr>
      <vt:lpstr>ESPERAR EN TI DIFÍCIL SE QUE ES MI MENTE DICE NO NO ES POSIBLE</vt:lpstr>
      <vt:lpstr>PERO MI CORAZÓN CONFIADO ESTÁ EN TI TÚ SIEMPRE HAS SIDO FIEL ME HAS SOSTENIDO</vt:lpstr>
      <vt:lpstr>Y ESPERARE PACIENTEMENTE AUNQUE LA DUDA ME ATORMENTE YO NO CONFÍO CON LA MENTE LO HAGO CON EL CORAZÓN</vt:lpstr>
      <vt:lpstr>Y ESPERARÉ EN LA TORMENTA AUNQUE TARDARE TU RESPUESTA YO CONFIARÉ EN TU PROVIDENCIA TU SIEMPRE TIENES EL CONTROL</vt:lpstr>
      <vt:lpstr>DIOS ESTÁ AQUÍ TAN CIERTO COMO EL AIRE QUE RESPIRO TAN CIERTO COMO EN LA MAÑANA SE LEVANTA EL SOL TAN CIERTO QUE CUANDO LE HABLO, ÉL ME PUEDE OÍR</vt:lpstr>
      <vt:lpstr>LO PUEDES SENTIR A TU LADO EN ESTE MISMO INSTANTE,LO PUEDES LLEVAR MUY DENTRO DE TU CORAZÓN,LO PUEDES SENTIR EN ESE PROBLEMA QUE TIENES,DIOS ESTÁ AQUÍ, SI TÚ QUIERES, LE PUEDES SEGUIR.</vt:lpstr>
      <vt:lpstr>SANTO, SANTO, SANTO MI CORAZÓN TE ADORA MI CORAZÓN SABE DECIR SANTO, SANTO ERES TÚ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7</cp:revision>
  <dcterms:created xsi:type="dcterms:W3CDTF">2024-11-24T01:13:55Z</dcterms:created>
  <dcterms:modified xsi:type="dcterms:W3CDTF">2026-06-14T04:26:46Z</dcterms:modified>
</cp:coreProperties>
</file>