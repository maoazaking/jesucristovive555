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65" r:id="rId7"/>
    <p:sldId id="266" r:id="rId8"/>
    <p:sldId id="267" r:id="rId9"/>
    <p:sldId id="280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81" r:id="rId18"/>
    <p:sldId id="282" r:id="rId19"/>
    <p:sldId id="275" r:id="rId20"/>
    <p:sldId id="276" r:id="rId21"/>
    <p:sldId id="279" r:id="rId22"/>
    <p:sldId id="283" r:id="rId23"/>
    <p:sldId id="284" r:id="rId24"/>
    <p:sldId id="285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30/11/2024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20180"/>
            <a:ext cx="12192000" cy="6858000"/>
          </a:xfrm>
        </p:spPr>
        <p:txBody>
          <a:bodyPr>
            <a:noAutofit/>
          </a:bodyPr>
          <a:lstStyle/>
          <a:p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ESPÍRITU SANTO VEN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LLÉNAME SEÑOR</a:t>
            </a:r>
            <a:b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 TU PRECIOSA UNCIÓN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6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1015"/>
            <a:ext cx="12192000" cy="6858000"/>
          </a:xfrm>
        </p:spPr>
        <p:txBody>
          <a:bodyPr>
            <a:noAutofit/>
          </a:bodyPr>
          <a:lstStyle/>
          <a:p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PURIFÍCAME Y LÁVAME, RENUÉVAME, RESTÁURAME, SEÑOR, CON TU PODER.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PURIFÍCAME Y LÁVAME, RENUÉVAME, RESTÁURAME, SEÑOR TE QUIERO CONOCER</a:t>
            </a:r>
            <a:endParaRPr lang="es-CO" sz="6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MÁS DE TI</a:t>
            </a:r>
            <a:b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HABITAR EN TU PRESENCIA, MENGUAR PARA QUE CREZCAS TÚ</a:t>
            </a:r>
            <a:b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CADA DÍA SERÉ</a:t>
            </a:r>
            <a:b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MÁS COMO </a:t>
            </a:r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</a:t>
            </a:r>
            <a:endParaRPr lang="es-CO" sz="7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35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8758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QUEBRANTA MI CORAZÓN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QUEBRANTA MI VIDA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ENTREGO MI VOLUNTAD A TI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LO QUE SOY, SEÑOR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CUANTO TENGO ES TUYO, YO QUIERO MENGUAR PARA QUE CREZCAS TÚ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251283"/>
            <a:ext cx="12192000" cy="6858000"/>
          </a:xfrm>
        </p:spPr>
        <p:txBody>
          <a:bodyPr>
            <a:noAutofit/>
          </a:bodyPr>
          <a:lstStyle/>
          <a:p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MENGUAR PARA QUE CREZCAS TÚ,</a:t>
            </a:r>
            <a:b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MENGUAR PARA QUE CREZCAS TÚ</a:t>
            </a:r>
            <a:endParaRPr lang="es-CO" sz="7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7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031E6-7B0D-B8B0-3F44-2C818EE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07D7-E09F-C3E2-1C18-994DFC69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TENGO NADA PARA OFRECER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NADA QUE TE PUEDA SORPRENDER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UN CORAZÓN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QUEBRANTADO, UNA Y OTRA VEZ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8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D1E0-9A8C-24C8-0EA4-5F07EF34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3131B-641F-8714-8A55-17D8058D6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144379"/>
            <a:ext cx="11983453" cy="6858000"/>
          </a:xfrm>
        </p:spPr>
        <p:txBody>
          <a:bodyPr>
            <a:noAutofit/>
          </a:bodyPr>
          <a:lstStyle/>
          <a:p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NO HAY NADA QUE ME ENAMORE MÁS</a:t>
            </a:r>
            <a:b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NADA QUE ME APASIONE MÁS</a:t>
            </a:r>
            <a:b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TU PRESENCIA, SOLO TU MIRADA</a:t>
            </a:r>
            <a:b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HACE SUSPIRAR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01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3889A-9C10-77BF-D3FB-29120B10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AF7C-E2F3-9CE9-459A-40353C7B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6568"/>
            <a:ext cx="11983453" cy="6858000"/>
          </a:xfrm>
        </p:spPr>
        <p:txBody>
          <a:bodyPr>
            <a:noAutofit/>
          </a:bodyPr>
          <a:lstStyle/>
          <a:p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INCLINO ANTE TI</a:t>
            </a:r>
            <a:b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REY QUE PERDONA</a:t>
            </a:r>
            <a:b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MULTITUD DE ERRORES</a:t>
            </a:r>
            <a:b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INCLINO ANTE TI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86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3DDB3-C606-CA5D-61B9-161B850E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BA7E3-5805-EBE1-1704-60152B3E6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DIGNO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ETERNAMENTE DIGNO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IMPRESIONANTE Y DIGNO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ANTE TI, YO ME INCLINO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55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0234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TUS PIES ARDE MI CORAZÓN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TUS PIES ENTREGO LO QUE SOY, ES EL LUGAR DE MI SEGURIDAD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NADIE ME PUEDE SEÑALAR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PERDONASTE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ACERCASTE A TU PRESENCIA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LEVANTASTE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HOY ME POSTRO A ADORARTE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89335-27ED-67A3-E003-5EAEF5C6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C034D-846F-3F1F-5BEC-AB9D21B5B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17096"/>
            <a:ext cx="12192000" cy="6858000"/>
          </a:xfrm>
        </p:spPr>
        <p:txBody>
          <a:bodyPr>
            <a:noAutofit/>
          </a:bodyPr>
          <a:lstStyle/>
          <a:p>
            <a: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HAY LUGAR MÁS ALTO MÁS GRANDE</a:t>
            </a:r>
            <a:b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ESTAR A TUS PIES,</a:t>
            </a:r>
            <a:b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ESTAR A TUS PIES</a:t>
            </a:r>
            <a:endParaRPr lang="es-CO" sz="8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1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14F6C-26B4-3055-43B7-2E8EA3E3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431E5-1D92-A9A8-BF20-9997B988D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074821"/>
            <a:ext cx="12192000" cy="6858000"/>
          </a:xfrm>
        </p:spPr>
        <p:txBody>
          <a:bodyPr>
            <a:noAutofit/>
          </a:bodyPr>
          <a:lstStyle/>
          <a:p>
            <a: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AQUÍ PERMANECERÉ</a:t>
            </a:r>
            <a:b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POSTRADO A TUS PIES</a:t>
            </a:r>
            <a:b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AQUÍ PERMANECERÉ</a:t>
            </a:r>
            <a:b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LOS PIES DE CRISTO</a:t>
            </a:r>
            <a:endParaRPr lang="es-CO" sz="8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87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F1672-0440-B1D6-E6A8-C47C4B16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14FD-45DC-17DC-4368-72E630A8D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64168"/>
            <a:ext cx="11983453" cy="6858000"/>
          </a:xfrm>
        </p:spPr>
        <p:txBody>
          <a:bodyPr>
            <a:noAutofit/>
          </a:bodyPr>
          <a:lstStyle/>
          <a:p>
            <a:r>
              <a:rPr lang="es-ES" sz="7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QUIERO VER TU GLORIA</a:t>
            </a:r>
            <a:br>
              <a:rPr lang="es-ES" sz="7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MÁS DE TU PRESENCIA</a:t>
            </a:r>
            <a:br>
              <a:rPr lang="es-ES" sz="7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RINDO A TUS PIES EN ADORACIÓN</a:t>
            </a:r>
            <a:br>
              <a:rPr lang="es-ES" sz="7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MANIFIÉSTATE</a:t>
            </a:r>
            <a:endParaRPr lang="es-CO" sz="7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914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43C16-2F96-DD5A-61DF-9E0E04158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77BA8-619F-1DE5-B6D9-5B775317D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SÉ QUE ESTÁS AQUÍ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RESPIRO HOY TU PAZ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ALMA GIME, ABRÁZAME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HÁBLAME, SEÑOR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TOMA EL CONTROL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683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5B3E9-032A-AF05-DCD5-7A1E5DE2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18FD7-886F-2A2A-750F-438EFC75A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156411"/>
            <a:ext cx="11983453" cy="6545178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GLORIA, YO QUIERO VER TU GLORIA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SANTO ESPÍRITU DE DIOS, VEN AQUÍ DISPUESTO ESTOY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VEN Y LLÉNAME, DERRAMA DE TU UNCIÓN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785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4C829-9198-FA19-95B4-7FFC673C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BC95F-2F08-59D5-7964-11D5CC971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156411"/>
            <a:ext cx="11983453" cy="6545178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GLORIA, YO QUIERO VER TU GLORIA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SANTO ESPÍRITU DE DIOS, HEME AQUÍ, DISPUESTO ESTOY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VEN Y LLÉNAME, DERRAMA DE TU UNCIÓN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029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701A8-5DA2-4E66-ECF0-3CAC8DC1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82E37-B1E8-2461-AA7E-68AE3ADFF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156411"/>
            <a:ext cx="11983453" cy="6545178"/>
          </a:xfrm>
        </p:spPr>
        <p:txBody>
          <a:bodyPr>
            <a:noAutofit/>
          </a:bodyPr>
          <a:lstStyle/>
          <a:p>
            <a: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MÁS DE TI</a:t>
            </a:r>
            <a:b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MÁS DE TI</a:t>
            </a:r>
            <a:b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MÁS DE TI</a:t>
            </a:r>
            <a:b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11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MÁS DE TI</a:t>
            </a:r>
            <a:endParaRPr lang="es-CO" sz="11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0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FBA24-A33B-A9F4-7539-10888B52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20427-EDB0-0B6D-B86D-7A37D95F5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60948"/>
            <a:ext cx="12192000" cy="6858000"/>
          </a:xfrm>
        </p:spPr>
        <p:txBody>
          <a:bodyPr>
            <a:noAutofit/>
          </a:bodyPr>
          <a:lstStyle/>
          <a:p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MUCHO TIEMPO BUSQUÉ</a:t>
            </a:r>
            <a:b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UNA RAZÓN DE VIVIR</a:t>
            </a:r>
            <a:b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MEDIO DE MIL PREGUNTAS</a:t>
            </a:r>
            <a:b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AMOR ME RESPONDIÓ</a:t>
            </a:r>
            <a:endParaRPr lang="es-CO" sz="7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85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57128-F9D9-79D7-3B68-EB87057B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0C811-6B89-FEA6-BD51-CA1E3C291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30441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AHORA VEO LA LUZ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YA NO TENGO TEMOR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REINO VINO A MI VIDA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AHORA VIVO PARA TI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431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B313A-5F65-01D5-5348-878AF1ED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685A5-166B-7CC8-B068-550742D62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9410"/>
            <a:ext cx="12192000" cy="6858000"/>
          </a:xfrm>
        </p:spPr>
        <p:txBody>
          <a:bodyPr>
            <a:noAutofit/>
          </a:bodyPr>
          <a:lstStyle/>
          <a:p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CANTARÉ DE TU AMOR</a:t>
            </a:r>
            <a:b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RENDIRÉ MI CORAZÓN </a:t>
            </a:r>
            <a:b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ANTE TI, TÚ SERÁS </a:t>
            </a:r>
            <a:b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PASIÓN, Y MIS PASOS SE GUIARÁN POR TU VOZ, </a:t>
            </a:r>
            <a:b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JESÚS Y MI REY</a:t>
            </a:r>
            <a:b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TU GRAN AMOR CANTARÉ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100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4D862-51D8-F714-0FCF-E0FAC36D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F828C-6CEF-09F3-A632-7DA84FF18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148389"/>
            <a:ext cx="11983453" cy="6545178"/>
          </a:xfrm>
        </p:spPr>
        <p:txBody>
          <a:bodyPr>
            <a:noAutofit/>
          </a:bodyPr>
          <a:lstStyle/>
          <a:p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 ESTAR EN LA PRESENCIA DE TU DIVINIDAD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AL CONTEMPLAR LA HERMOSURA DE TU SANTIDAD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ESPÍRITU SE ALEGRA EN TU MAJESTAD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ADORO A TI, TE ADORO A TI</a:t>
            </a:r>
            <a:endParaRPr lang="es-CO" sz="6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413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E498E-B9D2-DB5A-66A5-21D021ECD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80073-4126-9D36-6557-C92C314BD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148389"/>
            <a:ext cx="11983453" cy="6545178"/>
          </a:xfrm>
        </p:spPr>
        <p:txBody>
          <a:bodyPr>
            <a:noAutofit/>
          </a:bodyPr>
          <a:lstStyle/>
          <a:p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VEO LA GRANDEZA DE TU DULCE AMOR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COMPRUEBO LA PUREZA DE TU CORAZÓN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ESPÍRITU SE ALEGRA EN TU MAJESTAD</a:t>
            </a:r>
            <a:b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ADORO A TI, TE ADORO A TI</a:t>
            </a:r>
            <a:endParaRPr lang="es-CO" sz="6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850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9E197-4D34-3975-1E10-F96E7ED0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61A4F-5CAF-9057-1E73-9ACCE0DB3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312822"/>
            <a:ext cx="11983453" cy="6545178"/>
          </a:xfrm>
        </p:spPr>
        <p:txBody>
          <a:bodyPr>
            <a:noAutofit/>
          </a:bodyPr>
          <a:lstStyle/>
          <a:p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AL ESTAR AQUÍ DELANTE DE TI, TE ADORARÉ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POSTRADO ANTE TI, MI CORAZÓN TE ADORA, OH DIOS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SIEMPRE QUIERO ESTAR PARA ADORAR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CONTEMPLAR TU SANTIDAD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ADORO A TI, SEÑOR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ADORO A TI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726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595</Words>
  <Application>Microsoft Office PowerPoint</Application>
  <PresentationFormat>Panorámica</PresentationFormat>
  <Paragraphs>24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de Office</vt:lpstr>
      <vt:lpstr>VEN ESPÍRITU SANTO VEN Y LLÉNAME SEÑOR CON TU PRECIOSA UNCIÓN</vt:lpstr>
      <vt:lpstr>PURIFÍCAME Y LÁVAME, RENUÉVAME, RESTÁURAME, SEÑOR, CON TU PODER. PURIFÍCAME Y LÁVAME, RENUÉVAME, RESTÁURAME, SEÑOR TE QUIERO CONOCER</vt:lpstr>
      <vt:lpstr>YO QUIERO MÁS DE TI Y HABITAR EN TU PRESENCIA, MENGUAR PARA QUE CREZCAS TÚ Y CADA DÍA SERÉ MÁS COMO TÚ</vt:lpstr>
      <vt:lpstr>QUEBRANTA MI CORAZÓN QUEBRANTA MI VIDA TE ENTREGO MI VOLUNTAD A TI TODO LO QUE SOY, SEÑOR TODO CUANTO TENGO ES TUYO, YO QUIERO MENGUAR PARA QUE CREZCAS TÚ</vt:lpstr>
      <vt:lpstr>YO QUIERO MENGUAR PARA QUE CREZCAS TÚ, YO QUIERO MENGUAR PARA QUE CREZCAS TÚ</vt:lpstr>
      <vt:lpstr>NO TENGO NADA PARA OFRECER NADA QUE TE PUEDA SORPRENDER SOLO UN CORAZÓN QUEBRANTADO, UNA Y OTRA VEZ</vt:lpstr>
      <vt:lpstr>Y NO HAY NADA QUE ME ENAMORE MÁS NADA QUE ME APASIONE MÁS SOLO TU PRESENCIA, SOLO TU MIRADA ME HACE SUSPIRAR</vt:lpstr>
      <vt:lpstr>ME INCLINO ANTE TI REY QUE PERDONA MULTITUD DE ERRORES ME INCLINO ANTE TI</vt:lpstr>
      <vt:lpstr>DIGNO ETERNAMENTE DIGNO IMPRESIONANTE Y DIGNO SOLO ANTE TI, YO ME INCLINO</vt:lpstr>
      <vt:lpstr>A TUS PIES ARDE MI CORAZÓN A TUS PIES ENTREGO LO QUE SOY, ES EL LUGAR DE MI SEGURIDAD DONDE NADIE ME PUEDE SEÑALAR </vt:lpstr>
      <vt:lpstr>ME PERDONASTE ME ACERCASTE A TU PRESENCIA ME LEVANTASTE Y HOY ME POSTRO A ADORARTE</vt:lpstr>
      <vt:lpstr>NO HAY LUGAR MÁS ALTO MÁS GRANDE QUE ESTAR A TUS PIES, QUE ESTAR A TUS PIES</vt:lpstr>
      <vt:lpstr>Y AQUÍ PERMANECERÉ POSTRADO A TUS PIES Y AQUÍ PERMANECERÉ A LOS PIES DE CRISTO</vt:lpstr>
      <vt:lpstr>YO QUIERO VER TU GLORIA MÁS DE TU PRESENCIA ME RINDO A TUS PIES EN ADORACIÓN MANIFIÉSTATE</vt:lpstr>
      <vt:lpstr>SÉ QUE ESTÁS AQUÍ RESPIRO HOY TU PAZ MI ALMA GIME, ABRÁZAME HÁBLAME, SEÑOR TOMA EL CONTROL</vt:lpstr>
      <vt:lpstr>GLORIA, YO QUIERO VER TU GLORIA SANTO ESPÍRITU DE DIOS, VEN AQUÍ DISPUESTO ESTOY VEN Y LLÉNAME, DERRAMA DE TU UNCIÓN</vt:lpstr>
      <vt:lpstr>GLORIA, YO QUIERO VER TU GLORIA SANTO ESPÍRITU DE DIOS, HEME AQUÍ, DISPUESTO ESTOY VEN Y LLÉNAME, DERRAMA DE TU UNCIÓN</vt:lpstr>
      <vt:lpstr>MÁS DE TI MÁS DE TI MÁS DE TI MÁS DE TI</vt:lpstr>
      <vt:lpstr>POR MUCHO TIEMPO BUSQUÉ UNA RAZÓN DE VIVIR EN MEDIO DE MIL PREGUNTAS TU AMOR ME RESPONDIÓ</vt:lpstr>
      <vt:lpstr>AHORA VEO LA LUZ Y YA NO TENGO TEMOR TU REINO VINO A MI VIDA Y AHORA VIVO PARA TI  </vt:lpstr>
      <vt:lpstr>CANTARÉ DE TU AMOR RENDIRÉ MI CORAZÓN  ANTE TI, TÚ SERÁS  MI PASIÓN, Y MIS PASOS SE GUIARÁN POR TU VOZ,  MI JESÚS Y MI REY DE TU GRAN AMOR CANTARÉ  </vt:lpstr>
      <vt:lpstr>AL ESTAR EN LA PRESENCIA DE TU DIVINIDAD Y AL CONTEMPLAR LA HERMOSURA DE TU SANTIDAD MI ESPÍRITU SE ALEGRA EN TU MAJESTAD TE ADORO A TI, TE ADORO A TI</vt:lpstr>
      <vt:lpstr>CUANDO VEO LA GRANDEZA DE TU DULCE AMOR Y COMPRUEBO LA PUREZA DE TU CORAZÓN MI ESPÍRITU SE ALEGRA EN TU MAJESTAD TE ADORO A TI, TE ADORO A TI</vt:lpstr>
      <vt:lpstr>Y AL ESTAR AQUÍ DELANTE DE TI, TE ADORARÉ POSTRADO ANTE TI, MI CORAZÓN TE ADORA, OH DIOS Y SIEMPRE QUIERO ESTAR PARA ADORAR Y CONTEMPLAR TU SANTIDAD TE ADORO A TI, SEÑOR TE ADORO A 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3</cp:revision>
  <dcterms:created xsi:type="dcterms:W3CDTF">2024-11-24T01:13:55Z</dcterms:created>
  <dcterms:modified xsi:type="dcterms:W3CDTF">2024-12-01T03:17:41Z</dcterms:modified>
</cp:coreProperties>
</file>