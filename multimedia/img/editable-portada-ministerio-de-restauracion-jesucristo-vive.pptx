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</p:sldIdLst>
  <p:sldSz cx="35999738" cy="8388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29" d="100"/>
          <a:sy n="29" d="100"/>
        </p:scale>
        <p:origin x="150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1372816"/>
            <a:ext cx="26999804" cy="2920389"/>
          </a:xfrm>
        </p:spPr>
        <p:txBody>
          <a:bodyPr anchor="b"/>
          <a:lstStyle>
            <a:lvl1pPr algn="ctr">
              <a:defRPr sz="73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4405826"/>
            <a:ext cx="26999804" cy="2025242"/>
          </a:xfrm>
        </p:spPr>
        <p:txBody>
          <a:bodyPr/>
          <a:lstStyle>
            <a:lvl1pPr marL="0" indent="0" algn="ctr">
              <a:buNone/>
              <a:defRPr sz="2935"/>
            </a:lvl1pPr>
            <a:lvl2pPr marL="559201" indent="0" algn="ctr">
              <a:buNone/>
              <a:defRPr sz="2446"/>
            </a:lvl2pPr>
            <a:lvl3pPr marL="1118403" indent="0" algn="ctr">
              <a:buNone/>
              <a:defRPr sz="2202"/>
            </a:lvl3pPr>
            <a:lvl4pPr marL="1677604" indent="0" algn="ctr">
              <a:buNone/>
              <a:defRPr sz="1957"/>
            </a:lvl4pPr>
            <a:lvl5pPr marL="2236805" indent="0" algn="ctr">
              <a:buNone/>
              <a:defRPr sz="1957"/>
            </a:lvl5pPr>
            <a:lvl6pPr marL="2796007" indent="0" algn="ctr">
              <a:buNone/>
              <a:defRPr sz="1957"/>
            </a:lvl6pPr>
            <a:lvl7pPr marL="3355208" indent="0" algn="ctr">
              <a:buNone/>
              <a:defRPr sz="1957"/>
            </a:lvl7pPr>
            <a:lvl8pPr marL="3914409" indent="0" algn="ctr">
              <a:buNone/>
              <a:defRPr sz="1957"/>
            </a:lvl8pPr>
            <a:lvl9pPr marL="4473611" indent="0" algn="ctr">
              <a:buNone/>
              <a:defRPr sz="195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5370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208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2091263"/>
            <a:ext cx="31049774" cy="3489320"/>
          </a:xfrm>
        </p:spPr>
        <p:txBody>
          <a:bodyPr anchor="b"/>
          <a:lstStyle>
            <a:lvl1pPr>
              <a:defRPr sz="73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5613594"/>
            <a:ext cx="31049774" cy="1834951"/>
          </a:xfrm>
        </p:spPr>
        <p:txBody>
          <a:bodyPr/>
          <a:lstStyle>
            <a:lvl1pPr marL="0" indent="0">
              <a:buNone/>
              <a:defRPr sz="2935">
                <a:solidFill>
                  <a:schemeClr val="tx1">
                    <a:tint val="75000"/>
                  </a:schemeClr>
                </a:solidFill>
              </a:defRPr>
            </a:lvl1pPr>
            <a:lvl2pPr marL="559201" indent="0">
              <a:buNone/>
              <a:defRPr sz="2446">
                <a:solidFill>
                  <a:schemeClr val="tx1">
                    <a:tint val="75000"/>
                  </a:schemeClr>
                </a:solidFill>
              </a:defRPr>
            </a:lvl2pPr>
            <a:lvl3pPr marL="1118403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3pPr>
            <a:lvl4pPr marL="1677604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4pPr>
            <a:lvl5pPr marL="2236805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5pPr>
            <a:lvl6pPr marL="2796007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6pPr>
            <a:lvl7pPr marL="3355208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7pPr>
            <a:lvl8pPr marL="3914409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8pPr>
            <a:lvl9pPr marL="4473611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8927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2233010"/>
            <a:ext cx="15299889" cy="532233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2233010"/>
            <a:ext cx="15299889" cy="532233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9921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446603"/>
            <a:ext cx="31049774" cy="162136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2056312"/>
            <a:ext cx="15229575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3064078"/>
            <a:ext cx="15229575" cy="450679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2056312"/>
            <a:ext cx="15304578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3064078"/>
            <a:ext cx="15304578" cy="450679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5000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4343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162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559223"/>
            <a:ext cx="1161085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1207768"/>
            <a:ext cx="18224867" cy="5961165"/>
          </a:xfrm>
        </p:spPr>
        <p:txBody>
          <a:bodyPr/>
          <a:lstStyle>
            <a:lvl1pPr>
              <a:defRPr sz="3914"/>
            </a:lvl1pPr>
            <a:lvl2pPr>
              <a:defRPr sz="3425"/>
            </a:lvl2pPr>
            <a:lvl3pPr>
              <a:defRPr sz="2935"/>
            </a:lvl3pPr>
            <a:lvl4pPr>
              <a:defRPr sz="2446"/>
            </a:lvl4pPr>
            <a:lvl5pPr>
              <a:defRPr sz="2446"/>
            </a:lvl5pPr>
            <a:lvl6pPr>
              <a:defRPr sz="2446"/>
            </a:lvl6pPr>
            <a:lvl7pPr>
              <a:defRPr sz="2446"/>
            </a:lvl7pPr>
            <a:lvl8pPr>
              <a:defRPr sz="2446"/>
            </a:lvl8pPr>
            <a:lvl9pPr>
              <a:defRPr sz="244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2516505"/>
            <a:ext cx="1161085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4644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559223"/>
            <a:ext cx="1161085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1207768"/>
            <a:ext cx="18224867" cy="5961165"/>
          </a:xfrm>
        </p:spPr>
        <p:txBody>
          <a:bodyPr anchor="t"/>
          <a:lstStyle>
            <a:lvl1pPr marL="0" indent="0">
              <a:buNone/>
              <a:defRPr sz="3914"/>
            </a:lvl1pPr>
            <a:lvl2pPr marL="559201" indent="0">
              <a:buNone/>
              <a:defRPr sz="3425"/>
            </a:lvl2pPr>
            <a:lvl3pPr marL="1118403" indent="0">
              <a:buNone/>
              <a:defRPr sz="2935"/>
            </a:lvl3pPr>
            <a:lvl4pPr marL="1677604" indent="0">
              <a:buNone/>
              <a:defRPr sz="2446"/>
            </a:lvl4pPr>
            <a:lvl5pPr marL="2236805" indent="0">
              <a:buNone/>
              <a:defRPr sz="2446"/>
            </a:lvl5pPr>
            <a:lvl6pPr marL="2796007" indent="0">
              <a:buNone/>
              <a:defRPr sz="2446"/>
            </a:lvl6pPr>
            <a:lvl7pPr marL="3355208" indent="0">
              <a:buNone/>
              <a:defRPr sz="2446"/>
            </a:lvl7pPr>
            <a:lvl8pPr marL="3914409" indent="0">
              <a:buNone/>
              <a:defRPr sz="2446"/>
            </a:lvl8pPr>
            <a:lvl9pPr marL="4473611" indent="0">
              <a:buNone/>
              <a:defRPr sz="244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2516505"/>
            <a:ext cx="1161085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834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6531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446602"/>
            <a:ext cx="7762444" cy="71087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446602"/>
            <a:ext cx="22837334" cy="710873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8555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446603"/>
            <a:ext cx="31049774" cy="16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2233010"/>
            <a:ext cx="31049774" cy="5322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7774758"/>
            <a:ext cx="8099941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6A469-F0B3-4C64-9911-14D3A4F0D9D6}" type="datetimeFigureOut">
              <a:rPr lang="es-419" smtClean="0"/>
              <a:t>14/2/2026</a:t>
            </a:fld>
            <a:endParaRPr lang="es-419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7774758"/>
            <a:ext cx="12149912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7774758"/>
            <a:ext cx="8099941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FE286-D392-4268-A233-A2A2E6C7876A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4215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18403" rtl="0" eaLnBrk="1" latinLnBrk="0" hangingPunct="1">
        <a:lnSpc>
          <a:spcPct val="90000"/>
        </a:lnSpc>
        <a:spcBef>
          <a:spcPct val="0"/>
        </a:spcBef>
        <a:buNone/>
        <a:defRPr sz="53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601" indent="-279601" algn="l" defTabSz="1118403" rtl="0" eaLnBrk="1" latinLnBrk="0" hangingPunct="1">
        <a:lnSpc>
          <a:spcPct val="90000"/>
        </a:lnSpc>
        <a:spcBef>
          <a:spcPts val="1223"/>
        </a:spcBef>
        <a:buFont typeface="Arial" panose="020B0604020202020204" pitchFamily="34" charset="0"/>
        <a:buChar char="•"/>
        <a:defRPr sz="3425" kern="1200">
          <a:solidFill>
            <a:schemeClr val="tx1"/>
          </a:solidFill>
          <a:latin typeface="+mn-lt"/>
          <a:ea typeface="+mn-ea"/>
          <a:cs typeface="+mn-cs"/>
        </a:defRPr>
      </a:lvl1pPr>
      <a:lvl2pPr marL="838802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2pPr>
      <a:lvl3pPr marL="1398003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446" kern="1200">
          <a:solidFill>
            <a:schemeClr val="tx1"/>
          </a:solidFill>
          <a:latin typeface="+mn-lt"/>
          <a:ea typeface="+mn-ea"/>
          <a:cs typeface="+mn-cs"/>
        </a:defRPr>
      </a:lvl3pPr>
      <a:lvl4pPr marL="1957205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516406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3075607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634809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4194010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753211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1pPr>
      <a:lvl2pPr marL="559201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2pPr>
      <a:lvl3pPr marL="1118403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677604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236805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2796007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355208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3914409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473611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3FFB68-C06B-3F9A-9F1F-D70D5B75BE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326"/>
          <a:stretch/>
        </p:blipFill>
        <p:spPr>
          <a:xfrm>
            <a:off x="20680" y="4"/>
            <a:ext cx="35979058" cy="8388346"/>
          </a:xfrm>
          <a:prstGeom prst="rect">
            <a:avLst/>
          </a:prstGeom>
          <a:effectLst>
            <a:innerShdw blurRad="508000">
              <a:srgbClr val="C00000">
                <a:alpha val="80000"/>
              </a:srgbClr>
            </a:innerShdw>
          </a:effectLst>
        </p:spPr>
      </p:pic>
      <p:sp>
        <p:nvSpPr>
          <p:cNvPr id="5" name="CuadroTexto 7">
            <a:extLst>
              <a:ext uri="{FF2B5EF4-FFF2-40B4-BE49-F238E27FC236}">
                <a16:creationId xmlns:a16="http://schemas.microsoft.com/office/drawing/2014/main" id="{F3D09C5B-15AB-5C1F-D6D6-A6EC91B84574}"/>
              </a:ext>
            </a:extLst>
          </p:cNvPr>
          <p:cNvSpPr txBox="1"/>
          <p:nvPr/>
        </p:nvSpPr>
        <p:spPr>
          <a:xfrm>
            <a:off x="-1051951" y="-1666583"/>
            <a:ext cx="23278068" cy="71692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 fontAlgn="base">
              <a:lnSpc>
                <a:spcPts val="59933"/>
              </a:lnSpc>
              <a:spcAft>
                <a:spcPts val="5993"/>
              </a:spcAft>
            </a:pPr>
            <a:r>
              <a:rPr lang="es-MX" sz="36626" b="1" i="1" kern="100" spc="-499" dirty="0">
                <a:solidFill>
                  <a:srgbClr val="CC0000"/>
                </a:solidFill>
                <a:effectLst>
                  <a:glow rad="1143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ook Antiqua" panose="02040602050305030304" pitchFamily="18" charset="0"/>
              </a:rPr>
              <a:t>Jesucris</a:t>
            </a:r>
            <a:r>
              <a:rPr lang="es-MX" sz="39955" b="1" i="1" kern="100" spc="-499" dirty="0">
                <a:solidFill>
                  <a:srgbClr val="CC0000"/>
                </a:solidFill>
                <a:effectLst>
                  <a:glow rad="1143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Tw Cen MT" panose="020B0602020104020603" pitchFamily="34" charset="0"/>
              </a:rPr>
              <a:t>t</a:t>
            </a:r>
            <a:r>
              <a:rPr lang="es-MX" sz="36626" b="1" i="1" kern="100" spc="-499" dirty="0">
                <a:solidFill>
                  <a:srgbClr val="CC0000"/>
                </a:solidFill>
                <a:effectLst>
                  <a:glow rad="1143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ook Antiqua" panose="02040602050305030304" pitchFamily="18" charset="0"/>
              </a:rPr>
              <a:t>o</a:t>
            </a:r>
            <a:endParaRPr lang="es-419" sz="36626" kern="100" spc="-499" dirty="0">
              <a:effectLst>
                <a:glow rad="114300">
                  <a:schemeClr val="bg1"/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 de texto 2">
            <a:extLst>
              <a:ext uri="{FF2B5EF4-FFF2-40B4-BE49-F238E27FC236}">
                <a16:creationId xmlns:a16="http://schemas.microsoft.com/office/drawing/2014/main" id="{34C036FD-6671-FBD5-7C77-493ED99BA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2560" y="29729"/>
            <a:ext cx="2473691" cy="630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304454" tIns="152227" rIns="304454" bIns="152227" anchor="t" anchorCtr="0">
            <a:noAutofit/>
          </a:bodyPr>
          <a:lstStyle/>
          <a:p>
            <a:pPr>
              <a:lnSpc>
                <a:spcPts val="33296"/>
              </a:lnSpc>
              <a:spcAft>
                <a:spcPts val="2664"/>
              </a:spcAft>
            </a:pPr>
            <a:r>
              <a:rPr lang="es-MX" sz="26637" b="1" kern="100" dirty="0">
                <a:solidFill>
                  <a:srgbClr val="000066"/>
                </a:solidFill>
                <a:effectLst>
                  <a:glow rad="635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Gabriola" panose="04040605051002020D02" pitchFamily="82" charset="0"/>
              </a:rPr>
              <a:t>¡</a:t>
            </a:r>
            <a:endParaRPr lang="es-419" sz="2997" kern="100" dirty="0">
              <a:effectLst>
                <a:glow rad="63500">
                  <a:schemeClr val="bg1"/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4AB7E5C5-CFC6-DF6B-2E45-82BE7D4EE1B7}"/>
              </a:ext>
            </a:extLst>
          </p:cNvPr>
          <p:cNvSpPr txBox="1"/>
          <p:nvPr/>
        </p:nvSpPr>
        <p:spPr>
          <a:xfrm>
            <a:off x="21266425" y="654704"/>
            <a:ext cx="6651537" cy="5454806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fontAlgn="base">
              <a:lnSpc>
                <a:spcPts val="33296"/>
              </a:lnSpc>
              <a:spcAft>
                <a:spcPts val="2664"/>
              </a:spcAft>
            </a:pPr>
            <a:r>
              <a:rPr lang="es-MX" sz="26637" b="1" kern="100" dirty="0">
                <a:solidFill>
                  <a:srgbClr val="000066"/>
                </a:solidFill>
                <a:effectLst>
                  <a:glow rad="1270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Gabriola" panose="04040605051002020D02" pitchFamily="82" charset="0"/>
              </a:rPr>
              <a:t>VIVE!</a:t>
            </a:r>
            <a:endParaRPr lang="es-419" sz="2997" kern="100" dirty="0">
              <a:effectLst>
                <a:glow rad="127000">
                  <a:schemeClr val="bg1"/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4">
            <a:extLst>
              <a:ext uri="{FF2B5EF4-FFF2-40B4-BE49-F238E27FC236}">
                <a16:creationId xmlns:a16="http://schemas.microsoft.com/office/drawing/2014/main" id="{16D58238-6835-7722-A4E0-FD990952279B}"/>
              </a:ext>
            </a:extLst>
          </p:cNvPr>
          <p:cNvSpPr txBox="1"/>
          <p:nvPr/>
        </p:nvSpPr>
        <p:spPr>
          <a:xfrm>
            <a:off x="27421556" y="1728237"/>
            <a:ext cx="7781794" cy="284885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 defTabSz="3044586">
              <a:lnSpc>
                <a:spcPts val="9989"/>
              </a:lnSpc>
              <a:spcAft>
                <a:spcPts val="2664"/>
              </a:spcAft>
              <a:defRPr/>
            </a:pPr>
            <a:r>
              <a:rPr lang="es-MX" sz="13318" b="1" spc="-499" dirty="0">
                <a:solidFill>
                  <a:srgbClr val="000000"/>
                </a:solidFill>
                <a:effectLst>
                  <a:glow rad="1016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Monotype Corsiva" panose="03010101010201010101" pitchFamily="66" charset="0"/>
              </a:rPr>
              <a:t>Ministerio de Restauración</a:t>
            </a:r>
            <a:endParaRPr lang="es-419" sz="1998" kern="100" spc="-499" dirty="0">
              <a:solidFill>
                <a:sysClr val="windowText" lastClr="000000"/>
              </a:solidFill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4">
            <a:extLst>
              <a:ext uri="{FF2B5EF4-FFF2-40B4-BE49-F238E27FC236}">
                <a16:creationId xmlns:a16="http://schemas.microsoft.com/office/drawing/2014/main" id="{16D58238-6835-7722-A4E0-FD990952279B}"/>
              </a:ext>
            </a:extLst>
          </p:cNvPr>
          <p:cNvSpPr txBox="1"/>
          <p:nvPr/>
        </p:nvSpPr>
        <p:spPr>
          <a:xfrm>
            <a:off x="321438" y="4769084"/>
            <a:ext cx="35356869" cy="334226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 defTabSz="3044586">
              <a:lnSpc>
                <a:spcPts val="24972"/>
              </a:lnSpc>
              <a:spcAft>
                <a:spcPts val="2664"/>
              </a:spcAft>
              <a:defRPr/>
            </a:pPr>
            <a:r>
              <a:rPr lang="es-MX" sz="21975" b="1" spc="499" dirty="0">
                <a:solidFill>
                  <a:srgbClr val="000000"/>
                </a:solidFill>
                <a:effectLst>
                  <a:glow rad="88900">
                    <a:sysClr val="window" lastClr="FFFFFF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Monotype Corsiva" panose="03010101010201010101" pitchFamily="66" charset="0"/>
              </a:rPr>
              <a:t>Casa de Oración: Conquistadores</a:t>
            </a:r>
            <a:endParaRPr lang="es-419" sz="3496" kern="100" spc="499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7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D808557-92EB-719D-93C1-4E6BF289AC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326"/>
          <a:stretch/>
        </p:blipFill>
        <p:spPr>
          <a:xfrm>
            <a:off x="20680" y="4"/>
            <a:ext cx="35979058" cy="838834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7740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0589-862D-C472-24C7-10FB3CF2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2573269-02E0-0C98-F611-BB89CFB3C1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326"/>
          <a:stretch/>
        </p:blipFill>
        <p:spPr>
          <a:xfrm>
            <a:off x="20680" y="4"/>
            <a:ext cx="35979058" cy="8388346"/>
          </a:xfrm>
          <a:prstGeom prst="rect">
            <a:avLst/>
          </a:prstGeom>
          <a:effectLst/>
        </p:spPr>
      </p:pic>
      <p:sp>
        <p:nvSpPr>
          <p:cNvPr id="3" name="CuadroTexto 7">
            <a:extLst>
              <a:ext uri="{FF2B5EF4-FFF2-40B4-BE49-F238E27FC236}">
                <a16:creationId xmlns:a16="http://schemas.microsoft.com/office/drawing/2014/main" id="{2B441524-FD7B-6CCC-7A75-98E140C8307B}"/>
              </a:ext>
            </a:extLst>
          </p:cNvPr>
          <p:cNvSpPr txBox="1"/>
          <p:nvPr/>
        </p:nvSpPr>
        <p:spPr>
          <a:xfrm>
            <a:off x="0" y="0"/>
            <a:ext cx="35979058" cy="86331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 fontAlgn="base">
              <a:spcAft>
                <a:spcPts val="1800"/>
              </a:spcAft>
            </a:pPr>
            <a:r>
              <a:rPr lang="es-MX" sz="27000" b="1" i="1" kern="100" spc="300" dirty="0">
                <a:solidFill>
                  <a:srgbClr val="CC0000"/>
                </a:solidFill>
                <a:effectLst>
                  <a:glow rad="1143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ook Antiqua" panose="02040602050305030304" pitchFamily="18" charset="0"/>
              </a:rPr>
              <a:t>Se esta cargando el</a:t>
            </a:r>
          </a:p>
          <a:p>
            <a:pPr algn="ctr" fontAlgn="base">
              <a:spcAft>
                <a:spcPts val="1800"/>
              </a:spcAft>
            </a:pPr>
            <a:r>
              <a:rPr lang="es-MX" sz="27000" b="1" i="1" kern="100" spc="300" dirty="0">
                <a:solidFill>
                  <a:srgbClr val="CC0000"/>
                </a:solidFill>
                <a:effectLst>
                  <a:glow rad="114300">
                    <a:schemeClr val="bg1"/>
                  </a:glow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  <a:latin typeface="Book Antiqua" panose="02040602050305030304" pitchFamily="18" charset="0"/>
              </a:rPr>
              <a:t>video del devocional</a:t>
            </a:r>
            <a:endParaRPr lang="es-419" sz="27000" kern="100" spc="300" dirty="0">
              <a:effectLst>
                <a:glow rad="114300">
                  <a:schemeClr val="bg1"/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785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714</TotalTime>
  <Words>19</Words>
  <Application>Microsoft Office PowerPoint</Application>
  <PresentationFormat>Personalizado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Arial</vt:lpstr>
      <vt:lpstr>Book Antiqua</vt:lpstr>
      <vt:lpstr>Calibri</vt:lpstr>
      <vt:lpstr>Calibri Light</vt:lpstr>
      <vt:lpstr>Gabriola</vt:lpstr>
      <vt:lpstr>Monotype Corsiva</vt:lpstr>
      <vt:lpstr>Tw Cen MT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ALEXANDER ORTEGA</dc:creator>
  <cp:lastModifiedBy>Alexander</cp:lastModifiedBy>
  <cp:revision>8</cp:revision>
  <dcterms:created xsi:type="dcterms:W3CDTF">2024-01-05T03:17:40Z</dcterms:created>
  <dcterms:modified xsi:type="dcterms:W3CDTF">2026-02-14T20:01:00Z</dcterms:modified>
</cp:coreProperties>
</file>