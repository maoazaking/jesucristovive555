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9" r:id="rId3"/>
  </p:sldIdLst>
  <p:sldSz cx="35999738" cy="83883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29" d="100"/>
          <a:sy n="29" d="100"/>
        </p:scale>
        <p:origin x="150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99967" y="1372816"/>
            <a:ext cx="26999804" cy="2920389"/>
          </a:xfrm>
        </p:spPr>
        <p:txBody>
          <a:bodyPr anchor="b"/>
          <a:lstStyle>
            <a:lvl1pPr algn="ctr">
              <a:defRPr sz="733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4405826"/>
            <a:ext cx="26999804" cy="2025242"/>
          </a:xfrm>
        </p:spPr>
        <p:txBody>
          <a:bodyPr/>
          <a:lstStyle>
            <a:lvl1pPr marL="0" indent="0" algn="ctr">
              <a:buNone/>
              <a:defRPr sz="2935"/>
            </a:lvl1pPr>
            <a:lvl2pPr marL="559201" indent="0" algn="ctr">
              <a:buNone/>
              <a:defRPr sz="2446"/>
            </a:lvl2pPr>
            <a:lvl3pPr marL="1118403" indent="0" algn="ctr">
              <a:buNone/>
              <a:defRPr sz="2202"/>
            </a:lvl3pPr>
            <a:lvl4pPr marL="1677604" indent="0" algn="ctr">
              <a:buNone/>
              <a:defRPr sz="1957"/>
            </a:lvl4pPr>
            <a:lvl5pPr marL="2236805" indent="0" algn="ctr">
              <a:buNone/>
              <a:defRPr sz="1957"/>
            </a:lvl5pPr>
            <a:lvl6pPr marL="2796007" indent="0" algn="ctr">
              <a:buNone/>
              <a:defRPr sz="1957"/>
            </a:lvl6pPr>
            <a:lvl7pPr marL="3355208" indent="0" algn="ctr">
              <a:buNone/>
              <a:defRPr sz="1957"/>
            </a:lvl7pPr>
            <a:lvl8pPr marL="3914409" indent="0" algn="ctr">
              <a:buNone/>
              <a:defRPr sz="1957"/>
            </a:lvl8pPr>
            <a:lvl9pPr marL="4473611" indent="0" algn="ctr">
              <a:buNone/>
              <a:defRPr sz="1957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053704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562084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2" y="2091263"/>
            <a:ext cx="31049774" cy="3489320"/>
          </a:xfrm>
        </p:spPr>
        <p:txBody>
          <a:bodyPr anchor="b"/>
          <a:lstStyle>
            <a:lvl1pPr>
              <a:defRPr sz="7339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2" y="5613594"/>
            <a:ext cx="31049774" cy="1834951"/>
          </a:xfrm>
        </p:spPr>
        <p:txBody>
          <a:bodyPr/>
          <a:lstStyle>
            <a:lvl1pPr marL="0" indent="0">
              <a:buNone/>
              <a:defRPr sz="2935">
                <a:solidFill>
                  <a:schemeClr val="tx1">
                    <a:tint val="75000"/>
                  </a:schemeClr>
                </a:solidFill>
              </a:defRPr>
            </a:lvl1pPr>
            <a:lvl2pPr marL="559201" indent="0">
              <a:buNone/>
              <a:defRPr sz="2446">
                <a:solidFill>
                  <a:schemeClr val="tx1">
                    <a:tint val="75000"/>
                  </a:schemeClr>
                </a:solidFill>
              </a:defRPr>
            </a:lvl2pPr>
            <a:lvl3pPr marL="1118403" indent="0">
              <a:buNone/>
              <a:defRPr sz="2202">
                <a:solidFill>
                  <a:schemeClr val="tx1">
                    <a:tint val="75000"/>
                  </a:schemeClr>
                </a:solidFill>
              </a:defRPr>
            </a:lvl3pPr>
            <a:lvl4pPr marL="1677604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4pPr>
            <a:lvl5pPr marL="2236805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5pPr>
            <a:lvl6pPr marL="2796007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6pPr>
            <a:lvl7pPr marL="3355208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7pPr>
            <a:lvl8pPr marL="3914409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8pPr>
            <a:lvl9pPr marL="4473611" indent="0">
              <a:buNone/>
              <a:defRPr sz="19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689279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2233010"/>
            <a:ext cx="15299889" cy="532233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2233010"/>
            <a:ext cx="15299889" cy="532233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499211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446603"/>
            <a:ext cx="31049774" cy="162136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2" y="2056312"/>
            <a:ext cx="15229575" cy="1007766"/>
          </a:xfrm>
        </p:spPr>
        <p:txBody>
          <a:bodyPr anchor="b"/>
          <a:lstStyle>
            <a:lvl1pPr marL="0" indent="0">
              <a:buNone/>
              <a:defRPr sz="2935" b="1"/>
            </a:lvl1pPr>
            <a:lvl2pPr marL="559201" indent="0">
              <a:buNone/>
              <a:defRPr sz="2446" b="1"/>
            </a:lvl2pPr>
            <a:lvl3pPr marL="1118403" indent="0">
              <a:buNone/>
              <a:defRPr sz="2202" b="1"/>
            </a:lvl3pPr>
            <a:lvl4pPr marL="1677604" indent="0">
              <a:buNone/>
              <a:defRPr sz="1957" b="1"/>
            </a:lvl4pPr>
            <a:lvl5pPr marL="2236805" indent="0">
              <a:buNone/>
              <a:defRPr sz="1957" b="1"/>
            </a:lvl5pPr>
            <a:lvl6pPr marL="2796007" indent="0">
              <a:buNone/>
              <a:defRPr sz="1957" b="1"/>
            </a:lvl6pPr>
            <a:lvl7pPr marL="3355208" indent="0">
              <a:buNone/>
              <a:defRPr sz="1957" b="1"/>
            </a:lvl7pPr>
            <a:lvl8pPr marL="3914409" indent="0">
              <a:buNone/>
              <a:defRPr sz="1957" b="1"/>
            </a:lvl8pPr>
            <a:lvl9pPr marL="4473611" indent="0">
              <a:buNone/>
              <a:defRPr sz="1957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2" y="3064078"/>
            <a:ext cx="15229575" cy="450679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7" y="2056312"/>
            <a:ext cx="15304578" cy="1007766"/>
          </a:xfrm>
        </p:spPr>
        <p:txBody>
          <a:bodyPr anchor="b"/>
          <a:lstStyle>
            <a:lvl1pPr marL="0" indent="0">
              <a:buNone/>
              <a:defRPr sz="2935" b="1"/>
            </a:lvl1pPr>
            <a:lvl2pPr marL="559201" indent="0">
              <a:buNone/>
              <a:defRPr sz="2446" b="1"/>
            </a:lvl2pPr>
            <a:lvl3pPr marL="1118403" indent="0">
              <a:buNone/>
              <a:defRPr sz="2202" b="1"/>
            </a:lvl3pPr>
            <a:lvl4pPr marL="1677604" indent="0">
              <a:buNone/>
              <a:defRPr sz="1957" b="1"/>
            </a:lvl4pPr>
            <a:lvl5pPr marL="2236805" indent="0">
              <a:buNone/>
              <a:defRPr sz="1957" b="1"/>
            </a:lvl5pPr>
            <a:lvl6pPr marL="2796007" indent="0">
              <a:buNone/>
              <a:defRPr sz="1957" b="1"/>
            </a:lvl6pPr>
            <a:lvl7pPr marL="3355208" indent="0">
              <a:buNone/>
              <a:defRPr sz="1957" b="1"/>
            </a:lvl7pPr>
            <a:lvl8pPr marL="3914409" indent="0">
              <a:buNone/>
              <a:defRPr sz="1957" b="1"/>
            </a:lvl8pPr>
            <a:lvl9pPr marL="4473611" indent="0">
              <a:buNone/>
              <a:defRPr sz="1957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7" y="3064078"/>
            <a:ext cx="15304578" cy="450679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3850005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443431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041628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2" y="559223"/>
            <a:ext cx="11610852" cy="1957282"/>
          </a:xfrm>
        </p:spPr>
        <p:txBody>
          <a:bodyPr anchor="b"/>
          <a:lstStyle>
            <a:lvl1pPr>
              <a:defRPr sz="391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1207768"/>
            <a:ext cx="18224867" cy="5961165"/>
          </a:xfrm>
        </p:spPr>
        <p:txBody>
          <a:bodyPr/>
          <a:lstStyle>
            <a:lvl1pPr>
              <a:defRPr sz="3914"/>
            </a:lvl1pPr>
            <a:lvl2pPr>
              <a:defRPr sz="3425"/>
            </a:lvl2pPr>
            <a:lvl3pPr>
              <a:defRPr sz="2935"/>
            </a:lvl3pPr>
            <a:lvl4pPr>
              <a:defRPr sz="2446"/>
            </a:lvl4pPr>
            <a:lvl5pPr>
              <a:defRPr sz="2446"/>
            </a:lvl5pPr>
            <a:lvl6pPr>
              <a:defRPr sz="2446"/>
            </a:lvl6pPr>
            <a:lvl7pPr>
              <a:defRPr sz="2446"/>
            </a:lvl7pPr>
            <a:lvl8pPr>
              <a:defRPr sz="2446"/>
            </a:lvl8pPr>
            <a:lvl9pPr>
              <a:defRPr sz="2446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2" y="2516505"/>
            <a:ext cx="11610852" cy="4662137"/>
          </a:xfrm>
        </p:spPr>
        <p:txBody>
          <a:bodyPr/>
          <a:lstStyle>
            <a:lvl1pPr marL="0" indent="0">
              <a:buNone/>
              <a:defRPr sz="1957"/>
            </a:lvl1pPr>
            <a:lvl2pPr marL="559201" indent="0">
              <a:buNone/>
              <a:defRPr sz="1712"/>
            </a:lvl2pPr>
            <a:lvl3pPr marL="1118403" indent="0">
              <a:buNone/>
              <a:defRPr sz="1468"/>
            </a:lvl3pPr>
            <a:lvl4pPr marL="1677604" indent="0">
              <a:buNone/>
              <a:defRPr sz="1223"/>
            </a:lvl4pPr>
            <a:lvl5pPr marL="2236805" indent="0">
              <a:buNone/>
              <a:defRPr sz="1223"/>
            </a:lvl5pPr>
            <a:lvl6pPr marL="2796007" indent="0">
              <a:buNone/>
              <a:defRPr sz="1223"/>
            </a:lvl6pPr>
            <a:lvl7pPr marL="3355208" indent="0">
              <a:buNone/>
              <a:defRPr sz="1223"/>
            </a:lvl7pPr>
            <a:lvl8pPr marL="3914409" indent="0">
              <a:buNone/>
              <a:defRPr sz="1223"/>
            </a:lvl8pPr>
            <a:lvl9pPr marL="4473611" indent="0">
              <a:buNone/>
              <a:defRPr sz="122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646442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2" y="559223"/>
            <a:ext cx="11610852" cy="1957282"/>
          </a:xfrm>
        </p:spPr>
        <p:txBody>
          <a:bodyPr anchor="b"/>
          <a:lstStyle>
            <a:lvl1pPr>
              <a:defRPr sz="3914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1207768"/>
            <a:ext cx="18224867" cy="5961165"/>
          </a:xfrm>
        </p:spPr>
        <p:txBody>
          <a:bodyPr anchor="t"/>
          <a:lstStyle>
            <a:lvl1pPr marL="0" indent="0">
              <a:buNone/>
              <a:defRPr sz="3914"/>
            </a:lvl1pPr>
            <a:lvl2pPr marL="559201" indent="0">
              <a:buNone/>
              <a:defRPr sz="3425"/>
            </a:lvl2pPr>
            <a:lvl3pPr marL="1118403" indent="0">
              <a:buNone/>
              <a:defRPr sz="2935"/>
            </a:lvl3pPr>
            <a:lvl4pPr marL="1677604" indent="0">
              <a:buNone/>
              <a:defRPr sz="2446"/>
            </a:lvl4pPr>
            <a:lvl5pPr marL="2236805" indent="0">
              <a:buNone/>
              <a:defRPr sz="2446"/>
            </a:lvl5pPr>
            <a:lvl6pPr marL="2796007" indent="0">
              <a:buNone/>
              <a:defRPr sz="2446"/>
            </a:lvl6pPr>
            <a:lvl7pPr marL="3355208" indent="0">
              <a:buNone/>
              <a:defRPr sz="2446"/>
            </a:lvl7pPr>
            <a:lvl8pPr marL="3914409" indent="0">
              <a:buNone/>
              <a:defRPr sz="2446"/>
            </a:lvl8pPr>
            <a:lvl9pPr marL="4473611" indent="0">
              <a:buNone/>
              <a:defRPr sz="2446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2" y="2516505"/>
            <a:ext cx="11610852" cy="4662137"/>
          </a:xfrm>
        </p:spPr>
        <p:txBody>
          <a:bodyPr/>
          <a:lstStyle>
            <a:lvl1pPr marL="0" indent="0">
              <a:buNone/>
              <a:defRPr sz="1957"/>
            </a:lvl1pPr>
            <a:lvl2pPr marL="559201" indent="0">
              <a:buNone/>
              <a:defRPr sz="1712"/>
            </a:lvl2pPr>
            <a:lvl3pPr marL="1118403" indent="0">
              <a:buNone/>
              <a:defRPr sz="1468"/>
            </a:lvl3pPr>
            <a:lvl4pPr marL="1677604" indent="0">
              <a:buNone/>
              <a:defRPr sz="1223"/>
            </a:lvl4pPr>
            <a:lvl5pPr marL="2236805" indent="0">
              <a:buNone/>
              <a:defRPr sz="1223"/>
            </a:lvl5pPr>
            <a:lvl6pPr marL="2796007" indent="0">
              <a:buNone/>
              <a:defRPr sz="1223"/>
            </a:lvl6pPr>
            <a:lvl7pPr marL="3355208" indent="0">
              <a:buNone/>
              <a:defRPr sz="1223"/>
            </a:lvl7pPr>
            <a:lvl8pPr marL="3914409" indent="0">
              <a:buNone/>
              <a:defRPr sz="1223"/>
            </a:lvl8pPr>
            <a:lvl9pPr marL="4473611" indent="0">
              <a:buNone/>
              <a:defRPr sz="1223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778349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2265319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2" y="446602"/>
            <a:ext cx="7762444" cy="71087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2" y="446602"/>
            <a:ext cx="22837334" cy="71087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885556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446603"/>
            <a:ext cx="31049774" cy="1621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2233010"/>
            <a:ext cx="31049774" cy="53223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7774758"/>
            <a:ext cx="8099941" cy="4466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A6A469-F0B3-4C64-9911-14D3A4F0D9D6}" type="datetimeFigureOut">
              <a:rPr lang="es-419" smtClean="0"/>
              <a:t>13/2/2026</a:t>
            </a:fld>
            <a:endParaRPr lang="es-419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7774758"/>
            <a:ext cx="12149912" cy="4466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419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7774758"/>
            <a:ext cx="8099941" cy="44660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2FE286-D392-4268-A233-A2A2E6C7876A}" type="slidenum">
              <a:rPr lang="es-419" smtClean="0"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342151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118403" rtl="0" eaLnBrk="1" latinLnBrk="0" hangingPunct="1">
        <a:lnSpc>
          <a:spcPct val="90000"/>
        </a:lnSpc>
        <a:spcBef>
          <a:spcPct val="0"/>
        </a:spcBef>
        <a:buNone/>
        <a:defRPr sz="53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9601" indent="-279601" algn="l" defTabSz="1118403" rtl="0" eaLnBrk="1" latinLnBrk="0" hangingPunct="1">
        <a:lnSpc>
          <a:spcPct val="90000"/>
        </a:lnSpc>
        <a:spcBef>
          <a:spcPts val="1223"/>
        </a:spcBef>
        <a:buFont typeface="Arial" panose="020B0604020202020204" pitchFamily="34" charset="0"/>
        <a:buChar char="•"/>
        <a:defRPr sz="3425" kern="1200">
          <a:solidFill>
            <a:schemeClr val="tx1"/>
          </a:solidFill>
          <a:latin typeface="+mn-lt"/>
          <a:ea typeface="+mn-ea"/>
          <a:cs typeface="+mn-cs"/>
        </a:defRPr>
      </a:lvl1pPr>
      <a:lvl2pPr marL="838802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935" kern="1200">
          <a:solidFill>
            <a:schemeClr val="tx1"/>
          </a:solidFill>
          <a:latin typeface="+mn-lt"/>
          <a:ea typeface="+mn-ea"/>
          <a:cs typeface="+mn-cs"/>
        </a:defRPr>
      </a:lvl2pPr>
      <a:lvl3pPr marL="1398003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446" kern="1200">
          <a:solidFill>
            <a:schemeClr val="tx1"/>
          </a:solidFill>
          <a:latin typeface="+mn-lt"/>
          <a:ea typeface="+mn-ea"/>
          <a:cs typeface="+mn-cs"/>
        </a:defRPr>
      </a:lvl3pPr>
      <a:lvl4pPr marL="1957205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4pPr>
      <a:lvl5pPr marL="2516406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5pPr>
      <a:lvl6pPr marL="3075607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6pPr>
      <a:lvl7pPr marL="3634809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7pPr>
      <a:lvl8pPr marL="4194010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8pPr>
      <a:lvl9pPr marL="4753211" indent="-279601" algn="l" defTabSz="1118403" rtl="0" eaLnBrk="1" latinLnBrk="0" hangingPunct="1">
        <a:lnSpc>
          <a:spcPct val="90000"/>
        </a:lnSpc>
        <a:spcBef>
          <a:spcPts val="612"/>
        </a:spcBef>
        <a:buFont typeface="Arial" panose="020B0604020202020204" pitchFamily="34" charset="0"/>
        <a:buChar char="•"/>
        <a:defRPr sz="220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1pPr>
      <a:lvl2pPr marL="559201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2pPr>
      <a:lvl3pPr marL="1118403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3pPr>
      <a:lvl4pPr marL="1677604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4pPr>
      <a:lvl5pPr marL="2236805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5pPr>
      <a:lvl6pPr marL="2796007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6pPr>
      <a:lvl7pPr marL="3355208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7pPr>
      <a:lvl8pPr marL="3914409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8pPr>
      <a:lvl9pPr marL="4473611" algn="l" defTabSz="1118403" rtl="0" eaLnBrk="1" latinLnBrk="0" hangingPunct="1">
        <a:defRPr sz="220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F33FFB68-C06B-3F9A-9F1F-D70D5B75BE6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326"/>
          <a:stretch/>
        </p:blipFill>
        <p:spPr>
          <a:xfrm>
            <a:off x="20680" y="4"/>
            <a:ext cx="35979058" cy="8388346"/>
          </a:xfrm>
          <a:prstGeom prst="rect">
            <a:avLst/>
          </a:prstGeom>
          <a:effectLst>
            <a:innerShdw blurRad="508000">
              <a:srgbClr val="C00000">
                <a:alpha val="80000"/>
              </a:srgbClr>
            </a:innerShdw>
          </a:effectLst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id="{F3D09C5B-15AB-5C1F-D6D6-A6EC91B84574}"/>
              </a:ext>
            </a:extLst>
          </p:cNvPr>
          <p:cNvSpPr txBox="1"/>
          <p:nvPr/>
        </p:nvSpPr>
        <p:spPr>
          <a:xfrm>
            <a:off x="-1051951" y="-1666583"/>
            <a:ext cx="23278068" cy="716920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h="25400" prst="softRound"/>
            </a:sp3d>
          </a:bodyPr>
          <a:lstStyle/>
          <a:p>
            <a:pPr algn="ctr" fontAlgn="base">
              <a:lnSpc>
                <a:spcPts val="59933"/>
              </a:lnSpc>
              <a:spcAft>
                <a:spcPts val="5993"/>
              </a:spcAft>
            </a:pPr>
            <a:r>
              <a:rPr lang="es-MX" sz="36626" b="1" i="1" kern="100" spc="-499" dirty="0">
                <a:solidFill>
                  <a:srgbClr val="CC0000"/>
                </a:solidFill>
                <a:effectLst>
                  <a:glow rad="1143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Book Antiqua" panose="02040602050305030304" pitchFamily="18" charset="0"/>
              </a:rPr>
              <a:t>Jesucris</a:t>
            </a:r>
            <a:r>
              <a:rPr lang="es-MX" sz="39955" b="1" i="1" kern="100" spc="-499" dirty="0">
                <a:solidFill>
                  <a:srgbClr val="CC0000"/>
                </a:solidFill>
                <a:effectLst>
                  <a:glow rad="1143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Tw Cen MT" panose="020B0602020104020603" pitchFamily="34" charset="0"/>
              </a:rPr>
              <a:t>t</a:t>
            </a:r>
            <a:r>
              <a:rPr lang="es-MX" sz="36626" b="1" i="1" kern="100" spc="-499" dirty="0">
                <a:solidFill>
                  <a:srgbClr val="CC0000"/>
                </a:solidFill>
                <a:effectLst>
                  <a:glow rad="1143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Book Antiqua" panose="02040602050305030304" pitchFamily="18" charset="0"/>
              </a:rPr>
              <a:t>o</a:t>
            </a:r>
            <a:endParaRPr lang="es-419" sz="36626" kern="100" spc="-499" dirty="0">
              <a:effectLst>
                <a:glow rad="114300">
                  <a:schemeClr val="bg1"/>
                </a:glow>
              </a:effectLs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Cuadro de texto 2">
            <a:extLst>
              <a:ext uri="{FF2B5EF4-FFF2-40B4-BE49-F238E27FC236}">
                <a16:creationId xmlns:a16="http://schemas.microsoft.com/office/drawing/2014/main" id="{34C036FD-6671-FBD5-7C77-493ED99BA0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362560" y="29729"/>
            <a:ext cx="2473691" cy="63068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304454" tIns="152227" rIns="304454" bIns="152227" anchor="t" anchorCtr="0">
            <a:noAutofit/>
          </a:bodyPr>
          <a:lstStyle/>
          <a:p>
            <a:pPr>
              <a:lnSpc>
                <a:spcPts val="33296"/>
              </a:lnSpc>
              <a:spcAft>
                <a:spcPts val="2664"/>
              </a:spcAft>
            </a:pPr>
            <a:r>
              <a:rPr lang="es-MX" sz="26637" b="1" kern="100" dirty="0">
                <a:solidFill>
                  <a:srgbClr val="000066"/>
                </a:solidFill>
                <a:effectLst>
                  <a:glow rad="635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Gabriola" panose="04040605051002020D02" pitchFamily="82" charset="0"/>
              </a:rPr>
              <a:t>¡</a:t>
            </a:r>
            <a:endParaRPr lang="es-419" sz="2997" kern="100" dirty="0">
              <a:effectLst>
                <a:glow rad="63500">
                  <a:schemeClr val="bg1"/>
                </a:glow>
              </a:effectLs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CuadroTexto 7">
            <a:extLst>
              <a:ext uri="{FF2B5EF4-FFF2-40B4-BE49-F238E27FC236}">
                <a16:creationId xmlns:a16="http://schemas.microsoft.com/office/drawing/2014/main" id="{4AB7E5C5-CFC6-DF6B-2E45-82BE7D4EE1B7}"/>
              </a:ext>
            </a:extLst>
          </p:cNvPr>
          <p:cNvSpPr txBox="1"/>
          <p:nvPr/>
        </p:nvSpPr>
        <p:spPr>
          <a:xfrm>
            <a:off x="21266425" y="654704"/>
            <a:ext cx="6651537" cy="5454806"/>
          </a:xfrm>
          <a:prstGeom prst="rect">
            <a:avLst/>
          </a:prstGeom>
          <a:noFill/>
        </p:spPr>
        <p:txBody>
          <a:bodyPr wrap="square" rtlCol="0">
            <a:noAutofit/>
            <a:scene3d>
              <a:camera prst="orthographicFront"/>
              <a:lightRig rig="threePt" dir="t"/>
            </a:scene3d>
            <a:sp3d extrusionH="57150">
              <a:bevelT h="25400" prst="softRound"/>
            </a:sp3d>
          </a:bodyPr>
          <a:lstStyle/>
          <a:p>
            <a:pPr fontAlgn="base">
              <a:lnSpc>
                <a:spcPts val="33296"/>
              </a:lnSpc>
              <a:spcAft>
                <a:spcPts val="2664"/>
              </a:spcAft>
            </a:pPr>
            <a:r>
              <a:rPr lang="es-MX" sz="26637" b="1" kern="100" dirty="0">
                <a:solidFill>
                  <a:srgbClr val="000066"/>
                </a:solidFill>
                <a:effectLst>
                  <a:glow rad="1270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Gabriola" panose="04040605051002020D02" pitchFamily="82" charset="0"/>
              </a:rPr>
              <a:t>VIVE!</a:t>
            </a:r>
            <a:endParaRPr lang="es-419" sz="2997" kern="100" dirty="0">
              <a:effectLst>
                <a:glow rad="127000">
                  <a:schemeClr val="bg1"/>
                </a:glow>
              </a:effectLs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8" name="CuadroTexto 4">
            <a:extLst>
              <a:ext uri="{FF2B5EF4-FFF2-40B4-BE49-F238E27FC236}">
                <a16:creationId xmlns:a16="http://schemas.microsoft.com/office/drawing/2014/main" id="{16D58238-6835-7722-A4E0-FD990952279B}"/>
              </a:ext>
            </a:extLst>
          </p:cNvPr>
          <p:cNvSpPr txBox="1"/>
          <p:nvPr/>
        </p:nvSpPr>
        <p:spPr>
          <a:xfrm>
            <a:off x="27421556" y="1728237"/>
            <a:ext cx="7781794" cy="284885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h="25400" prst="softRound"/>
            </a:sp3d>
          </a:bodyPr>
          <a:lstStyle/>
          <a:p>
            <a:pPr algn="ctr" defTabSz="3044586">
              <a:lnSpc>
                <a:spcPts val="9989"/>
              </a:lnSpc>
              <a:spcAft>
                <a:spcPts val="2664"/>
              </a:spcAft>
              <a:defRPr/>
            </a:pPr>
            <a:r>
              <a:rPr lang="es-MX" sz="13318" b="1" spc="-499" dirty="0">
                <a:solidFill>
                  <a:srgbClr val="000000"/>
                </a:solidFill>
                <a:effectLst>
                  <a:glow rad="101600">
                    <a:schemeClr val="bg1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Monotype Corsiva" panose="03010101010201010101" pitchFamily="66" charset="0"/>
              </a:rPr>
              <a:t>Ministerio de Restauración</a:t>
            </a:r>
            <a:endParaRPr lang="es-419" sz="1998" kern="100" spc="-499" dirty="0">
              <a:solidFill>
                <a:sysClr val="windowText" lastClr="000000"/>
              </a:solidFill>
              <a:effectLst>
                <a:glow rad="101600">
                  <a:schemeClr val="bg1"/>
                </a:glow>
              </a:effectLst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CuadroTexto 4">
            <a:extLst>
              <a:ext uri="{FF2B5EF4-FFF2-40B4-BE49-F238E27FC236}">
                <a16:creationId xmlns:a16="http://schemas.microsoft.com/office/drawing/2014/main" id="{16D58238-6835-7722-A4E0-FD990952279B}"/>
              </a:ext>
            </a:extLst>
          </p:cNvPr>
          <p:cNvSpPr txBox="1"/>
          <p:nvPr/>
        </p:nvSpPr>
        <p:spPr>
          <a:xfrm>
            <a:off x="321438" y="4769084"/>
            <a:ext cx="35356869" cy="334226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h="25400" prst="softRound"/>
            </a:sp3d>
          </a:bodyPr>
          <a:lstStyle/>
          <a:p>
            <a:pPr algn="ctr" defTabSz="3044586">
              <a:lnSpc>
                <a:spcPts val="24972"/>
              </a:lnSpc>
              <a:spcAft>
                <a:spcPts val="2664"/>
              </a:spcAft>
              <a:defRPr/>
            </a:pPr>
            <a:r>
              <a:rPr lang="es-MX" sz="21975" b="1" spc="499" dirty="0">
                <a:solidFill>
                  <a:srgbClr val="000000"/>
                </a:solidFill>
                <a:effectLst>
                  <a:glow rad="88900">
                    <a:sysClr val="window" lastClr="FFFFFF"/>
                  </a:glow>
                  <a:outerShdw blurRad="50800" dist="38100" dir="2700000" algn="tl">
                    <a:srgbClr val="000000">
                      <a:alpha val="40000"/>
                    </a:srgbClr>
                  </a:outerShdw>
                </a:effectLst>
                <a:latin typeface="Monotype Corsiva" panose="03010101010201010101" pitchFamily="66" charset="0"/>
              </a:rPr>
              <a:t>Casa de Oración: Conquistadores</a:t>
            </a:r>
            <a:endParaRPr lang="es-419" sz="3496" kern="100" spc="499" dirty="0">
              <a:solidFill>
                <a:sysClr val="windowText" lastClr="000000"/>
              </a:solidFill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7779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BD808557-92EB-719D-93C1-4E6BF289ACE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326"/>
          <a:stretch/>
        </p:blipFill>
        <p:spPr>
          <a:xfrm>
            <a:off x="20680" y="4"/>
            <a:ext cx="35979058" cy="8388346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5774009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706</TotalTime>
  <Words>12</Words>
  <Application>Microsoft Office PowerPoint</Application>
  <PresentationFormat>Personalizado</PresentationFormat>
  <Paragraphs>5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0" baseType="lpstr">
      <vt:lpstr>Arial</vt:lpstr>
      <vt:lpstr>Book Antiqua</vt:lpstr>
      <vt:lpstr>Calibri</vt:lpstr>
      <vt:lpstr>Calibri Light</vt:lpstr>
      <vt:lpstr>Gabriola</vt:lpstr>
      <vt:lpstr>Monotype Corsiva</vt:lpstr>
      <vt:lpstr>Tw Cen MT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ALEXANDER ORTEGA</dc:creator>
  <cp:lastModifiedBy>Alexander</cp:lastModifiedBy>
  <cp:revision>7</cp:revision>
  <dcterms:created xsi:type="dcterms:W3CDTF">2024-01-05T03:17:40Z</dcterms:created>
  <dcterms:modified xsi:type="dcterms:W3CDTF">2026-02-13T21:03:33Z</dcterms:modified>
</cp:coreProperties>
</file>